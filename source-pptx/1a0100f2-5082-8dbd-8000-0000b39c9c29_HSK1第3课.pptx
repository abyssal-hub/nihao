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47"/>
  </p:notesMasterIdLst>
  <p:sldIdLst>
    <p:sldId id="771" r:id="rId7"/>
    <p:sldId id="828" r:id="rId8"/>
    <p:sldId id="777" r:id="rId9"/>
    <p:sldId id="829" r:id="rId10"/>
    <p:sldId id="781" r:id="rId11"/>
    <p:sldId id="830" r:id="rId12"/>
    <p:sldId id="779" r:id="rId13"/>
    <p:sldId id="784" r:id="rId14"/>
    <p:sldId id="785" r:id="rId15"/>
    <p:sldId id="782" r:id="rId16"/>
    <p:sldId id="741" r:id="rId17"/>
    <p:sldId id="743" r:id="rId18"/>
    <p:sldId id="742" r:id="rId19"/>
    <p:sldId id="776" r:id="rId20"/>
    <p:sldId id="788" r:id="rId21"/>
    <p:sldId id="818" r:id="rId22"/>
    <p:sldId id="819" r:id="rId23"/>
    <p:sldId id="820" r:id="rId24"/>
    <p:sldId id="821" r:id="rId25"/>
    <p:sldId id="822" r:id="rId26"/>
    <p:sldId id="823" r:id="rId27"/>
    <p:sldId id="824" r:id="rId28"/>
    <p:sldId id="825" r:id="rId29"/>
    <p:sldId id="826" r:id="rId30"/>
    <p:sldId id="827" r:id="rId31"/>
    <p:sldId id="807" r:id="rId32"/>
    <p:sldId id="661" r:id="rId33"/>
    <p:sldId id="793" r:id="rId34"/>
    <p:sldId id="749" r:id="rId35"/>
    <p:sldId id="794" r:id="rId36"/>
    <p:sldId id="751" r:id="rId37"/>
    <p:sldId id="795" r:id="rId38"/>
    <p:sldId id="796" r:id="rId39"/>
    <p:sldId id="801" r:id="rId40"/>
    <p:sldId id="797" r:id="rId41"/>
    <p:sldId id="802" r:id="rId42"/>
    <p:sldId id="803" r:id="rId43"/>
    <p:sldId id="804" r:id="rId44"/>
    <p:sldId id="714" r:id="rId45"/>
    <p:sldId id="831" r:id="rId46"/>
  </p:sldIdLst>
  <p:sldSz cx="12192000" cy="6858000"/>
  <p:notesSz cx="6858000" cy="9144000"/>
  <p:custDataLst>
    <p:tags r:id="rId4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" userDrawn="1">
          <p15:clr>
            <a:srgbClr val="A4A3A4"/>
          </p15:clr>
        </p15:guide>
        <p15:guide id="2" pos="3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660066"/>
    <a:srgbClr val="9900FF"/>
    <a:srgbClr val="9933FF"/>
    <a:srgbClr val="CC00CC"/>
    <a:srgbClr val="FFCCFF"/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09"/>
  </p:normalViewPr>
  <p:slideViewPr>
    <p:cSldViewPr snapToGrid="0" snapToObjects="1" showGuides="1">
      <p:cViewPr varScale="1">
        <p:scale>
          <a:sx n="77" d="100"/>
          <a:sy n="77" d="100"/>
        </p:scale>
        <p:origin x="244" y="92"/>
      </p:cViewPr>
      <p:guideLst>
        <p:guide orient="horz" pos="208"/>
        <p:guide pos="341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ags" Target="tags/tag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56AB5D-5FFF-49FA-8CCD-E22AF840C3A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3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06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4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5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47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6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68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7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88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8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09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9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29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10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49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11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70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12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90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13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911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14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931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15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95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16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972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17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93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18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1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19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34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20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54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21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75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22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23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24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36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25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57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26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73DB59-D78D-49D4-855D-D285EAFA9DCB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35485B-ADF0-44C7-9856-27452C92FB5F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AE5239-7315-45B9-8C60-032E2665E6DD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8FFB4E-E38A-4353-A85A-01ECAEDB4D8C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49894-CF74-4637-9943-E9891AECFBF2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B6984C-837F-491A-8712-67DF4D20E02E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7A04A1-B53D-436D-B663-9F6A5C91F59B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428DE8-B230-4909-8459-F0F4DB8DEFBE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CAEBE7-889E-43D0-92B6-C217E0D6A3D9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19B95-E5E4-4F0E-949F-A1CF81CCF1DB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6DE66E-8B5A-4351-8F25-46EEBD14E4D2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C09333-B46E-4E98-812D-1945D75F178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0F8E69-A574-4922-84EA-4334525A320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493C3C-F860-4F16-B015-607E5C9C269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B66B24-3789-4A94-92C9-9E6DFE5E3CFB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F498CF-6175-4B4B-8FD1-A260041B33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B613C8-74AA-4609-A49F-C7D75646AD1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EF7850-7304-42A2-8577-E8DDE6ABAF2B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050864-F45F-4CE2-A352-90E8CB8655D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0D0D7E-0B54-4E23-ACD5-1F79199DEF3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CD6287-1D1E-4996-A373-7EDE636F53B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3A881A-902A-4FF5-BDDC-B45163E53A0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4D328A-C33A-43D5-A4F2-7B0EAB6C727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28" Type="http://schemas.openxmlformats.org/officeDocument/2006/relationships/image" Target="../media/image16.jpe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pn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pn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"/>
          <p:cNvGrpSpPr/>
          <p:nvPr userDrawn="1"/>
        </p:nvGrpSpPr>
        <p:grpSpPr>
          <a:xfrm>
            <a:off x="-4762" y="-19050"/>
            <a:ext cx="12249150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-4763" y="-19050"/>
              <a:ext cx="914361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/>
          </p:nvSpPr>
          <p:spPr bwMode="auto">
            <a:xfrm>
              <a:off x="-1" y="621217"/>
              <a:ext cx="9180514" cy="5039966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/>
          </p:nvSpPr>
          <p:spPr bwMode="auto">
            <a:xfrm>
              <a:off x="-1" y="6168125"/>
              <a:ext cx="2327269" cy="178282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2327269" y="6168125"/>
              <a:ext cx="2260607" cy="178282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/>
          </p:nvSpPr>
          <p:spPr bwMode="auto">
            <a:xfrm>
              <a:off x="4587875" y="6168125"/>
              <a:ext cx="2260606" cy="178282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/>
          </p:nvSpPr>
          <p:spPr bwMode="auto">
            <a:xfrm>
              <a:off x="6848481" y="6168125"/>
              <a:ext cx="2295128" cy="178282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/>
          </p:nvSpPr>
          <p:spPr bwMode="auto">
            <a:xfrm>
              <a:off x="-1" y="247598"/>
              <a:ext cx="2260606" cy="71313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/>
          </p:nvSpPr>
          <p:spPr bwMode="auto">
            <a:xfrm>
              <a:off x="2260605" y="247598"/>
              <a:ext cx="2260607" cy="71313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/>
          </p:nvSpPr>
          <p:spPr bwMode="auto">
            <a:xfrm>
              <a:off x="4521212" y="247598"/>
              <a:ext cx="2260606" cy="71313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/>
          </p:nvSpPr>
          <p:spPr bwMode="auto">
            <a:xfrm>
              <a:off x="6781818" y="247598"/>
              <a:ext cx="2361792" cy="71313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/>
          <p:nvPr userDrawn="1"/>
        </p:nvGrpSpPr>
        <p:grpSpPr>
          <a:xfrm>
            <a:off x="-212725" y="-28575"/>
            <a:ext cx="12501563" cy="6964363"/>
            <a:chOff x="-232232" y="-159654"/>
            <a:chExt cx="9376230" cy="6964589"/>
          </a:xfrm>
        </p:grpSpPr>
        <p:pic>
          <p:nvPicPr>
            <p:cNvPr id="2072" name="图片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3" name="图片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4" name="图片 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1" name="图片 5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39713" y="1876425"/>
            <a:ext cx="73025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/>
          <p:cNvPicPr>
            <a:picLocks noChangeAspect="1"/>
          </p:cNvPicPr>
          <p:nvPr userDrawn="1"/>
        </p:nvPicPr>
        <p:blipFill>
          <a:blip r:embed="rId16"/>
          <a:srcRect t="12482"/>
          <a:stretch>
            <a:fillRect/>
          </a:stretch>
        </p:blipFill>
        <p:spPr>
          <a:xfrm>
            <a:off x="7561263" y="4037013"/>
            <a:ext cx="1327150" cy="795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575354" y="3966231"/>
            <a:ext cx="1282701" cy="790574"/>
          </a:xfrm>
          <a:prstGeom prst="ellipse">
            <a:avLst/>
          </a:prstGeom>
        </p:spPr>
      </p:pic>
      <p:pic>
        <p:nvPicPr>
          <p:cNvPr id="2055" name="图片 16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 rot="-167860">
            <a:off x="2855913" y="3957638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Picture 4" descr="画儿"/>
          <p:cNvPicPr>
            <a:picLocks noChangeAspect="1"/>
          </p:cNvPicPr>
          <p:nvPr userDrawn="1"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4">
            <a:off x="3832225" y="2027238"/>
            <a:ext cx="498475" cy="974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2057" name="图片 14"/>
          <p:cNvPicPr>
            <a:picLocks noChangeAspect="1"/>
          </p:cNvPicPr>
          <p:nvPr userDrawn="1"/>
        </p:nvPicPr>
        <p:blipFill>
          <a:blip r:embed="rId1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088" y="3751263"/>
            <a:ext cx="1030287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5"/>
          <p:cNvPicPr>
            <a:picLocks noChangeAspect="1"/>
          </p:cNvPicPr>
          <p:nvPr userDrawn="1"/>
        </p:nvPicPr>
        <p:blipFill>
          <a:blip r:embed="rId20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4175" y="2141538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1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218738" y="2486025"/>
            <a:ext cx="1841500" cy="2622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Picture 5" descr="书"/>
          <p:cNvPicPr>
            <a:picLocks noChangeAspect="1"/>
          </p:cNvPicPr>
          <p:nvPr userDrawn="1"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9293225" y="3551238"/>
            <a:ext cx="620713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11"/>
          <p:cNvPicPr>
            <a:picLocks noChangeAspect="1"/>
          </p:cNvPicPr>
          <p:nvPr userDrawn="1"/>
        </p:nvPicPr>
        <p:blipFill>
          <a:blip r:embed="rId23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647113" y="4306888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4"/>
          <p:cNvPicPr>
            <a:picLocks noChangeAspect="1"/>
          </p:cNvPicPr>
          <p:nvPr userDrawn="1"/>
        </p:nvPicPr>
        <p:blipFill>
          <a:blip r:embed="rId2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7800" y="1876425"/>
            <a:ext cx="1689100" cy="1227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3" name="图片 21"/>
          <p:cNvPicPr>
            <a:picLocks noChangeAspect="1"/>
          </p:cNvPicPr>
          <p:nvPr userDrawn="1"/>
        </p:nvPicPr>
        <p:blipFill>
          <a:blip r:embed="rId2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88" y="1622425"/>
            <a:ext cx="2568575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4" name="图片 22"/>
          <p:cNvPicPr>
            <a:picLocks noChangeAspect="1"/>
          </p:cNvPicPr>
          <p:nvPr userDrawn="1"/>
        </p:nvPicPr>
        <p:blipFill>
          <a:blip r:embed="rId16"/>
          <a:srcRect t="-5524"/>
          <a:stretch>
            <a:fillRect/>
          </a:stretch>
        </p:blipFill>
        <p:spPr>
          <a:xfrm>
            <a:off x="2819400" y="3016250"/>
            <a:ext cx="1417638" cy="868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2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044950" y="3062288"/>
            <a:ext cx="13620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6" name="图片 2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5300663" y="3503613"/>
            <a:ext cx="1252537" cy="830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7" name="图片 25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2075" y="3919538"/>
            <a:ext cx="1338263" cy="89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" name="图片 1"/>
          <p:cNvPicPr>
            <a:picLocks noChangeAspect="1"/>
          </p:cNvPicPr>
          <p:nvPr userDrawn="1"/>
        </p:nvPicPr>
        <p:blipFill>
          <a:blip r:embed="rId26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3" t="8031" r="7834" b="28464"/>
          <a:stretch>
            <a:fillRect/>
          </a:stretch>
        </p:blipFill>
        <p:spPr>
          <a:xfrm>
            <a:off x="6534150" y="4602163"/>
            <a:ext cx="796925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9" name="Picture 8" descr="纸箱子"/>
          <p:cNvPicPr>
            <a:picLocks noChangeAspect="1"/>
          </p:cNvPicPr>
          <p:nvPr userDrawn="1"/>
        </p:nvPicPr>
        <p:blipFill>
          <a:blip r:embed="rId27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9" r="1027" b="68901"/>
          <a:stretch>
            <a:fillRect/>
          </a:stretch>
        </p:blipFill>
        <p:spPr>
          <a:xfrm>
            <a:off x="7123113" y="3708400"/>
            <a:ext cx="2538412" cy="1306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0" name="图片 28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9859963" y="3152775"/>
            <a:ext cx="458787" cy="59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梯形 29"/>
          <p:cNvSpPr/>
          <p:nvPr/>
        </p:nvSpPr>
        <p:spPr>
          <a:xfrm rot="12584178">
            <a:off x="2149475" y="2768600"/>
            <a:ext cx="852488" cy="14446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00" y="113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55"/>
          <p:cNvGrpSpPr/>
          <p:nvPr userDrawn="1"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3086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3088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3090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3094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3096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098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100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102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3105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3107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8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9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3106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3103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3104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3101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309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3097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3095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3091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2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3089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3075" name="图片 56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4" descr="画儿"/>
          <p:cNvPicPr>
            <a:picLocks noChangeAspect="1"/>
          </p:cNvPicPr>
          <p:nvPr userDrawn="1"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5">
            <a:off x="3852863" y="2092325"/>
            <a:ext cx="498475" cy="973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3077" name="Picture 8" descr="纸箱子"/>
          <p:cNvPicPr>
            <a:picLocks noChangeAspect="1"/>
          </p:cNvPicPr>
          <p:nvPr userDrawn="1"/>
        </p:nvPicPr>
        <p:blipFill>
          <a:blip r:embed="rId28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8" r="1027" b="68900"/>
          <a:stretch>
            <a:fillRect/>
          </a:stretch>
        </p:blipFill>
        <p:spPr>
          <a:xfrm>
            <a:off x="6492875" y="5181600"/>
            <a:ext cx="2536825" cy="1304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59"/>
          <p:cNvPicPr>
            <a:picLocks noChangeAspect="1"/>
          </p:cNvPicPr>
          <p:nvPr userDrawn="1"/>
        </p:nvPicPr>
        <p:blipFill>
          <a:blip r:embed="rId29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2" t="8031" r="7834" b="28464"/>
          <a:stretch>
            <a:fillRect/>
          </a:stretch>
        </p:blipFill>
        <p:spPr>
          <a:xfrm>
            <a:off x="6492875" y="4748213"/>
            <a:ext cx="795338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60"/>
          <p:cNvPicPr>
            <a:picLocks noChangeAspect="1"/>
          </p:cNvPicPr>
          <p:nvPr userDrawn="1"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3725" y="3817938"/>
            <a:ext cx="1031875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61"/>
          <p:cNvPicPr>
            <a:picLocks noChangeAspect="1"/>
          </p:cNvPicPr>
          <p:nvPr userDrawn="1"/>
        </p:nvPicPr>
        <p:blipFill>
          <a:blip r:embed="rId31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62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Picture 5" descr="书"/>
          <p:cNvPicPr>
            <a:picLocks noChangeAspect="1"/>
          </p:cNvPicPr>
          <p:nvPr userDrawn="1"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8562975" y="3248025"/>
            <a:ext cx="619125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3" name="图片 64"/>
          <p:cNvPicPr>
            <a:picLocks noChangeAspect="1"/>
          </p:cNvPicPr>
          <p:nvPr userDrawn="1"/>
        </p:nvPicPr>
        <p:blipFill>
          <a:blip r:embed="rId34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4" name="图片 65"/>
          <p:cNvPicPr>
            <a:picLocks noChangeAspect="1"/>
          </p:cNvPicPr>
          <p:nvPr userDrawn="1"/>
        </p:nvPicPr>
        <p:blipFill>
          <a:blip r:embed="rId3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2100" y="1936750"/>
            <a:ext cx="1689100" cy="1225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图片 66"/>
          <p:cNvPicPr>
            <a:picLocks noChangeAspect="1"/>
          </p:cNvPicPr>
          <p:nvPr userDrawn="1"/>
        </p:nvPicPr>
        <p:blipFill>
          <a:blip r:embed="rId36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55"/>
          <p:cNvGrpSpPr/>
          <p:nvPr userDrawn="1"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4104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4106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108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11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114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4116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4118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4120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4123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4125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6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7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4124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4121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4122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4119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4117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4115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4113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4109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10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4107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4099" name="图片 56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图片 61"/>
          <p:cNvPicPr>
            <a:picLocks noChangeAspect="1"/>
          </p:cNvPicPr>
          <p:nvPr userDrawn="1"/>
        </p:nvPicPr>
        <p:blipFill>
          <a:blip r:embed="rId27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62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图片 64"/>
          <p:cNvPicPr>
            <a:picLocks noChangeAspect="1"/>
          </p:cNvPicPr>
          <p:nvPr userDrawn="1"/>
        </p:nvPicPr>
        <p:blipFill>
          <a:blip r:embed="rId29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图片 66"/>
          <p:cNvPicPr>
            <a:picLocks noChangeAspect="1"/>
          </p:cNvPicPr>
          <p:nvPr userDrawn="1"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46516B-AE91-46D8-9428-90199D37A5F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7D405-1786-4AA6-A16B-969831D05BF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6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488" y="447675"/>
            <a:ext cx="9144000" cy="2387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3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</a:p>
        </p:txBody>
      </p:sp>
      <p:sp>
        <p:nvSpPr>
          <p:cNvPr id="64515" name="Rectangle 3"/>
          <p:cNvSpPr>
            <a:spLocks noGrp="1"/>
          </p:cNvSpPr>
          <p:nvPr>
            <p:ph type="subTitle" idx="1"/>
          </p:nvPr>
        </p:nvSpPr>
        <p:spPr>
          <a:xfrm>
            <a:off x="1471613" y="3330575"/>
            <a:ext cx="9144000" cy="16557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70000"/>
              </a:lnSpc>
              <a:buClrTx/>
              <a:buSzTx/>
            </a:pPr>
            <a:r>
              <a:rPr lang="zh-CN" altLang="en-US" sz="5400" b="1" kern="12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你叫什么名字 </a:t>
            </a:r>
            <a:endParaRPr lang="en-US" altLang="zh-CN" sz="5400" b="1" kern="12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eaLnBrk="1" hangingPunct="1">
              <a:lnSpc>
                <a:spcPct val="70000"/>
              </a:lnSpc>
              <a:buClrTx/>
              <a:buSzTx/>
            </a:pPr>
            <a:r>
              <a:rPr lang="en-US" altLang="zh-CN" sz="5400" dirty="0" err="1"/>
              <a:t>nǐ</a:t>
            </a:r>
            <a:r>
              <a:rPr lang="en-US" altLang="zh-CN" sz="5400" dirty="0"/>
              <a:t> jiao </a:t>
            </a:r>
            <a:r>
              <a:rPr lang="en-US" altLang="zh-CN" sz="5400" dirty="0" err="1"/>
              <a:t>shén</a:t>
            </a:r>
            <a:r>
              <a:rPr lang="en-US" altLang="zh-CN" sz="5400" dirty="0"/>
              <a:t> me  </a:t>
            </a:r>
            <a:r>
              <a:rPr lang="en-US" altLang="zh-CN" sz="5400" dirty="0" err="1"/>
              <a:t>míng</a:t>
            </a:r>
            <a:r>
              <a:rPr lang="en-US" altLang="zh-CN" sz="5400" dirty="0"/>
              <a:t> zi</a:t>
            </a:r>
            <a:endParaRPr lang="zh-CN" altLang="en-US" sz="5400" b="1" kern="12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5975" y="1030288"/>
            <a:ext cx="34893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</a:p>
        </p:txBody>
      </p:sp>
      <p:pic>
        <p:nvPicPr>
          <p:cNvPr id="64517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75" y="708025"/>
            <a:ext cx="754063" cy="81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3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553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540" name="TextBox 27"/>
          <p:cNvSpPr txBox="1"/>
          <p:nvPr/>
        </p:nvSpPr>
        <p:spPr>
          <a:xfrm>
            <a:off x="474663" y="914400"/>
            <a:ext cx="9928225" cy="800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1.</a:t>
            </a:r>
            <a:r>
              <a:rPr lang="zh-CN" altLang="en-US" b="1" dirty="0">
                <a:latin typeface="宋体" panose="02010600030101010101" pitchFamily="2" charset="-122"/>
              </a:rPr>
              <a:t>发音辨析：声母</a:t>
            </a:r>
            <a:r>
              <a:rPr lang="en-US" altLang="zh-CN" b="1" dirty="0">
                <a:latin typeface="宋体" panose="02010600030101010101" pitchFamily="2" charset="-122"/>
              </a:rPr>
              <a:t>j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q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x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</a:rPr>
              <a:t>z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</a:rPr>
              <a:t>  Differentiation</a:t>
            </a:r>
            <a:r>
              <a:rPr lang="zh-CN" altLang="en-US" sz="1800" dirty="0">
                <a:latin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</a:rPr>
              <a:t>pronunciation of the initials j,q,x and z,c,s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pic>
        <p:nvPicPr>
          <p:cNvPr id="65541" name="Picture 2" descr="C:\Documents and Settings\Administrator.CAOFAN\桌面\1704189272.jpg"/>
          <p:cNvPicPr>
            <a:picLocks noChangeAspect="1"/>
          </p:cNvPicPr>
          <p:nvPr/>
        </p:nvPicPr>
        <p:blipFill>
          <a:blip r:embed="rId3">
            <a:biLevel thresh="50000"/>
            <a:grayscl/>
            <a:lum bright="20001" contrast="40000"/>
          </a:blip>
          <a:srcRect b="17316"/>
          <a:stretch>
            <a:fillRect/>
          </a:stretch>
        </p:blipFill>
        <p:spPr>
          <a:xfrm>
            <a:off x="4141788" y="2039938"/>
            <a:ext cx="3576637" cy="297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2" name="Picture 3" descr="C:\Documents and Settings\Administrator.CAOFAN\桌面\764159782.jpg"/>
          <p:cNvPicPr>
            <a:picLocks noChangeAspect="1"/>
          </p:cNvPicPr>
          <p:nvPr/>
        </p:nvPicPr>
        <p:blipFill>
          <a:blip r:embed="rId4">
            <a:biLevel thresh="50000"/>
            <a:grayscl/>
            <a:lum bright="20001" contrast="40000"/>
          </a:blip>
          <a:srcRect l="8624" b="25864"/>
          <a:stretch>
            <a:fillRect/>
          </a:stretch>
        </p:blipFill>
        <p:spPr>
          <a:xfrm>
            <a:off x="7958138" y="2057400"/>
            <a:ext cx="3460750" cy="2813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3" name="Picture 4" descr="C:\Documents and Settings\Administrator.CAOFAN\桌面\888618290.jpg"/>
          <p:cNvPicPr>
            <a:picLocks noChangeAspect="1"/>
          </p:cNvPicPr>
          <p:nvPr/>
        </p:nvPicPr>
        <p:blipFill>
          <a:blip r:embed="rId5">
            <a:biLevel thresh="50000"/>
            <a:grayscl/>
          </a:blip>
          <a:srcRect b="17316"/>
          <a:stretch>
            <a:fillRect/>
          </a:stretch>
        </p:blipFill>
        <p:spPr>
          <a:xfrm>
            <a:off x="754063" y="2390775"/>
            <a:ext cx="3127375" cy="2586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4" name="TextBox 21"/>
          <p:cNvSpPr txBox="1"/>
          <p:nvPr/>
        </p:nvSpPr>
        <p:spPr>
          <a:xfrm>
            <a:off x="2251075" y="4959350"/>
            <a:ext cx="3508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</a:rPr>
              <a:t>j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65545" name="TextBox 22"/>
          <p:cNvSpPr txBox="1"/>
          <p:nvPr/>
        </p:nvSpPr>
        <p:spPr>
          <a:xfrm>
            <a:off x="5908675" y="4933950"/>
            <a:ext cx="350838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</a:rPr>
              <a:t>q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65546" name="TextBox 23"/>
          <p:cNvSpPr txBox="1"/>
          <p:nvPr/>
        </p:nvSpPr>
        <p:spPr>
          <a:xfrm>
            <a:off x="9531350" y="4994275"/>
            <a:ext cx="3508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</a:rPr>
              <a:t>x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586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7587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588" name="组合 63"/>
          <p:cNvGrpSpPr/>
          <p:nvPr/>
        </p:nvGrpSpPr>
        <p:grpSpPr>
          <a:xfrm>
            <a:off x="1592263" y="2159000"/>
            <a:ext cx="9226550" cy="3644900"/>
            <a:chOff x="1631612" y="1998434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967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31612" y="2105736"/>
              <a:ext cx="7908967" cy="1492403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听录音并跟读，注意声母发音的区别   </a:t>
              </a:r>
              <a:r>
                <a:rPr lang="en-US" altLang="zh-CN" sz="2000" b="1" dirty="0" err="1">
                  <a:solidFill>
                    <a:srgbClr val="00B050"/>
                  </a:solidFill>
                </a:rPr>
                <a:t>shi</a:t>
              </a:r>
              <a:r>
                <a:rPr lang="en-US" altLang="zh-CN" sz="2000" b="1" dirty="0">
                  <a:solidFill>
                    <a:srgbClr val="00B050"/>
                  </a:solidFill>
                </a:rPr>
                <a:t> </a:t>
              </a:r>
              <a:r>
                <a:rPr lang="en-US" altLang="zh-CN" sz="2000" b="1" dirty="0" err="1">
                  <a:solidFill>
                    <a:srgbClr val="00B050"/>
                  </a:solidFill>
                </a:rPr>
                <a:t>shen</a:t>
              </a:r>
              <a:r>
                <a:rPr lang="en-US" altLang="zh-CN" sz="2000" b="1" dirty="0">
                  <a:solidFill>
                    <a:srgbClr val="00B050"/>
                  </a:solidFill>
                </a:rPr>
                <a:t> me 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differences between the initials.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435225" y="3313113"/>
            <a:ext cx="16525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xiū xi</a:t>
            </a:r>
            <a:endParaRPr lang="zh-CN" altLang="en-US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7813" y="3313113"/>
            <a:ext cx="16097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jī jí</a:t>
            </a:r>
            <a:endParaRPr lang="zh-CN" altLang="en-US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91425" y="3313113"/>
            <a:ext cx="15525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xiǎo qū</a:t>
            </a:r>
            <a:endParaRPr lang="zh-CN" altLang="en-US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81700" y="3313113"/>
            <a:ext cx="13096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jī qì</a:t>
            </a:r>
            <a:endParaRPr lang="zh-CN" altLang="en-US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89163" y="4411663"/>
            <a:ext cx="145097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xīnɡ qī</a:t>
            </a:r>
            <a:endParaRPr lang="zh-CN" altLang="en-US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86200" y="4441825"/>
            <a:ext cx="20081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xiānɡ jiāo</a:t>
            </a:r>
            <a:endParaRPr lang="zh-CN" altLang="en-US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2700" y="4419600"/>
            <a:ext cx="14239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xìnɡ qù</a:t>
            </a:r>
            <a:endParaRPr lang="zh-CN" altLang="en-US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616950" y="4449763"/>
            <a:ext cx="17811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jì xù</a:t>
            </a:r>
            <a:endParaRPr lang="zh-CN" altLang="en-US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63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963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636" name="TextBox 27"/>
          <p:cNvSpPr txBox="1"/>
          <p:nvPr/>
        </p:nvSpPr>
        <p:spPr>
          <a:xfrm>
            <a:off x="474663" y="914400"/>
            <a:ext cx="9928225" cy="800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1.</a:t>
            </a:r>
            <a:r>
              <a:rPr lang="zh-CN" altLang="en-US" b="1" dirty="0">
                <a:latin typeface="宋体" panose="02010600030101010101" pitchFamily="2" charset="-122"/>
              </a:rPr>
              <a:t>发音辨析：声母</a:t>
            </a:r>
            <a:r>
              <a:rPr lang="en-US" altLang="zh-CN" b="1" dirty="0">
                <a:latin typeface="宋体" panose="02010600030101010101" pitchFamily="2" charset="-122"/>
              </a:rPr>
              <a:t>j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q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x</a:t>
            </a:r>
            <a:r>
              <a:rPr lang="zh-CN" altLang="en-US" b="1" dirty="0">
                <a:latin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</a:rPr>
              <a:t>z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</a:rPr>
              <a:t>  Differentiation</a:t>
            </a:r>
            <a:r>
              <a:rPr lang="zh-CN" altLang="en-US" sz="1800" dirty="0">
                <a:latin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</a:rPr>
              <a:t>pronunciation of the initials j,q,x and z,c,s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pic>
        <p:nvPicPr>
          <p:cNvPr id="69637" name="Picture 2" descr="C:\Documents and Settings\Administrator.CAOFAN\桌面\1802948759.jpg"/>
          <p:cNvPicPr>
            <a:picLocks noChangeAspect="1"/>
          </p:cNvPicPr>
          <p:nvPr/>
        </p:nvPicPr>
        <p:blipFill>
          <a:blip r:embed="rId3">
            <a:biLevel thresh="50000"/>
            <a:grayscl/>
            <a:lum bright="20001" contrast="40000"/>
          </a:blip>
          <a:stretch>
            <a:fillRect/>
          </a:stretch>
        </p:blipFill>
        <p:spPr>
          <a:xfrm>
            <a:off x="971550" y="2444750"/>
            <a:ext cx="2528888" cy="2519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8" name="Picture 3" descr="C:\Documents and Settings\Administrator.CAOFAN\桌面\800808697.jpg"/>
          <p:cNvPicPr>
            <a:picLocks noChangeAspect="1"/>
          </p:cNvPicPr>
          <p:nvPr/>
        </p:nvPicPr>
        <p:blipFill>
          <a:blip r:embed="rId4">
            <a:biLevel thresh="50000"/>
            <a:grayscl/>
            <a:lum bright="20001" contrast="40000"/>
          </a:blip>
          <a:stretch>
            <a:fillRect/>
          </a:stretch>
        </p:blipFill>
        <p:spPr>
          <a:xfrm>
            <a:off x="4540250" y="2409825"/>
            <a:ext cx="2527300" cy="2519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9" name="Picture 4" descr="C:\Documents and Settings\Administrator.CAOFAN\桌面\139243743.jpg"/>
          <p:cNvPicPr>
            <a:picLocks noChangeAspect="1"/>
          </p:cNvPicPr>
          <p:nvPr/>
        </p:nvPicPr>
        <p:blipFill>
          <a:blip r:embed="rId5">
            <a:biLevel thresh="50000"/>
            <a:grayscl/>
            <a:lum bright="20001" contrast="40000"/>
          </a:blip>
          <a:stretch>
            <a:fillRect/>
          </a:stretch>
        </p:blipFill>
        <p:spPr>
          <a:xfrm>
            <a:off x="8172450" y="2441575"/>
            <a:ext cx="2505075" cy="2520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40" name="TextBox 10"/>
          <p:cNvSpPr txBox="1"/>
          <p:nvPr/>
        </p:nvSpPr>
        <p:spPr>
          <a:xfrm>
            <a:off x="2251075" y="4959350"/>
            <a:ext cx="3508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</a:rPr>
              <a:t>z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69641" name="TextBox 11"/>
          <p:cNvSpPr txBox="1"/>
          <p:nvPr/>
        </p:nvSpPr>
        <p:spPr>
          <a:xfrm>
            <a:off x="5908675" y="5022850"/>
            <a:ext cx="3508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</a:rPr>
              <a:t>c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69642" name="TextBox 12"/>
          <p:cNvSpPr txBox="1"/>
          <p:nvPr/>
        </p:nvSpPr>
        <p:spPr>
          <a:xfrm>
            <a:off x="9531350" y="4976813"/>
            <a:ext cx="3508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</a:rPr>
              <a:t>s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682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1683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684" name="组合 63"/>
          <p:cNvGrpSpPr/>
          <p:nvPr/>
        </p:nvGrpSpPr>
        <p:grpSpPr>
          <a:xfrm>
            <a:off x="1493838" y="1487488"/>
            <a:ext cx="9226550" cy="3644900"/>
            <a:chOff x="1631612" y="1998434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967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31612" y="2105736"/>
              <a:ext cx="7908967" cy="1492403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听录音并跟读，注意声母发音的区别  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differences between the initials.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435225" y="2659063"/>
            <a:ext cx="143668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xǐ zǎo</a:t>
            </a:r>
            <a:endParaRPr lang="zh-CN" altLang="en-US" sz="32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7813" y="2659063"/>
            <a:ext cx="167798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dǎ sǎo</a:t>
            </a:r>
            <a:endParaRPr lang="zh-CN" altLang="en-US" sz="32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9575" y="2659063"/>
            <a:ext cx="17272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zì jǐ</a:t>
            </a:r>
            <a:endParaRPr lang="zh-CN" altLang="en-US" sz="32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81700" y="2659063"/>
            <a:ext cx="17272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sān cì</a:t>
            </a:r>
            <a:endParaRPr lang="zh-CN" altLang="en-US" sz="32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35125" y="3771900"/>
            <a:ext cx="2236788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zuó tiān</a:t>
            </a:r>
            <a:endParaRPr lang="zh-CN" altLang="en-US" sz="32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71913" y="3787775"/>
            <a:ext cx="210978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zǎo shanɡ</a:t>
            </a:r>
            <a:endParaRPr lang="zh-CN" altLang="en-US" sz="32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0300" y="3787775"/>
            <a:ext cx="23209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cāo chǎnɡ</a:t>
            </a:r>
            <a:endParaRPr lang="zh-CN" altLang="en-US" sz="32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893175" y="3771900"/>
            <a:ext cx="2640013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hàn zì</a:t>
            </a:r>
            <a:endParaRPr lang="zh-CN" altLang="en-US" sz="32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73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3731" name="组合 8"/>
          <p:cNvGrpSpPr/>
          <p:nvPr/>
        </p:nvGrpSpPr>
        <p:grpSpPr>
          <a:xfrm>
            <a:off x="328613" y="142875"/>
            <a:ext cx="11636375" cy="693738"/>
            <a:chOff x="329264" y="143391"/>
            <a:chExt cx="11635045" cy="693699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143391"/>
              <a:ext cx="11635045" cy="52384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区分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finals </a:t>
              </a:r>
              <a:r>
                <a:rPr kumimoji="0" lang="zh-CN" alt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和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vowels- difference between finals and vowels </a:t>
              </a:r>
              <a:endPara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53075" y="737083"/>
              <a:ext cx="11511234" cy="100007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732" name="组合 63"/>
          <p:cNvGrpSpPr/>
          <p:nvPr/>
        </p:nvGrpSpPr>
        <p:grpSpPr>
          <a:xfrm>
            <a:off x="1493838" y="1160463"/>
            <a:ext cx="10247312" cy="5397500"/>
            <a:chOff x="1631612" y="1998434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967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31612" y="2105549"/>
              <a:ext cx="7908967" cy="587559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3733" name="文本框 5"/>
          <p:cNvSpPr txBox="1"/>
          <p:nvPr/>
        </p:nvSpPr>
        <p:spPr>
          <a:xfrm>
            <a:off x="1708150" y="1674813"/>
            <a:ext cx="9899650" cy="3848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👉 </a:t>
            </a:r>
            <a:r>
              <a:rPr lang="en-US" altLang="zh-CN" sz="2400" b="1" dirty="0">
                <a:latin typeface="Arial" panose="020B0604020202020204" pitchFamily="34" charset="0"/>
              </a:rPr>
              <a:t>Short answer first</a:t>
            </a:r>
            <a:r>
              <a:rPr lang="en-US" altLang="zh-CN" sz="2400" dirty="0">
                <a:latin typeface="Arial" panose="020B0604020202020204" pitchFamily="34" charset="0"/>
              </a:rPr>
              <a:t>: They are </a:t>
            </a:r>
            <a:r>
              <a:rPr lang="en-US" altLang="zh-CN" sz="2400" b="1" dirty="0">
                <a:latin typeface="Arial" panose="020B0604020202020204" pitchFamily="34" charset="0"/>
              </a:rPr>
              <a:t>NOT the same word/meaning.            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✅ </a:t>
            </a:r>
            <a:r>
              <a:rPr lang="en-US" altLang="zh-CN" sz="2400" b="1" dirty="0">
                <a:latin typeface="Arial" panose="020B0604020202020204" pitchFamily="34" charset="0"/>
              </a:rPr>
              <a:t>Finals</a:t>
            </a:r>
            <a:r>
              <a:rPr lang="en-US" altLang="zh-CN" sz="2400" dirty="0">
                <a:latin typeface="Arial" panose="020B0604020202020204" pitchFamily="34" charset="0"/>
              </a:rPr>
              <a:t> = the Chinese Pinyin term for </a:t>
            </a:r>
            <a:r>
              <a:rPr lang="zh-CN" altLang="en-US" sz="2400" b="1" dirty="0">
                <a:latin typeface="Arial" panose="020B0604020202020204" pitchFamily="34" charset="0"/>
              </a:rPr>
              <a:t>韵母 </a:t>
            </a:r>
            <a:r>
              <a:rPr lang="en-US" altLang="zh-CN" sz="2400" b="1" dirty="0">
                <a:latin typeface="Arial" panose="020B0604020202020204" pitchFamily="34" charset="0"/>
              </a:rPr>
              <a:t>(yùnmǔ)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✅ </a:t>
            </a:r>
            <a:r>
              <a:rPr lang="en-US" altLang="zh-CN" sz="2400" b="1" dirty="0">
                <a:latin typeface="Arial" panose="020B0604020202020204" pitchFamily="34" charset="0"/>
              </a:rPr>
              <a:t>Vowels</a:t>
            </a:r>
            <a:r>
              <a:rPr lang="en-US" altLang="zh-CN" sz="2400" dirty="0">
                <a:latin typeface="Arial" panose="020B0604020202020204" pitchFamily="34" charset="0"/>
              </a:rPr>
              <a:t> = an English phonetics term for pure vowel sounds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✅ </a:t>
            </a:r>
            <a:r>
              <a:rPr lang="en-US" altLang="zh-CN" sz="2400" dirty="0">
                <a:latin typeface="Arial" panose="020B0604020202020204" pitchFamily="34" charset="0"/>
              </a:rPr>
              <a:t>Big truth: </a:t>
            </a:r>
            <a:r>
              <a:rPr lang="en-US" altLang="zh-CN" sz="2400" b="1" dirty="0">
                <a:latin typeface="Arial" panose="020B0604020202020204" pitchFamily="34" charset="0"/>
              </a:rPr>
              <a:t>All Chinese finals use vowels as their core, but a final is NOT just a vowel.</a:t>
            </a:r>
            <a:endParaRPr lang="en-US" altLang="zh-CN" sz="2400" b="1" dirty="0">
              <a:solidFill>
                <a:srgbClr val="000000"/>
              </a:solidFill>
              <a:latin typeface="Inter"/>
            </a:endParaRPr>
          </a:p>
          <a:p>
            <a:pPr marL="0" lvl="0" indent="0">
              <a:lnSpc>
                <a:spcPts val="2025"/>
              </a:lnSpc>
              <a:spcBef>
                <a:spcPts val="1015"/>
              </a:spcBef>
              <a:buFontTx/>
              <a:buNone/>
            </a:pPr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pPr marL="0" lvl="0" indent="0">
              <a:lnSpc>
                <a:spcPts val="2025"/>
              </a:lnSpc>
              <a:spcBef>
                <a:spcPts val="1015"/>
              </a:spcBef>
              <a:buFontTx/>
              <a:buNone/>
            </a:pPr>
            <a:endParaRPr lang="en-US" altLang="zh-CN" b="1" dirty="0">
              <a:solidFill>
                <a:srgbClr val="000000"/>
              </a:solidFill>
              <a:latin typeface="Inter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77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577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780" name="TextBox 27"/>
          <p:cNvSpPr txBox="1"/>
          <p:nvPr/>
        </p:nvSpPr>
        <p:spPr>
          <a:xfrm>
            <a:off x="474663" y="914400"/>
            <a:ext cx="9928225" cy="800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2. </a:t>
            </a:r>
            <a:r>
              <a:rPr lang="zh-CN" altLang="en-US" b="1" dirty="0">
                <a:latin typeface="宋体" panose="02010600030101010101" pitchFamily="2" charset="-122"/>
              </a:rPr>
              <a:t>发音辨析：</a:t>
            </a:r>
            <a:r>
              <a:rPr lang="en-US" altLang="zh-CN" b="1" dirty="0">
                <a:latin typeface="宋体" panose="02010600030101010101" pitchFamily="2" charset="-122"/>
              </a:rPr>
              <a:t>i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u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GB Pinyinok-D"/>
                <a:ea typeface="GB Pinyinok-D"/>
              </a:rPr>
              <a:t>ü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</a:rPr>
              <a:t>     Differentiation</a:t>
            </a:r>
            <a:r>
              <a:rPr lang="zh-CN" altLang="en-US" sz="1800" dirty="0">
                <a:latin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</a:rPr>
              <a:t>pronunciation of the finals i,u,</a:t>
            </a:r>
            <a:r>
              <a:rPr lang="en-US" altLang="zh-CN" sz="1800" dirty="0">
                <a:latin typeface="GB Pinyinok-D"/>
                <a:ea typeface="GB Pinyinok-D"/>
              </a:rPr>
              <a:t>ü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sp>
        <p:nvSpPr>
          <p:cNvPr id="75781" name="AutoShape 8" descr="c:\users\caofan\appdata\roaming\360se6\User Data\temp\webwxgetmsgimg_&amp;MsgID=6181612883343555338&amp;skey=@crypt_546a9fd5_e7fb0b9a005b23d.jpg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75782" name="AutoShape 10" descr="c:\users\caofan\appdata\roaming\360se6\User Data\temp\webwxgetmsgimg_&amp;MsgID=6181612883343555338&amp;skey=@crypt_546a9fd5_e7fb0b9a005b23d.jpg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pic>
        <p:nvPicPr>
          <p:cNvPr id="75783" name="Picture 10" descr="C:\Documents and Settings\Administrator.CAOFAN\桌面\1275772128.jpg"/>
          <p:cNvPicPr>
            <a:picLocks noChangeAspect="1"/>
          </p:cNvPicPr>
          <p:nvPr/>
        </p:nvPicPr>
        <p:blipFill>
          <a:blip r:embed="rId3">
            <a:biLevel thresh="50000"/>
            <a:grayscl/>
            <a:lum bright="20001" contrast="40000"/>
          </a:blip>
          <a:srcRect b="8917"/>
          <a:stretch>
            <a:fillRect/>
          </a:stretch>
        </p:blipFill>
        <p:spPr>
          <a:xfrm>
            <a:off x="1152525" y="2663825"/>
            <a:ext cx="2511425" cy="2295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4" name="Picture 11" descr="C:\Documents and Settings\Administrator.CAOFAN\桌面\1344985752.jpg"/>
          <p:cNvPicPr>
            <a:picLocks noChangeAspect="1"/>
          </p:cNvPicPr>
          <p:nvPr/>
        </p:nvPicPr>
        <p:blipFill>
          <a:blip r:embed="rId4">
            <a:biLevel thresh="50000"/>
            <a:grayscl/>
            <a:lum bright="20001" contrast="40000"/>
          </a:blip>
          <a:stretch>
            <a:fillRect/>
          </a:stretch>
        </p:blipFill>
        <p:spPr>
          <a:xfrm>
            <a:off x="4924425" y="2646363"/>
            <a:ext cx="2214563" cy="2260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5" name="Picture 12" descr="C:\Documents and Settings\Administrator.CAOFAN\桌面\2011532232.jpg"/>
          <p:cNvPicPr>
            <a:picLocks noChangeAspect="1"/>
          </p:cNvPicPr>
          <p:nvPr/>
        </p:nvPicPr>
        <p:blipFill>
          <a:blip r:embed="rId5">
            <a:biLevel thresh="50000"/>
            <a:grayscl/>
            <a:lum bright="20001" contrast="40000"/>
          </a:blip>
          <a:stretch>
            <a:fillRect/>
          </a:stretch>
        </p:blipFill>
        <p:spPr>
          <a:xfrm>
            <a:off x="8545513" y="2663825"/>
            <a:ext cx="2208212" cy="2208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786" name="TextBox 12"/>
          <p:cNvSpPr txBox="1"/>
          <p:nvPr/>
        </p:nvSpPr>
        <p:spPr>
          <a:xfrm>
            <a:off x="2251075" y="4959350"/>
            <a:ext cx="3508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</a:rPr>
              <a:t>i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75787" name="TextBox 13"/>
          <p:cNvSpPr txBox="1"/>
          <p:nvPr/>
        </p:nvSpPr>
        <p:spPr>
          <a:xfrm>
            <a:off x="5908675" y="4987925"/>
            <a:ext cx="3508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</a:rPr>
              <a:t>u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75788" name="TextBox 14"/>
          <p:cNvSpPr txBox="1"/>
          <p:nvPr/>
        </p:nvSpPr>
        <p:spPr>
          <a:xfrm>
            <a:off x="9531350" y="4976813"/>
            <a:ext cx="35083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Arial Unicode MS" pitchFamily="34" charset="-122"/>
                <a:ea typeface="Arial Unicode MS" pitchFamily="34" charset="-122"/>
              </a:rPr>
              <a:t>ü</a:t>
            </a:r>
            <a:endParaRPr lang="zh-CN" altLang="en-US" sz="3200" b="1" dirty="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826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7827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60"/>
          <p:cNvSpPr/>
          <p:nvPr/>
        </p:nvSpPr>
        <p:spPr bwMode="auto">
          <a:xfrm>
            <a:off x="1176338" y="3121025"/>
            <a:ext cx="9226550" cy="2305050"/>
          </a:xfrm>
          <a:prstGeom prst="round1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5225" y="33131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bù chī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87963" y="33131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bù xínɡ 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8275" y="413226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bù hē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38400" y="4132263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bù hǎo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7833" name="TextBox 2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3.</a:t>
            </a:r>
            <a:r>
              <a:rPr lang="zh-CN" altLang="en-US" b="1" dirty="0">
                <a:latin typeface="宋体" panose="02010600030101010101" pitchFamily="2" charset="-122"/>
              </a:rPr>
              <a:t>“不”的变调 </a:t>
            </a:r>
            <a:r>
              <a:rPr lang="en-US" altLang="zh-CN" sz="1800" dirty="0">
                <a:latin typeface="宋体" panose="02010600030101010101" pitchFamily="2" charset="-122"/>
              </a:rPr>
              <a:t>Tone Sandhi of “</a:t>
            </a:r>
            <a:r>
              <a:rPr lang="zh-CN" altLang="en-US" sz="1800" dirty="0">
                <a:latin typeface="宋体" panose="02010600030101010101" pitchFamily="2" charset="-122"/>
              </a:rPr>
              <a:t>不</a:t>
            </a:r>
            <a:r>
              <a:rPr lang="en-US" altLang="zh-CN" sz="1800" dirty="0">
                <a:latin typeface="宋体" panose="02010600030101010101" pitchFamily="2" charset="-122"/>
              </a:rPr>
              <a:t>(bù)”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sp>
        <p:nvSpPr>
          <p:cNvPr id="77834" name="TextBox 28"/>
          <p:cNvSpPr txBox="1"/>
          <p:nvPr/>
        </p:nvSpPr>
        <p:spPr>
          <a:xfrm>
            <a:off x="738188" y="1555750"/>
            <a:ext cx="9928225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）“不”在第一、二、三声音节前不变调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不 </a:t>
            </a:r>
            <a:r>
              <a:rPr lang="en-US" altLang="zh-CN" sz="2400" b="1" dirty="0"/>
              <a:t>(bù) does not change its tone before a 1st, 2nd or 3rd tone character.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4513" y="33131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bù nénɡ 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24825" y="413226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bù xiǎnɡ 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87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987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60"/>
          <p:cNvSpPr/>
          <p:nvPr/>
        </p:nvSpPr>
        <p:spPr bwMode="auto">
          <a:xfrm>
            <a:off x="1439863" y="2965450"/>
            <a:ext cx="9226550" cy="1619250"/>
          </a:xfrm>
          <a:prstGeom prst="round1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5225" y="33131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bú huì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87963" y="33131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bú shì 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79879" name="TextBox 2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3.</a:t>
            </a:r>
            <a:r>
              <a:rPr lang="zh-CN" altLang="en-US" b="1" dirty="0">
                <a:latin typeface="宋体" panose="02010600030101010101" pitchFamily="2" charset="-122"/>
              </a:rPr>
              <a:t>“不”的变调 </a:t>
            </a:r>
            <a:r>
              <a:rPr lang="en-US" altLang="zh-CN" sz="1800" dirty="0">
                <a:latin typeface="宋体" panose="02010600030101010101" pitchFamily="2" charset="-122"/>
              </a:rPr>
              <a:t>Tone Sandhi of “</a:t>
            </a:r>
            <a:r>
              <a:rPr lang="zh-CN" altLang="en-US" sz="1800" dirty="0">
                <a:latin typeface="宋体" panose="02010600030101010101" pitchFamily="2" charset="-122"/>
              </a:rPr>
              <a:t>不</a:t>
            </a:r>
            <a:r>
              <a:rPr lang="en-US" altLang="zh-CN" sz="1800" dirty="0">
                <a:latin typeface="宋体" panose="02010600030101010101" pitchFamily="2" charset="-122"/>
              </a:rPr>
              <a:t>(bù)”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sp>
        <p:nvSpPr>
          <p:cNvPr id="79880" name="TextBox 28"/>
          <p:cNvSpPr txBox="1"/>
          <p:nvPr/>
        </p:nvSpPr>
        <p:spPr>
          <a:xfrm>
            <a:off x="738188" y="1555750"/>
            <a:ext cx="9928225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）“不”在四声音节前变成第二声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dirty="0"/>
              <a:t>              不 </a:t>
            </a:r>
            <a:r>
              <a:rPr lang="en-US" altLang="zh-CN" sz="2400" dirty="0"/>
              <a:t>(bù) changes to 2nd tone (bú) before a 4th tone character.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600" dirty="0">
              <a:latin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4513" y="33131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bú kàn 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22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1923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924" name="组合 63"/>
          <p:cNvGrpSpPr/>
          <p:nvPr/>
        </p:nvGrpSpPr>
        <p:grpSpPr>
          <a:xfrm>
            <a:off x="1493838" y="2159000"/>
            <a:ext cx="9226550" cy="4195763"/>
            <a:chOff x="1631612" y="1998434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967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31612" y="2105834"/>
              <a:ext cx="7908967" cy="129689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注意 </a:t>
              </a:r>
              <a:r>
                <a:rPr kumimoji="0" lang="en-US" altLang="zh-CN" sz="2000" b="1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ü 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的拼写与实际发音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it. Pay attention to the form and pronunciation of ü. 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435225" y="32750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ü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7813" y="32750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üe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07300" y="32750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ün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81700" y="3275013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üan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82838" y="397510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ju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35425" y="3975100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jue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5188" y="39751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juan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39038" y="3975100"/>
            <a:ext cx="26400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jun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97125" y="473868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qu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5588" y="4738688"/>
            <a:ext cx="31305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que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73763" y="4738688"/>
            <a:ext cx="31305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quan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69200" y="4738688"/>
            <a:ext cx="31289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qun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92363" y="5426075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xu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92575" y="5426075"/>
            <a:ext cx="31289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xue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69000" y="5426075"/>
            <a:ext cx="31305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xuan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12063" y="5426075"/>
            <a:ext cx="31289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GB Pinyinok-D"/>
                <a:ea typeface="GB Pinyinok-D"/>
              </a:rPr>
              <a:t>xun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81941" name="TextBox 2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4. </a:t>
            </a:r>
            <a:r>
              <a:rPr lang="zh-CN" altLang="en-US" b="1" dirty="0">
                <a:latin typeface="宋体" panose="02010600030101010101" pitchFamily="2" charset="-122"/>
              </a:rPr>
              <a:t>拼音规则（</a:t>
            </a:r>
            <a:r>
              <a:rPr lang="en-US" altLang="zh-CN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）：</a:t>
            </a:r>
            <a:r>
              <a:rPr lang="en-US" altLang="zh-CN" sz="1800" dirty="0">
                <a:latin typeface="宋体" panose="02010600030101010101" pitchFamily="2" charset="-122"/>
              </a:rPr>
              <a:t>Rules of </a:t>
            </a:r>
            <a:r>
              <a:rPr lang="en-US" altLang="zh-CN" sz="1800" i="1" dirty="0">
                <a:latin typeface="宋体" panose="02010600030101010101" pitchFamily="2" charset="-122"/>
              </a:rPr>
              <a:t>Pinyin</a:t>
            </a:r>
            <a:r>
              <a:rPr lang="en-US" altLang="zh-CN" sz="1800" dirty="0">
                <a:latin typeface="宋体" panose="02010600030101010101" pitchFamily="2" charset="-122"/>
              </a:rPr>
              <a:t>(2)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7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3971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汉字的笔画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 of Chinese Characters(3)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993506"/>
              </p:ext>
            </p:extLst>
          </p:nvPr>
        </p:nvGraphicFramePr>
        <p:xfrm>
          <a:off x="747713" y="1651000"/>
          <a:ext cx="10945812" cy="38735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97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笔画名称 </a:t>
                      </a:r>
                      <a:r>
                        <a:rPr lang="en-US" altLang="zh-CN" sz="2400" b="1" i="0" dirty="0">
                          <a:latin typeface="Bradley Hand ITC" panose="03070402050302030203" pitchFamily="66" charset="0"/>
                        </a:rPr>
                        <a:t>Stroke</a:t>
                      </a:r>
                      <a:endParaRPr lang="zh-CN" altLang="en-US" sz="2400" b="1" i="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运笔方向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Direction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lang="en-US" altLang="zh-CN" sz="2400" baseline="0" dirty="0">
                          <a:latin typeface="Bradley Hand ITC" panose="03070402050302030203" pitchFamily="66" charset="0"/>
                        </a:rPr>
                        <a:t>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24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        </a:t>
                      </a:r>
                      <a:r>
                        <a:rPr lang="zh-CN" altLang="en-US" sz="2400" b="1" baseline="0" dirty="0"/>
                        <a:t>  </a:t>
                      </a:r>
                      <a:r>
                        <a:rPr lang="zh-CN" altLang="en-US" sz="2400" b="1" dirty="0"/>
                        <a:t>横折钩</a:t>
                      </a:r>
                      <a:r>
                        <a:rPr lang="zh-CN" altLang="en-US" sz="2400" dirty="0"/>
                        <a:t>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hénɡzhéɡōu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pPr algn="ctr"/>
                      <a:r>
                        <a:rPr lang="en-US" altLang="zh-CN" sz="2400" dirty="0"/>
                        <a:t>             horizontal-turning-hook</a:t>
                      </a:r>
                      <a:endParaRPr lang="zh-CN" altLang="en-US" sz="2400" dirty="0"/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0" marR="123140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门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</a:t>
                      </a:r>
                      <a:r>
                        <a:rPr lang="en-US" altLang="zh-CN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m</a:t>
                      </a:r>
                      <a:r>
                        <a:rPr lang="en-US" altLang="zh-CN" sz="2400" b="1">
                          <a:latin typeface="GB Pinyinok-D" pitchFamily="2" charset="-122"/>
                          <a:ea typeface="GB Pinyinok-D" pitchFamily="2" charset="-122"/>
                        </a:rPr>
                        <a:t>én</a:t>
                      </a:r>
                      <a:r>
                        <a:rPr lang="en-US" altLang="zh-CN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door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月     </a:t>
                      </a:r>
                      <a:r>
                        <a:rPr lang="en-US" altLang="zh-CN" sz="24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yuè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moon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/>
                        <a:t>                卧钩   </a:t>
                      </a:r>
                      <a:r>
                        <a:rPr lang="zh-CN" altLang="en-US" sz="2400" b="0" baseline="0" dirty="0"/>
                        <a:t>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wòɡōu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pPr algn="l"/>
                      <a:r>
                        <a:rPr lang="en-US" altLang="zh-CN" sz="2400" b="0" dirty="0">
                          <a:latin typeface="+mn-lt"/>
                          <a:ea typeface="GB Pinyinok-D" pitchFamily="2" charset="-122"/>
                        </a:rPr>
                        <a:t>                 lying hook</a:t>
                      </a:r>
                      <a:endParaRPr lang="zh-CN" altLang="en-US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0" marR="123140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心 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xīn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dirty="0"/>
                        <a:t>heart</a:t>
                      </a:r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您     </a:t>
                      </a:r>
                      <a:r>
                        <a:rPr lang="en-US" altLang="zh-CN" sz="2400" b="1" baseline="0" dirty="0" err="1">
                          <a:latin typeface="GB Pinyinok-D" pitchFamily="2" charset="-122"/>
                          <a:ea typeface="GB Pinyinok-D" pitchFamily="2" charset="-122"/>
                        </a:rPr>
                        <a:t>nín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i="1" baseline="0" dirty="0"/>
                        <a:t>(polite)</a:t>
                      </a:r>
                      <a:r>
                        <a:rPr lang="en-US" altLang="zh-CN" sz="2400" baseline="0" dirty="0"/>
                        <a:t>you</a:t>
                      </a:r>
                      <a:endParaRPr lang="zh-CN" altLang="en-US" sz="2400" dirty="0"/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3991" name="Freeform 64"/>
          <p:cNvSpPr/>
          <p:nvPr/>
        </p:nvSpPr>
        <p:spPr>
          <a:xfrm>
            <a:off x="1125538" y="2563813"/>
            <a:ext cx="287337" cy="539750"/>
          </a:xfrm>
          <a:custGeom>
            <a:avLst/>
            <a:gdLst>
              <a:gd name="txL" fmla="*/ 0 w 459"/>
              <a:gd name="txT" fmla="*/ 0 h 760"/>
              <a:gd name="txR" fmla="*/ 459 w 459"/>
              <a:gd name="txB" fmla="*/ 760 h 76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59" h="760">
                <a:moveTo>
                  <a:pt x="269" y="665"/>
                </a:moveTo>
                <a:lnTo>
                  <a:pt x="253" y="655"/>
                </a:lnTo>
                <a:lnTo>
                  <a:pt x="242" y="650"/>
                </a:lnTo>
                <a:lnTo>
                  <a:pt x="232" y="644"/>
                </a:lnTo>
                <a:lnTo>
                  <a:pt x="221" y="639"/>
                </a:lnTo>
                <a:lnTo>
                  <a:pt x="216" y="634"/>
                </a:lnTo>
                <a:lnTo>
                  <a:pt x="211" y="628"/>
                </a:lnTo>
                <a:lnTo>
                  <a:pt x="206" y="628"/>
                </a:lnTo>
                <a:lnTo>
                  <a:pt x="206" y="623"/>
                </a:lnTo>
                <a:lnTo>
                  <a:pt x="211" y="623"/>
                </a:lnTo>
                <a:lnTo>
                  <a:pt x="216" y="623"/>
                </a:lnTo>
                <a:lnTo>
                  <a:pt x="221" y="623"/>
                </a:lnTo>
                <a:lnTo>
                  <a:pt x="232" y="623"/>
                </a:lnTo>
                <a:lnTo>
                  <a:pt x="242" y="623"/>
                </a:lnTo>
                <a:lnTo>
                  <a:pt x="253" y="623"/>
                </a:lnTo>
                <a:lnTo>
                  <a:pt x="264" y="623"/>
                </a:lnTo>
                <a:lnTo>
                  <a:pt x="290" y="628"/>
                </a:lnTo>
                <a:lnTo>
                  <a:pt x="306" y="634"/>
                </a:lnTo>
                <a:lnTo>
                  <a:pt x="322" y="634"/>
                </a:lnTo>
                <a:lnTo>
                  <a:pt x="337" y="634"/>
                </a:lnTo>
                <a:lnTo>
                  <a:pt x="343" y="634"/>
                </a:lnTo>
                <a:lnTo>
                  <a:pt x="348" y="628"/>
                </a:lnTo>
                <a:lnTo>
                  <a:pt x="359" y="623"/>
                </a:lnTo>
                <a:lnTo>
                  <a:pt x="359" y="613"/>
                </a:lnTo>
                <a:lnTo>
                  <a:pt x="364" y="613"/>
                </a:lnTo>
                <a:lnTo>
                  <a:pt x="364" y="602"/>
                </a:lnTo>
                <a:lnTo>
                  <a:pt x="364" y="591"/>
                </a:lnTo>
                <a:lnTo>
                  <a:pt x="364" y="581"/>
                </a:lnTo>
                <a:lnTo>
                  <a:pt x="364" y="565"/>
                </a:lnTo>
                <a:lnTo>
                  <a:pt x="364" y="549"/>
                </a:lnTo>
                <a:lnTo>
                  <a:pt x="364" y="528"/>
                </a:lnTo>
                <a:lnTo>
                  <a:pt x="364" y="502"/>
                </a:lnTo>
                <a:lnTo>
                  <a:pt x="364" y="454"/>
                </a:lnTo>
                <a:lnTo>
                  <a:pt x="364" y="401"/>
                </a:lnTo>
                <a:lnTo>
                  <a:pt x="364" y="349"/>
                </a:lnTo>
                <a:lnTo>
                  <a:pt x="359" y="296"/>
                </a:lnTo>
                <a:lnTo>
                  <a:pt x="359" y="269"/>
                </a:lnTo>
                <a:lnTo>
                  <a:pt x="359" y="248"/>
                </a:lnTo>
                <a:lnTo>
                  <a:pt x="359" y="227"/>
                </a:lnTo>
                <a:lnTo>
                  <a:pt x="359" y="206"/>
                </a:lnTo>
                <a:lnTo>
                  <a:pt x="359" y="190"/>
                </a:lnTo>
                <a:lnTo>
                  <a:pt x="359" y="180"/>
                </a:lnTo>
                <a:lnTo>
                  <a:pt x="353" y="169"/>
                </a:lnTo>
                <a:lnTo>
                  <a:pt x="353" y="164"/>
                </a:lnTo>
                <a:lnTo>
                  <a:pt x="353" y="148"/>
                </a:lnTo>
                <a:lnTo>
                  <a:pt x="353" y="137"/>
                </a:lnTo>
                <a:lnTo>
                  <a:pt x="353" y="121"/>
                </a:lnTo>
                <a:lnTo>
                  <a:pt x="353" y="100"/>
                </a:lnTo>
                <a:lnTo>
                  <a:pt x="348" y="95"/>
                </a:lnTo>
                <a:lnTo>
                  <a:pt x="348" y="84"/>
                </a:lnTo>
                <a:lnTo>
                  <a:pt x="343" y="74"/>
                </a:lnTo>
                <a:lnTo>
                  <a:pt x="332" y="63"/>
                </a:lnTo>
                <a:lnTo>
                  <a:pt x="322" y="58"/>
                </a:lnTo>
                <a:lnTo>
                  <a:pt x="316" y="58"/>
                </a:lnTo>
                <a:lnTo>
                  <a:pt x="311" y="58"/>
                </a:lnTo>
                <a:lnTo>
                  <a:pt x="306" y="58"/>
                </a:lnTo>
                <a:lnTo>
                  <a:pt x="295" y="58"/>
                </a:lnTo>
                <a:lnTo>
                  <a:pt x="285" y="58"/>
                </a:lnTo>
                <a:lnTo>
                  <a:pt x="269" y="58"/>
                </a:lnTo>
                <a:lnTo>
                  <a:pt x="253" y="58"/>
                </a:lnTo>
                <a:lnTo>
                  <a:pt x="232" y="58"/>
                </a:lnTo>
                <a:lnTo>
                  <a:pt x="211" y="63"/>
                </a:lnTo>
                <a:lnTo>
                  <a:pt x="184" y="63"/>
                </a:lnTo>
                <a:lnTo>
                  <a:pt x="163" y="69"/>
                </a:lnTo>
                <a:lnTo>
                  <a:pt x="132" y="69"/>
                </a:lnTo>
                <a:lnTo>
                  <a:pt x="100" y="74"/>
                </a:lnTo>
                <a:lnTo>
                  <a:pt x="68" y="79"/>
                </a:lnTo>
                <a:lnTo>
                  <a:pt x="37" y="84"/>
                </a:lnTo>
                <a:lnTo>
                  <a:pt x="0" y="90"/>
                </a:lnTo>
                <a:lnTo>
                  <a:pt x="0" y="53"/>
                </a:lnTo>
                <a:lnTo>
                  <a:pt x="10" y="53"/>
                </a:lnTo>
                <a:lnTo>
                  <a:pt x="26" y="53"/>
                </a:lnTo>
                <a:lnTo>
                  <a:pt x="47" y="53"/>
                </a:lnTo>
                <a:lnTo>
                  <a:pt x="63" y="48"/>
                </a:lnTo>
                <a:lnTo>
                  <a:pt x="90" y="48"/>
                </a:lnTo>
                <a:lnTo>
                  <a:pt x="111" y="42"/>
                </a:lnTo>
                <a:lnTo>
                  <a:pt x="142" y="42"/>
                </a:lnTo>
                <a:lnTo>
                  <a:pt x="169" y="37"/>
                </a:lnTo>
                <a:lnTo>
                  <a:pt x="200" y="32"/>
                </a:lnTo>
                <a:lnTo>
                  <a:pt x="221" y="32"/>
                </a:lnTo>
                <a:lnTo>
                  <a:pt x="242" y="26"/>
                </a:lnTo>
                <a:lnTo>
                  <a:pt x="264" y="21"/>
                </a:lnTo>
                <a:lnTo>
                  <a:pt x="279" y="21"/>
                </a:lnTo>
                <a:lnTo>
                  <a:pt x="290" y="16"/>
                </a:lnTo>
                <a:lnTo>
                  <a:pt x="301" y="16"/>
                </a:lnTo>
                <a:lnTo>
                  <a:pt x="306" y="11"/>
                </a:lnTo>
                <a:lnTo>
                  <a:pt x="311" y="11"/>
                </a:lnTo>
                <a:lnTo>
                  <a:pt x="316" y="5"/>
                </a:lnTo>
                <a:lnTo>
                  <a:pt x="327" y="5"/>
                </a:lnTo>
                <a:lnTo>
                  <a:pt x="337" y="0"/>
                </a:lnTo>
                <a:lnTo>
                  <a:pt x="348" y="5"/>
                </a:lnTo>
                <a:lnTo>
                  <a:pt x="364" y="5"/>
                </a:lnTo>
                <a:lnTo>
                  <a:pt x="385" y="16"/>
                </a:lnTo>
                <a:lnTo>
                  <a:pt x="406" y="21"/>
                </a:lnTo>
                <a:lnTo>
                  <a:pt x="422" y="26"/>
                </a:lnTo>
                <a:lnTo>
                  <a:pt x="432" y="32"/>
                </a:lnTo>
                <a:lnTo>
                  <a:pt x="438" y="37"/>
                </a:lnTo>
                <a:lnTo>
                  <a:pt x="443" y="42"/>
                </a:lnTo>
                <a:lnTo>
                  <a:pt x="448" y="48"/>
                </a:lnTo>
                <a:lnTo>
                  <a:pt x="453" y="48"/>
                </a:lnTo>
                <a:lnTo>
                  <a:pt x="453" y="53"/>
                </a:lnTo>
                <a:lnTo>
                  <a:pt x="459" y="53"/>
                </a:lnTo>
                <a:lnTo>
                  <a:pt x="453" y="58"/>
                </a:lnTo>
                <a:lnTo>
                  <a:pt x="453" y="63"/>
                </a:lnTo>
                <a:lnTo>
                  <a:pt x="448" y="69"/>
                </a:lnTo>
                <a:lnTo>
                  <a:pt x="443" y="74"/>
                </a:lnTo>
                <a:lnTo>
                  <a:pt x="438" y="74"/>
                </a:lnTo>
                <a:lnTo>
                  <a:pt x="432" y="84"/>
                </a:lnTo>
                <a:lnTo>
                  <a:pt x="432" y="90"/>
                </a:lnTo>
                <a:lnTo>
                  <a:pt x="427" y="106"/>
                </a:lnTo>
                <a:lnTo>
                  <a:pt x="427" y="121"/>
                </a:lnTo>
                <a:lnTo>
                  <a:pt x="427" y="137"/>
                </a:lnTo>
                <a:lnTo>
                  <a:pt x="427" y="158"/>
                </a:lnTo>
                <a:lnTo>
                  <a:pt x="427" y="185"/>
                </a:lnTo>
                <a:lnTo>
                  <a:pt x="427" y="206"/>
                </a:lnTo>
                <a:lnTo>
                  <a:pt x="432" y="232"/>
                </a:lnTo>
                <a:lnTo>
                  <a:pt x="432" y="264"/>
                </a:lnTo>
                <a:lnTo>
                  <a:pt x="432" y="290"/>
                </a:lnTo>
                <a:lnTo>
                  <a:pt x="438" y="322"/>
                </a:lnTo>
                <a:lnTo>
                  <a:pt x="438" y="354"/>
                </a:lnTo>
                <a:lnTo>
                  <a:pt x="438" y="386"/>
                </a:lnTo>
                <a:lnTo>
                  <a:pt x="443" y="417"/>
                </a:lnTo>
                <a:lnTo>
                  <a:pt x="443" y="454"/>
                </a:lnTo>
                <a:lnTo>
                  <a:pt x="443" y="486"/>
                </a:lnTo>
                <a:lnTo>
                  <a:pt x="443" y="512"/>
                </a:lnTo>
                <a:lnTo>
                  <a:pt x="443" y="539"/>
                </a:lnTo>
                <a:lnTo>
                  <a:pt x="443" y="565"/>
                </a:lnTo>
                <a:lnTo>
                  <a:pt x="443" y="586"/>
                </a:lnTo>
                <a:lnTo>
                  <a:pt x="443" y="607"/>
                </a:lnTo>
                <a:lnTo>
                  <a:pt x="443" y="628"/>
                </a:lnTo>
                <a:lnTo>
                  <a:pt x="438" y="644"/>
                </a:lnTo>
                <a:lnTo>
                  <a:pt x="438" y="660"/>
                </a:lnTo>
                <a:lnTo>
                  <a:pt x="432" y="676"/>
                </a:lnTo>
                <a:lnTo>
                  <a:pt x="427" y="692"/>
                </a:lnTo>
                <a:lnTo>
                  <a:pt x="422" y="702"/>
                </a:lnTo>
                <a:lnTo>
                  <a:pt x="417" y="713"/>
                </a:lnTo>
                <a:lnTo>
                  <a:pt x="411" y="723"/>
                </a:lnTo>
                <a:lnTo>
                  <a:pt x="406" y="734"/>
                </a:lnTo>
                <a:lnTo>
                  <a:pt x="395" y="745"/>
                </a:lnTo>
                <a:lnTo>
                  <a:pt x="385" y="755"/>
                </a:lnTo>
                <a:lnTo>
                  <a:pt x="374" y="760"/>
                </a:lnTo>
                <a:lnTo>
                  <a:pt x="364" y="760"/>
                </a:lnTo>
                <a:lnTo>
                  <a:pt x="359" y="755"/>
                </a:lnTo>
                <a:lnTo>
                  <a:pt x="348" y="750"/>
                </a:lnTo>
                <a:lnTo>
                  <a:pt x="343" y="739"/>
                </a:lnTo>
                <a:lnTo>
                  <a:pt x="343" y="734"/>
                </a:lnTo>
                <a:lnTo>
                  <a:pt x="343" y="723"/>
                </a:lnTo>
                <a:lnTo>
                  <a:pt x="337" y="718"/>
                </a:lnTo>
                <a:lnTo>
                  <a:pt x="332" y="713"/>
                </a:lnTo>
                <a:lnTo>
                  <a:pt x="327" y="702"/>
                </a:lnTo>
                <a:lnTo>
                  <a:pt x="322" y="697"/>
                </a:lnTo>
                <a:lnTo>
                  <a:pt x="311" y="687"/>
                </a:lnTo>
                <a:lnTo>
                  <a:pt x="301" y="681"/>
                </a:lnTo>
                <a:lnTo>
                  <a:pt x="285" y="671"/>
                </a:lnTo>
                <a:lnTo>
                  <a:pt x="269" y="665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992" name="Freeform 76"/>
          <p:cNvSpPr/>
          <p:nvPr/>
        </p:nvSpPr>
        <p:spPr>
          <a:xfrm>
            <a:off x="1123950" y="4435475"/>
            <a:ext cx="468313" cy="287338"/>
          </a:xfrm>
          <a:custGeom>
            <a:avLst/>
            <a:gdLst>
              <a:gd name="txL" fmla="*/ 0 w 528"/>
              <a:gd name="txT" fmla="*/ 0 h 474"/>
              <a:gd name="txR" fmla="*/ 528 w 528"/>
              <a:gd name="txB" fmla="*/ 474 h 47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28" h="474">
                <a:moveTo>
                  <a:pt x="100" y="348"/>
                </a:moveTo>
                <a:lnTo>
                  <a:pt x="85" y="316"/>
                </a:lnTo>
                <a:lnTo>
                  <a:pt x="69" y="285"/>
                </a:lnTo>
                <a:lnTo>
                  <a:pt x="53" y="253"/>
                </a:lnTo>
                <a:lnTo>
                  <a:pt x="42" y="216"/>
                </a:lnTo>
                <a:lnTo>
                  <a:pt x="32" y="185"/>
                </a:lnTo>
                <a:lnTo>
                  <a:pt x="21" y="148"/>
                </a:lnTo>
                <a:lnTo>
                  <a:pt x="16" y="111"/>
                </a:lnTo>
                <a:lnTo>
                  <a:pt x="5" y="74"/>
                </a:lnTo>
                <a:lnTo>
                  <a:pt x="5" y="58"/>
                </a:lnTo>
                <a:lnTo>
                  <a:pt x="0" y="43"/>
                </a:lnTo>
                <a:lnTo>
                  <a:pt x="0" y="32"/>
                </a:lnTo>
                <a:lnTo>
                  <a:pt x="0" y="21"/>
                </a:lnTo>
                <a:lnTo>
                  <a:pt x="0" y="11"/>
                </a:lnTo>
                <a:lnTo>
                  <a:pt x="0" y="6"/>
                </a:lnTo>
                <a:lnTo>
                  <a:pt x="5" y="0"/>
                </a:lnTo>
                <a:lnTo>
                  <a:pt x="5" y="6"/>
                </a:lnTo>
                <a:lnTo>
                  <a:pt x="11" y="6"/>
                </a:lnTo>
                <a:lnTo>
                  <a:pt x="11" y="11"/>
                </a:lnTo>
                <a:lnTo>
                  <a:pt x="16" y="16"/>
                </a:lnTo>
                <a:lnTo>
                  <a:pt x="16" y="21"/>
                </a:lnTo>
                <a:lnTo>
                  <a:pt x="21" y="32"/>
                </a:lnTo>
                <a:lnTo>
                  <a:pt x="21" y="37"/>
                </a:lnTo>
                <a:lnTo>
                  <a:pt x="27" y="48"/>
                </a:lnTo>
                <a:lnTo>
                  <a:pt x="27" y="58"/>
                </a:lnTo>
                <a:lnTo>
                  <a:pt x="32" y="69"/>
                </a:lnTo>
                <a:lnTo>
                  <a:pt x="37" y="85"/>
                </a:lnTo>
                <a:lnTo>
                  <a:pt x="48" y="101"/>
                </a:lnTo>
                <a:lnTo>
                  <a:pt x="53" y="122"/>
                </a:lnTo>
                <a:lnTo>
                  <a:pt x="63" y="143"/>
                </a:lnTo>
                <a:lnTo>
                  <a:pt x="74" y="164"/>
                </a:lnTo>
                <a:lnTo>
                  <a:pt x="85" y="190"/>
                </a:lnTo>
                <a:lnTo>
                  <a:pt x="90" y="211"/>
                </a:lnTo>
                <a:lnTo>
                  <a:pt x="100" y="232"/>
                </a:lnTo>
                <a:lnTo>
                  <a:pt x="111" y="248"/>
                </a:lnTo>
                <a:lnTo>
                  <a:pt x="122" y="264"/>
                </a:lnTo>
                <a:lnTo>
                  <a:pt x="137" y="280"/>
                </a:lnTo>
                <a:lnTo>
                  <a:pt x="148" y="295"/>
                </a:lnTo>
                <a:lnTo>
                  <a:pt x="159" y="306"/>
                </a:lnTo>
                <a:lnTo>
                  <a:pt x="185" y="327"/>
                </a:lnTo>
                <a:lnTo>
                  <a:pt x="196" y="332"/>
                </a:lnTo>
                <a:lnTo>
                  <a:pt x="206" y="343"/>
                </a:lnTo>
                <a:lnTo>
                  <a:pt x="222" y="348"/>
                </a:lnTo>
                <a:lnTo>
                  <a:pt x="232" y="353"/>
                </a:lnTo>
                <a:lnTo>
                  <a:pt x="248" y="359"/>
                </a:lnTo>
                <a:lnTo>
                  <a:pt x="259" y="364"/>
                </a:lnTo>
                <a:lnTo>
                  <a:pt x="275" y="369"/>
                </a:lnTo>
                <a:lnTo>
                  <a:pt x="285" y="369"/>
                </a:lnTo>
                <a:lnTo>
                  <a:pt x="296" y="369"/>
                </a:lnTo>
                <a:lnTo>
                  <a:pt x="306" y="374"/>
                </a:lnTo>
                <a:lnTo>
                  <a:pt x="333" y="374"/>
                </a:lnTo>
                <a:lnTo>
                  <a:pt x="359" y="369"/>
                </a:lnTo>
                <a:lnTo>
                  <a:pt x="370" y="364"/>
                </a:lnTo>
                <a:lnTo>
                  <a:pt x="380" y="364"/>
                </a:lnTo>
                <a:lnTo>
                  <a:pt x="386" y="359"/>
                </a:lnTo>
                <a:lnTo>
                  <a:pt x="396" y="359"/>
                </a:lnTo>
                <a:lnTo>
                  <a:pt x="401" y="353"/>
                </a:lnTo>
                <a:lnTo>
                  <a:pt x="401" y="348"/>
                </a:lnTo>
                <a:lnTo>
                  <a:pt x="407" y="343"/>
                </a:lnTo>
                <a:lnTo>
                  <a:pt x="407" y="338"/>
                </a:lnTo>
                <a:lnTo>
                  <a:pt x="407" y="327"/>
                </a:lnTo>
                <a:lnTo>
                  <a:pt x="401" y="316"/>
                </a:lnTo>
                <a:lnTo>
                  <a:pt x="401" y="301"/>
                </a:lnTo>
                <a:lnTo>
                  <a:pt x="396" y="285"/>
                </a:lnTo>
                <a:lnTo>
                  <a:pt x="391" y="264"/>
                </a:lnTo>
                <a:lnTo>
                  <a:pt x="386" y="237"/>
                </a:lnTo>
                <a:lnTo>
                  <a:pt x="375" y="211"/>
                </a:lnTo>
                <a:lnTo>
                  <a:pt x="370" y="185"/>
                </a:lnTo>
                <a:lnTo>
                  <a:pt x="359" y="164"/>
                </a:lnTo>
                <a:lnTo>
                  <a:pt x="354" y="143"/>
                </a:lnTo>
                <a:lnTo>
                  <a:pt x="349" y="127"/>
                </a:lnTo>
                <a:lnTo>
                  <a:pt x="349" y="111"/>
                </a:lnTo>
                <a:lnTo>
                  <a:pt x="349" y="106"/>
                </a:lnTo>
                <a:lnTo>
                  <a:pt x="349" y="95"/>
                </a:lnTo>
                <a:lnTo>
                  <a:pt x="354" y="95"/>
                </a:lnTo>
                <a:lnTo>
                  <a:pt x="359" y="101"/>
                </a:lnTo>
                <a:lnTo>
                  <a:pt x="364" y="111"/>
                </a:lnTo>
                <a:lnTo>
                  <a:pt x="370" y="122"/>
                </a:lnTo>
                <a:lnTo>
                  <a:pt x="380" y="137"/>
                </a:lnTo>
                <a:lnTo>
                  <a:pt x="391" y="153"/>
                </a:lnTo>
                <a:lnTo>
                  <a:pt x="401" y="174"/>
                </a:lnTo>
                <a:lnTo>
                  <a:pt x="417" y="201"/>
                </a:lnTo>
                <a:lnTo>
                  <a:pt x="428" y="227"/>
                </a:lnTo>
                <a:lnTo>
                  <a:pt x="438" y="248"/>
                </a:lnTo>
                <a:lnTo>
                  <a:pt x="454" y="269"/>
                </a:lnTo>
                <a:lnTo>
                  <a:pt x="465" y="285"/>
                </a:lnTo>
                <a:lnTo>
                  <a:pt x="475" y="301"/>
                </a:lnTo>
                <a:lnTo>
                  <a:pt x="481" y="311"/>
                </a:lnTo>
                <a:lnTo>
                  <a:pt x="491" y="322"/>
                </a:lnTo>
                <a:lnTo>
                  <a:pt x="497" y="327"/>
                </a:lnTo>
                <a:lnTo>
                  <a:pt x="507" y="332"/>
                </a:lnTo>
                <a:lnTo>
                  <a:pt x="512" y="343"/>
                </a:lnTo>
                <a:lnTo>
                  <a:pt x="518" y="353"/>
                </a:lnTo>
                <a:lnTo>
                  <a:pt x="523" y="364"/>
                </a:lnTo>
                <a:lnTo>
                  <a:pt x="528" y="374"/>
                </a:lnTo>
                <a:lnTo>
                  <a:pt x="528" y="385"/>
                </a:lnTo>
                <a:lnTo>
                  <a:pt x="523" y="395"/>
                </a:lnTo>
                <a:lnTo>
                  <a:pt x="512" y="411"/>
                </a:lnTo>
                <a:lnTo>
                  <a:pt x="507" y="417"/>
                </a:lnTo>
                <a:lnTo>
                  <a:pt x="502" y="422"/>
                </a:lnTo>
                <a:lnTo>
                  <a:pt x="497" y="427"/>
                </a:lnTo>
                <a:lnTo>
                  <a:pt x="486" y="432"/>
                </a:lnTo>
                <a:lnTo>
                  <a:pt x="475" y="443"/>
                </a:lnTo>
                <a:lnTo>
                  <a:pt x="465" y="448"/>
                </a:lnTo>
                <a:lnTo>
                  <a:pt x="454" y="453"/>
                </a:lnTo>
                <a:lnTo>
                  <a:pt x="438" y="459"/>
                </a:lnTo>
                <a:lnTo>
                  <a:pt x="423" y="464"/>
                </a:lnTo>
                <a:lnTo>
                  <a:pt x="407" y="469"/>
                </a:lnTo>
                <a:lnTo>
                  <a:pt x="391" y="469"/>
                </a:lnTo>
                <a:lnTo>
                  <a:pt x="375" y="474"/>
                </a:lnTo>
                <a:lnTo>
                  <a:pt x="359" y="474"/>
                </a:lnTo>
                <a:lnTo>
                  <a:pt x="349" y="474"/>
                </a:lnTo>
                <a:lnTo>
                  <a:pt x="317" y="474"/>
                </a:lnTo>
                <a:lnTo>
                  <a:pt x="291" y="474"/>
                </a:lnTo>
                <a:lnTo>
                  <a:pt x="264" y="469"/>
                </a:lnTo>
                <a:lnTo>
                  <a:pt x="238" y="459"/>
                </a:lnTo>
                <a:lnTo>
                  <a:pt x="227" y="453"/>
                </a:lnTo>
                <a:lnTo>
                  <a:pt x="211" y="448"/>
                </a:lnTo>
                <a:lnTo>
                  <a:pt x="201" y="443"/>
                </a:lnTo>
                <a:lnTo>
                  <a:pt x="190" y="432"/>
                </a:lnTo>
                <a:lnTo>
                  <a:pt x="174" y="427"/>
                </a:lnTo>
                <a:lnTo>
                  <a:pt x="164" y="417"/>
                </a:lnTo>
                <a:lnTo>
                  <a:pt x="153" y="406"/>
                </a:lnTo>
                <a:lnTo>
                  <a:pt x="143" y="395"/>
                </a:lnTo>
                <a:lnTo>
                  <a:pt x="132" y="385"/>
                </a:lnTo>
                <a:lnTo>
                  <a:pt x="122" y="374"/>
                </a:lnTo>
                <a:lnTo>
                  <a:pt x="111" y="359"/>
                </a:lnTo>
                <a:lnTo>
                  <a:pt x="100" y="348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76"/>
          <p:cNvSpPr/>
          <p:nvPr/>
        </p:nvSpPr>
        <p:spPr>
          <a:xfrm>
            <a:off x="6407150" y="4475163"/>
            <a:ext cx="323850" cy="288925"/>
          </a:xfrm>
          <a:custGeom>
            <a:avLst/>
            <a:gdLst>
              <a:gd name="txL" fmla="*/ 0 w 10000"/>
              <a:gd name="txT" fmla="*/ 0 h 9669"/>
              <a:gd name="txR" fmla="*/ 10000 w 10000"/>
              <a:gd name="txB" fmla="*/ 9669 h 966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9669">
                <a:moveTo>
                  <a:pt x="2905" y="8602"/>
                </a:moveTo>
                <a:lnTo>
                  <a:pt x="3239" y="8265"/>
                </a:lnTo>
                <a:lnTo>
                  <a:pt x="3239" y="7735"/>
                </a:lnTo>
                <a:lnTo>
                  <a:pt x="2905" y="7368"/>
                </a:lnTo>
                <a:lnTo>
                  <a:pt x="2905" y="6865"/>
                </a:lnTo>
                <a:cubicBezTo>
                  <a:pt x="2817" y="6691"/>
                  <a:pt x="2726" y="6513"/>
                  <a:pt x="2625" y="6335"/>
                </a:cubicBezTo>
                <a:cubicBezTo>
                  <a:pt x="2536" y="6102"/>
                  <a:pt x="2444" y="5866"/>
                  <a:pt x="2349" y="5636"/>
                </a:cubicBezTo>
                <a:cubicBezTo>
                  <a:pt x="2255" y="5337"/>
                  <a:pt x="2164" y="5037"/>
                  <a:pt x="2067" y="4733"/>
                </a:cubicBezTo>
                <a:cubicBezTo>
                  <a:pt x="1866" y="4442"/>
                  <a:pt x="1662" y="4154"/>
                  <a:pt x="1454" y="3863"/>
                </a:cubicBezTo>
                <a:cubicBezTo>
                  <a:pt x="1361" y="3574"/>
                  <a:pt x="1270" y="3290"/>
                  <a:pt x="1173" y="3000"/>
                </a:cubicBezTo>
                <a:lnTo>
                  <a:pt x="561" y="2300"/>
                </a:lnTo>
                <a:cubicBezTo>
                  <a:pt x="467" y="2065"/>
                  <a:pt x="382" y="1832"/>
                  <a:pt x="284" y="1601"/>
                </a:cubicBezTo>
                <a:cubicBezTo>
                  <a:pt x="185" y="1423"/>
                  <a:pt x="99" y="1246"/>
                  <a:pt x="0" y="1066"/>
                </a:cubicBezTo>
                <a:lnTo>
                  <a:pt x="0" y="533"/>
                </a:lnTo>
                <a:lnTo>
                  <a:pt x="0" y="366"/>
                </a:lnTo>
                <a:lnTo>
                  <a:pt x="0" y="0"/>
                </a:lnTo>
                <a:lnTo>
                  <a:pt x="284" y="0"/>
                </a:lnTo>
                <a:cubicBezTo>
                  <a:pt x="382" y="67"/>
                  <a:pt x="466" y="133"/>
                  <a:pt x="561" y="198"/>
                </a:cubicBezTo>
                <a:cubicBezTo>
                  <a:pt x="660" y="309"/>
                  <a:pt x="747" y="426"/>
                  <a:pt x="841" y="533"/>
                </a:cubicBezTo>
                <a:cubicBezTo>
                  <a:pt x="952" y="655"/>
                  <a:pt x="1069" y="777"/>
                  <a:pt x="1173" y="898"/>
                </a:cubicBezTo>
                <a:lnTo>
                  <a:pt x="1734" y="1402"/>
                </a:lnTo>
                <a:cubicBezTo>
                  <a:pt x="1939" y="1576"/>
                  <a:pt x="2143" y="1753"/>
                  <a:pt x="2349" y="1937"/>
                </a:cubicBezTo>
                <a:cubicBezTo>
                  <a:pt x="2536" y="2170"/>
                  <a:pt x="2726" y="2400"/>
                  <a:pt x="2905" y="2632"/>
                </a:cubicBezTo>
                <a:lnTo>
                  <a:pt x="3798" y="3535"/>
                </a:lnTo>
                <a:lnTo>
                  <a:pt x="4414" y="4398"/>
                </a:lnTo>
                <a:cubicBezTo>
                  <a:pt x="4605" y="4633"/>
                  <a:pt x="4790" y="4866"/>
                  <a:pt x="4976" y="5102"/>
                </a:cubicBezTo>
                <a:lnTo>
                  <a:pt x="5870" y="5800"/>
                </a:lnTo>
                <a:cubicBezTo>
                  <a:pt x="6068" y="5977"/>
                  <a:pt x="6276" y="6160"/>
                  <a:pt x="6486" y="6335"/>
                </a:cubicBezTo>
                <a:cubicBezTo>
                  <a:pt x="6664" y="6512"/>
                  <a:pt x="6854" y="6690"/>
                  <a:pt x="7038" y="6865"/>
                </a:cubicBezTo>
                <a:lnTo>
                  <a:pt x="7380" y="7202"/>
                </a:lnTo>
                <a:cubicBezTo>
                  <a:pt x="7563" y="7321"/>
                  <a:pt x="7740" y="7447"/>
                  <a:pt x="7935" y="7569"/>
                </a:cubicBezTo>
                <a:cubicBezTo>
                  <a:pt x="8044" y="7621"/>
                  <a:pt x="8150" y="7679"/>
                  <a:pt x="8268" y="7735"/>
                </a:cubicBezTo>
                <a:lnTo>
                  <a:pt x="8825" y="7898"/>
                </a:lnTo>
                <a:cubicBezTo>
                  <a:pt x="8924" y="8024"/>
                  <a:pt x="9014" y="8142"/>
                  <a:pt x="9103" y="8265"/>
                </a:cubicBezTo>
                <a:cubicBezTo>
                  <a:pt x="9214" y="8378"/>
                  <a:pt x="9334" y="8487"/>
                  <a:pt x="9443" y="8602"/>
                </a:cubicBezTo>
                <a:cubicBezTo>
                  <a:pt x="9532" y="8722"/>
                  <a:pt x="9633" y="8844"/>
                  <a:pt x="9720" y="8966"/>
                </a:cubicBezTo>
                <a:lnTo>
                  <a:pt x="10000" y="9298"/>
                </a:lnTo>
                <a:lnTo>
                  <a:pt x="10000" y="9669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76"/>
          <p:cNvSpPr/>
          <p:nvPr/>
        </p:nvSpPr>
        <p:spPr>
          <a:xfrm>
            <a:off x="6067425" y="4703763"/>
            <a:ext cx="647700" cy="142875"/>
          </a:xfrm>
          <a:custGeom>
            <a:avLst/>
            <a:gdLst>
              <a:gd name="txL" fmla="*/ 0 w 9550"/>
              <a:gd name="txT" fmla="*/ 0 h 10000"/>
              <a:gd name="txR" fmla="*/ 9550 w 955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9550" h="10000">
                <a:moveTo>
                  <a:pt x="1639" y="871"/>
                </a:moveTo>
                <a:lnTo>
                  <a:pt x="1951" y="1255"/>
                </a:lnTo>
                <a:lnTo>
                  <a:pt x="2402" y="1661"/>
                </a:lnTo>
                <a:lnTo>
                  <a:pt x="2687" y="1661"/>
                </a:lnTo>
                <a:lnTo>
                  <a:pt x="2997" y="1661"/>
                </a:lnTo>
                <a:lnTo>
                  <a:pt x="3281" y="2061"/>
                </a:lnTo>
                <a:lnTo>
                  <a:pt x="4042" y="2061"/>
                </a:lnTo>
                <a:lnTo>
                  <a:pt x="4776" y="1661"/>
                </a:lnTo>
                <a:lnTo>
                  <a:pt x="5085" y="1255"/>
                </a:lnTo>
                <a:lnTo>
                  <a:pt x="5369" y="1255"/>
                </a:lnTo>
                <a:cubicBezTo>
                  <a:pt x="5425" y="1137"/>
                  <a:pt x="5483" y="1005"/>
                  <a:pt x="5538" y="871"/>
                </a:cubicBezTo>
                <a:lnTo>
                  <a:pt x="5820" y="871"/>
                </a:lnTo>
                <a:cubicBezTo>
                  <a:pt x="5871" y="712"/>
                  <a:pt x="5917" y="544"/>
                  <a:pt x="5961" y="388"/>
                </a:cubicBezTo>
                <a:lnTo>
                  <a:pt x="5961" y="0"/>
                </a:lnTo>
                <a:cubicBezTo>
                  <a:pt x="6561" y="276"/>
                  <a:pt x="8951" y="1578"/>
                  <a:pt x="9550" y="2061"/>
                </a:cubicBezTo>
                <a:lnTo>
                  <a:pt x="9550" y="2941"/>
                </a:lnTo>
                <a:cubicBezTo>
                  <a:pt x="9504" y="3195"/>
                  <a:pt x="9456" y="3462"/>
                  <a:pt x="9409" y="3729"/>
                </a:cubicBezTo>
                <a:cubicBezTo>
                  <a:pt x="9304" y="4151"/>
                  <a:pt x="9200" y="4575"/>
                  <a:pt x="9096" y="4998"/>
                </a:cubicBezTo>
                <a:cubicBezTo>
                  <a:pt x="9052" y="5159"/>
                  <a:pt x="9005" y="5322"/>
                  <a:pt x="8955" y="5475"/>
                </a:cubicBezTo>
                <a:cubicBezTo>
                  <a:pt x="8910" y="5606"/>
                  <a:pt x="8862" y="5738"/>
                  <a:pt x="8817" y="5869"/>
                </a:cubicBezTo>
                <a:cubicBezTo>
                  <a:pt x="8771" y="6004"/>
                  <a:pt x="8722" y="6135"/>
                  <a:pt x="8673" y="6265"/>
                </a:cubicBezTo>
                <a:lnTo>
                  <a:pt x="8366" y="6667"/>
                </a:lnTo>
                <a:cubicBezTo>
                  <a:pt x="8258" y="6954"/>
                  <a:pt x="8156" y="7250"/>
                  <a:pt x="8052" y="7538"/>
                </a:cubicBezTo>
                <a:lnTo>
                  <a:pt x="7771" y="7938"/>
                </a:lnTo>
                <a:lnTo>
                  <a:pt x="7461" y="8336"/>
                </a:lnTo>
                <a:lnTo>
                  <a:pt x="7009" y="8807"/>
                </a:lnTo>
                <a:lnTo>
                  <a:pt x="6586" y="9211"/>
                </a:lnTo>
                <a:lnTo>
                  <a:pt x="6131" y="9603"/>
                </a:lnTo>
                <a:lnTo>
                  <a:pt x="5680" y="9603"/>
                </a:lnTo>
                <a:lnTo>
                  <a:pt x="5227" y="10000"/>
                </a:lnTo>
                <a:lnTo>
                  <a:pt x="4776" y="10000"/>
                </a:lnTo>
                <a:lnTo>
                  <a:pt x="4492" y="10000"/>
                </a:lnTo>
                <a:lnTo>
                  <a:pt x="3589" y="10000"/>
                </a:lnTo>
                <a:lnTo>
                  <a:pt x="2855" y="10000"/>
                </a:lnTo>
                <a:lnTo>
                  <a:pt x="2095" y="9603"/>
                </a:lnTo>
                <a:lnTo>
                  <a:pt x="1358" y="8807"/>
                </a:lnTo>
                <a:lnTo>
                  <a:pt x="1048" y="8336"/>
                </a:lnTo>
                <a:lnTo>
                  <a:pt x="595" y="7938"/>
                </a:lnTo>
                <a:lnTo>
                  <a:pt x="315" y="7538"/>
                </a:lnTo>
                <a:cubicBezTo>
                  <a:pt x="210" y="7248"/>
                  <a:pt x="106" y="6957"/>
                  <a:pt x="0" y="6667"/>
                </a:cubicBez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76"/>
          <p:cNvSpPr/>
          <p:nvPr/>
        </p:nvSpPr>
        <p:spPr>
          <a:xfrm>
            <a:off x="5813425" y="4294188"/>
            <a:ext cx="393700" cy="539750"/>
          </a:xfrm>
          <a:custGeom>
            <a:avLst/>
            <a:gdLst>
              <a:gd name="txL" fmla="*/ 0 w 10000"/>
              <a:gd name="txT" fmla="*/ 0 h 9889"/>
              <a:gd name="txR" fmla="*/ 10000 w 10000"/>
              <a:gd name="txB" fmla="*/ 9889 h 988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9889">
                <a:moveTo>
                  <a:pt x="4032" y="7767"/>
                </a:moveTo>
                <a:lnTo>
                  <a:pt x="3427" y="7055"/>
                </a:lnTo>
                <a:lnTo>
                  <a:pt x="2782" y="6362"/>
                </a:lnTo>
                <a:lnTo>
                  <a:pt x="2139" y="5648"/>
                </a:lnTo>
                <a:cubicBezTo>
                  <a:pt x="1988" y="5373"/>
                  <a:pt x="1842" y="5097"/>
                  <a:pt x="1695" y="4821"/>
                </a:cubicBezTo>
                <a:lnTo>
                  <a:pt x="1290" y="4129"/>
                </a:lnTo>
                <a:lnTo>
                  <a:pt x="847" y="3303"/>
                </a:lnTo>
                <a:cubicBezTo>
                  <a:pt x="779" y="3028"/>
                  <a:pt x="713" y="2753"/>
                  <a:pt x="645" y="2478"/>
                </a:cubicBezTo>
                <a:lnTo>
                  <a:pt x="203" y="1652"/>
                </a:lnTo>
                <a:lnTo>
                  <a:pt x="203" y="1295"/>
                </a:lnTo>
                <a:cubicBezTo>
                  <a:pt x="135" y="1184"/>
                  <a:pt x="68" y="1072"/>
                  <a:pt x="0" y="961"/>
                </a:cubicBezTo>
                <a:lnTo>
                  <a:pt x="0" y="714"/>
                </a:lnTo>
                <a:lnTo>
                  <a:pt x="0" y="469"/>
                </a:lnTo>
                <a:lnTo>
                  <a:pt x="0" y="245"/>
                </a:lnTo>
                <a:lnTo>
                  <a:pt x="0" y="134"/>
                </a:lnTo>
                <a:lnTo>
                  <a:pt x="203" y="0"/>
                </a:lnTo>
                <a:lnTo>
                  <a:pt x="203" y="134"/>
                </a:lnTo>
                <a:lnTo>
                  <a:pt x="442" y="134"/>
                </a:lnTo>
                <a:lnTo>
                  <a:pt x="442" y="245"/>
                </a:lnTo>
                <a:lnTo>
                  <a:pt x="645" y="358"/>
                </a:lnTo>
                <a:lnTo>
                  <a:pt x="645" y="469"/>
                </a:lnTo>
                <a:cubicBezTo>
                  <a:pt x="712" y="551"/>
                  <a:pt x="780" y="632"/>
                  <a:pt x="847" y="714"/>
                </a:cubicBezTo>
                <a:lnTo>
                  <a:pt x="847" y="826"/>
                </a:lnTo>
                <a:cubicBezTo>
                  <a:pt x="929" y="908"/>
                  <a:pt x="1009" y="991"/>
                  <a:pt x="1088" y="1072"/>
                </a:cubicBezTo>
                <a:lnTo>
                  <a:pt x="1088" y="1295"/>
                </a:lnTo>
                <a:cubicBezTo>
                  <a:pt x="1157" y="1377"/>
                  <a:pt x="1222" y="1459"/>
                  <a:pt x="1290" y="1540"/>
                </a:cubicBezTo>
                <a:cubicBezTo>
                  <a:pt x="1358" y="1659"/>
                  <a:pt x="1422" y="1779"/>
                  <a:pt x="1493" y="1897"/>
                </a:cubicBezTo>
                <a:cubicBezTo>
                  <a:pt x="1638" y="2016"/>
                  <a:pt x="1787" y="2134"/>
                  <a:pt x="1936" y="2255"/>
                </a:cubicBezTo>
                <a:cubicBezTo>
                  <a:pt x="2001" y="2411"/>
                  <a:pt x="2068" y="2567"/>
                  <a:pt x="2139" y="2724"/>
                </a:cubicBezTo>
                <a:cubicBezTo>
                  <a:pt x="2269" y="2881"/>
                  <a:pt x="2405" y="3035"/>
                  <a:pt x="2540" y="3192"/>
                </a:cubicBezTo>
                <a:cubicBezTo>
                  <a:pt x="2686" y="3350"/>
                  <a:pt x="2835" y="3505"/>
                  <a:pt x="2984" y="3661"/>
                </a:cubicBezTo>
                <a:lnTo>
                  <a:pt x="3427" y="4241"/>
                </a:lnTo>
                <a:cubicBezTo>
                  <a:pt x="3497" y="4396"/>
                  <a:pt x="3561" y="4553"/>
                  <a:pt x="3629" y="4709"/>
                </a:cubicBezTo>
                <a:lnTo>
                  <a:pt x="4032" y="5180"/>
                </a:lnTo>
                <a:lnTo>
                  <a:pt x="4475" y="5536"/>
                </a:lnTo>
                <a:lnTo>
                  <a:pt x="4920" y="5894"/>
                </a:lnTo>
                <a:lnTo>
                  <a:pt x="5525" y="6251"/>
                </a:lnTo>
                <a:lnTo>
                  <a:pt x="5967" y="6585"/>
                </a:lnTo>
                <a:lnTo>
                  <a:pt x="6411" y="6831"/>
                </a:lnTo>
                <a:lnTo>
                  <a:pt x="7459" y="7299"/>
                </a:lnTo>
                <a:lnTo>
                  <a:pt x="7903" y="7411"/>
                </a:lnTo>
                <a:cubicBezTo>
                  <a:pt x="8040" y="7492"/>
                  <a:pt x="8169" y="7574"/>
                  <a:pt x="8303" y="7656"/>
                </a:cubicBezTo>
                <a:lnTo>
                  <a:pt x="8952" y="7767"/>
                </a:lnTo>
                <a:lnTo>
                  <a:pt x="9355" y="7880"/>
                </a:lnTo>
                <a:lnTo>
                  <a:pt x="10000" y="8014"/>
                </a:lnTo>
                <a:cubicBezTo>
                  <a:pt x="9792" y="8349"/>
                  <a:pt x="8497" y="9618"/>
                  <a:pt x="8107" y="9889"/>
                </a:cubicBezTo>
                <a:lnTo>
                  <a:pt x="7661" y="9643"/>
                </a:lnTo>
                <a:lnTo>
                  <a:pt x="7015" y="9531"/>
                </a:lnTo>
                <a:lnTo>
                  <a:pt x="6613" y="9306"/>
                </a:lnTo>
                <a:lnTo>
                  <a:pt x="6171" y="9062"/>
                </a:lnTo>
                <a:lnTo>
                  <a:pt x="5765" y="8816"/>
                </a:lnTo>
                <a:lnTo>
                  <a:pt x="5323" y="8594"/>
                </a:lnTo>
                <a:lnTo>
                  <a:pt x="4920" y="8349"/>
                </a:lnTo>
                <a:lnTo>
                  <a:pt x="4475" y="8014"/>
                </a:lnTo>
                <a:lnTo>
                  <a:pt x="4032" y="7767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64"/>
          <p:cNvSpPr/>
          <p:nvPr/>
        </p:nvSpPr>
        <p:spPr>
          <a:xfrm>
            <a:off x="6132513" y="3144838"/>
            <a:ext cx="215900" cy="179387"/>
          </a:xfrm>
          <a:custGeom>
            <a:avLst/>
            <a:gdLst>
              <a:gd name="txL" fmla="*/ 0 w 8933"/>
              <a:gd name="txT" fmla="*/ 0 h 10000"/>
              <a:gd name="txR" fmla="*/ 8933 w 8933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8933" h="10000">
                <a:moveTo>
                  <a:pt x="3525" y="3535"/>
                </a:moveTo>
                <a:lnTo>
                  <a:pt x="2627" y="2859"/>
                </a:lnTo>
                <a:lnTo>
                  <a:pt x="2012" y="2501"/>
                </a:lnTo>
                <a:lnTo>
                  <a:pt x="1453" y="2108"/>
                </a:lnTo>
                <a:lnTo>
                  <a:pt x="838" y="1766"/>
                </a:lnTo>
                <a:cubicBezTo>
                  <a:pt x="743" y="1655"/>
                  <a:pt x="652" y="1542"/>
                  <a:pt x="559" y="1431"/>
                </a:cubicBezTo>
                <a:cubicBezTo>
                  <a:pt x="467" y="1296"/>
                  <a:pt x="377" y="1160"/>
                  <a:pt x="284" y="1025"/>
                </a:cubicBezTo>
                <a:lnTo>
                  <a:pt x="0" y="1025"/>
                </a:lnTo>
                <a:lnTo>
                  <a:pt x="0" y="678"/>
                </a:lnTo>
                <a:lnTo>
                  <a:pt x="284" y="678"/>
                </a:lnTo>
                <a:lnTo>
                  <a:pt x="559" y="678"/>
                </a:lnTo>
                <a:lnTo>
                  <a:pt x="838" y="678"/>
                </a:lnTo>
                <a:lnTo>
                  <a:pt x="1453" y="678"/>
                </a:lnTo>
                <a:lnTo>
                  <a:pt x="2012" y="678"/>
                </a:lnTo>
                <a:lnTo>
                  <a:pt x="2627" y="678"/>
                </a:lnTo>
                <a:lnTo>
                  <a:pt x="3240" y="678"/>
                </a:lnTo>
                <a:lnTo>
                  <a:pt x="4696" y="1025"/>
                </a:lnTo>
                <a:lnTo>
                  <a:pt x="5594" y="1431"/>
                </a:lnTo>
                <a:lnTo>
                  <a:pt x="6480" y="1431"/>
                </a:lnTo>
                <a:lnTo>
                  <a:pt x="7320" y="1431"/>
                </a:lnTo>
                <a:lnTo>
                  <a:pt x="7655" y="1431"/>
                </a:lnTo>
                <a:cubicBezTo>
                  <a:pt x="7753" y="1290"/>
                  <a:pt x="7844" y="1146"/>
                  <a:pt x="7940" y="1025"/>
                </a:cubicBezTo>
                <a:lnTo>
                  <a:pt x="8548" y="678"/>
                </a:lnTo>
                <a:lnTo>
                  <a:pt x="8548" y="0"/>
                </a:lnTo>
                <a:cubicBezTo>
                  <a:pt x="8595" y="1554"/>
                  <a:pt x="8933" y="8447"/>
                  <a:pt x="8832" y="10000"/>
                </a:cubicBezTo>
                <a:lnTo>
                  <a:pt x="7940" y="9321"/>
                </a:lnTo>
                <a:cubicBezTo>
                  <a:pt x="7845" y="9076"/>
                  <a:pt x="7751" y="8827"/>
                  <a:pt x="7655" y="8584"/>
                </a:cubicBezTo>
                <a:lnTo>
                  <a:pt x="7655" y="8235"/>
                </a:lnTo>
                <a:lnTo>
                  <a:pt x="7655" y="7482"/>
                </a:lnTo>
                <a:lnTo>
                  <a:pt x="7320" y="7143"/>
                </a:lnTo>
                <a:cubicBezTo>
                  <a:pt x="7235" y="7016"/>
                  <a:pt x="7134" y="6917"/>
                  <a:pt x="7039" y="6799"/>
                </a:cubicBezTo>
                <a:cubicBezTo>
                  <a:pt x="6947" y="6561"/>
                  <a:pt x="6853" y="6297"/>
                  <a:pt x="6760" y="6059"/>
                </a:cubicBezTo>
                <a:lnTo>
                  <a:pt x="6480" y="5700"/>
                </a:lnTo>
                <a:lnTo>
                  <a:pt x="5873" y="5024"/>
                </a:lnTo>
                <a:lnTo>
                  <a:pt x="5312" y="4639"/>
                </a:lnTo>
                <a:lnTo>
                  <a:pt x="4416" y="3949"/>
                </a:lnTo>
                <a:lnTo>
                  <a:pt x="3525" y="3535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64"/>
          <p:cNvSpPr/>
          <p:nvPr/>
        </p:nvSpPr>
        <p:spPr>
          <a:xfrm>
            <a:off x="5842000" y="2471738"/>
            <a:ext cx="647700" cy="142875"/>
          </a:xfrm>
          <a:custGeom>
            <a:avLst/>
            <a:gdLst>
              <a:gd name="txL" fmla="*/ 0 w 9869"/>
              <a:gd name="txT" fmla="*/ 0 h 10000"/>
              <a:gd name="txR" fmla="*/ 9869 w 9869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869" h="10000">
                <a:moveTo>
                  <a:pt x="7473" y="8203"/>
                </a:moveTo>
                <a:lnTo>
                  <a:pt x="7233" y="6995"/>
                </a:lnTo>
                <a:cubicBezTo>
                  <a:pt x="7168" y="6770"/>
                  <a:pt x="7081" y="6647"/>
                  <a:pt x="7015" y="6429"/>
                </a:cubicBezTo>
                <a:lnTo>
                  <a:pt x="6885" y="6429"/>
                </a:lnTo>
                <a:lnTo>
                  <a:pt x="6776" y="6429"/>
                </a:lnTo>
                <a:lnTo>
                  <a:pt x="6667" y="6429"/>
                </a:lnTo>
                <a:lnTo>
                  <a:pt x="6427" y="6429"/>
                </a:lnTo>
                <a:lnTo>
                  <a:pt x="6209" y="6429"/>
                </a:lnTo>
                <a:lnTo>
                  <a:pt x="5861" y="6429"/>
                </a:lnTo>
                <a:lnTo>
                  <a:pt x="5512" y="6429"/>
                </a:lnTo>
                <a:lnTo>
                  <a:pt x="5054" y="6429"/>
                </a:lnTo>
                <a:cubicBezTo>
                  <a:pt x="4902" y="6647"/>
                  <a:pt x="4749" y="6770"/>
                  <a:pt x="4597" y="6995"/>
                </a:cubicBezTo>
                <a:lnTo>
                  <a:pt x="4009" y="6995"/>
                </a:lnTo>
                <a:lnTo>
                  <a:pt x="3551" y="7650"/>
                </a:lnTo>
                <a:lnTo>
                  <a:pt x="2876" y="7650"/>
                </a:lnTo>
                <a:cubicBezTo>
                  <a:pt x="2636" y="7873"/>
                  <a:pt x="2418" y="7994"/>
                  <a:pt x="2179" y="8203"/>
                </a:cubicBezTo>
                <a:cubicBezTo>
                  <a:pt x="1939" y="8423"/>
                  <a:pt x="1721" y="8534"/>
                  <a:pt x="1481" y="8752"/>
                </a:cubicBezTo>
                <a:cubicBezTo>
                  <a:pt x="1264" y="8983"/>
                  <a:pt x="1024" y="9098"/>
                  <a:pt x="806" y="9307"/>
                </a:cubicBezTo>
                <a:lnTo>
                  <a:pt x="0" y="10000"/>
                </a:lnTo>
                <a:lnTo>
                  <a:pt x="0" y="5874"/>
                </a:lnTo>
                <a:lnTo>
                  <a:pt x="218" y="5874"/>
                </a:lnTo>
                <a:lnTo>
                  <a:pt x="566" y="5874"/>
                </a:lnTo>
                <a:lnTo>
                  <a:pt x="1024" y="5874"/>
                </a:lnTo>
                <a:cubicBezTo>
                  <a:pt x="1133" y="5653"/>
                  <a:pt x="1264" y="5553"/>
                  <a:pt x="1373" y="5332"/>
                </a:cubicBezTo>
                <a:lnTo>
                  <a:pt x="1961" y="5332"/>
                </a:lnTo>
                <a:lnTo>
                  <a:pt x="2418" y="4669"/>
                </a:lnTo>
                <a:lnTo>
                  <a:pt x="3094" y="4669"/>
                </a:lnTo>
                <a:cubicBezTo>
                  <a:pt x="3290" y="4433"/>
                  <a:pt x="3486" y="4311"/>
                  <a:pt x="3682" y="4108"/>
                </a:cubicBezTo>
                <a:cubicBezTo>
                  <a:pt x="3900" y="3871"/>
                  <a:pt x="4139" y="3777"/>
                  <a:pt x="4357" y="3546"/>
                </a:cubicBezTo>
                <a:lnTo>
                  <a:pt x="4815" y="3546"/>
                </a:lnTo>
                <a:lnTo>
                  <a:pt x="5272" y="2870"/>
                </a:lnTo>
                <a:cubicBezTo>
                  <a:pt x="5425" y="2654"/>
                  <a:pt x="5599" y="2561"/>
                  <a:pt x="5752" y="2316"/>
                </a:cubicBezTo>
                <a:lnTo>
                  <a:pt x="6078" y="2316"/>
                </a:lnTo>
                <a:cubicBezTo>
                  <a:pt x="6166" y="2120"/>
                  <a:pt x="6231" y="1996"/>
                  <a:pt x="6318" y="1762"/>
                </a:cubicBezTo>
                <a:lnTo>
                  <a:pt x="6558" y="1762"/>
                </a:lnTo>
                <a:cubicBezTo>
                  <a:pt x="6594" y="1578"/>
                  <a:pt x="6631" y="1417"/>
                  <a:pt x="6667" y="1210"/>
                </a:cubicBezTo>
                <a:lnTo>
                  <a:pt x="6776" y="1210"/>
                </a:lnTo>
                <a:cubicBezTo>
                  <a:pt x="6819" y="1002"/>
                  <a:pt x="6841" y="766"/>
                  <a:pt x="6885" y="561"/>
                </a:cubicBezTo>
                <a:lnTo>
                  <a:pt x="7124" y="561"/>
                </a:lnTo>
                <a:cubicBezTo>
                  <a:pt x="7190" y="335"/>
                  <a:pt x="7277" y="219"/>
                  <a:pt x="7342" y="0"/>
                </a:cubicBezTo>
                <a:cubicBezTo>
                  <a:pt x="7429" y="219"/>
                  <a:pt x="7495" y="335"/>
                  <a:pt x="7582" y="561"/>
                </a:cubicBezTo>
                <a:lnTo>
                  <a:pt x="7930" y="561"/>
                </a:lnTo>
                <a:cubicBezTo>
                  <a:pt x="8083" y="1002"/>
                  <a:pt x="8235" y="1324"/>
                  <a:pt x="8388" y="1762"/>
                </a:cubicBezTo>
                <a:cubicBezTo>
                  <a:pt x="8540" y="1996"/>
                  <a:pt x="8693" y="2120"/>
                  <a:pt x="8845" y="2316"/>
                </a:cubicBezTo>
                <a:cubicBezTo>
                  <a:pt x="8954" y="2561"/>
                  <a:pt x="9085" y="2654"/>
                  <a:pt x="9194" y="2870"/>
                </a:cubicBezTo>
                <a:cubicBezTo>
                  <a:pt x="9259" y="3116"/>
                  <a:pt x="9346" y="3337"/>
                  <a:pt x="9412" y="3546"/>
                </a:cubicBezTo>
                <a:cubicBezTo>
                  <a:pt x="9455" y="3777"/>
                  <a:pt x="9499" y="3871"/>
                  <a:pt x="9542" y="4108"/>
                </a:cubicBezTo>
                <a:cubicBezTo>
                  <a:pt x="9578" y="4295"/>
                  <a:pt x="9615" y="4468"/>
                  <a:pt x="9651" y="4669"/>
                </a:cubicBezTo>
                <a:cubicBezTo>
                  <a:pt x="9695" y="4887"/>
                  <a:pt x="9717" y="5093"/>
                  <a:pt x="9760" y="5332"/>
                </a:cubicBezTo>
                <a:lnTo>
                  <a:pt x="9869" y="5332"/>
                </a:lnTo>
                <a:lnTo>
                  <a:pt x="9869" y="5874"/>
                </a:ln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64"/>
          <p:cNvSpPr/>
          <p:nvPr/>
        </p:nvSpPr>
        <p:spPr>
          <a:xfrm>
            <a:off x="6321425" y="2552700"/>
            <a:ext cx="144463" cy="792163"/>
          </a:xfrm>
          <a:custGeom>
            <a:avLst/>
            <a:gdLst>
              <a:gd name="txL" fmla="*/ 0 w 9487"/>
              <a:gd name="txT" fmla="*/ 0 h 10000"/>
              <a:gd name="txR" fmla="*/ 9487 w 9487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487" h="10000">
                <a:moveTo>
                  <a:pt x="1378" y="8063"/>
                </a:moveTo>
                <a:lnTo>
                  <a:pt x="1378" y="7921"/>
                </a:lnTo>
                <a:lnTo>
                  <a:pt x="1804" y="7921"/>
                </a:lnTo>
                <a:lnTo>
                  <a:pt x="1804" y="7765"/>
                </a:lnTo>
                <a:lnTo>
                  <a:pt x="1804" y="7610"/>
                </a:lnTo>
                <a:lnTo>
                  <a:pt x="1804" y="7469"/>
                </a:lnTo>
                <a:lnTo>
                  <a:pt x="1804" y="7242"/>
                </a:lnTo>
                <a:lnTo>
                  <a:pt x="1804" y="7016"/>
                </a:lnTo>
                <a:lnTo>
                  <a:pt x="1804" y="6718"/>
                </a:lnTo>
                <a:lnTo>
                  <a:pt x="1804" y="6350"/>
                </a:lnTo>
                <a:lnTo>
                  <a:pt x="1804" y="5674"/>
                </a:lnTo>
                <a:lnTo>
                  <a:pt x="1804" y="4924"/>
                </a:lnTo>
                <a:lnTo>
                  <a:pt x="1804" y="4187"/>
                </a:lnTo>
                <a:cubicBezTo>
                  <a:pt x="1643" y="3932"/>
                  <a:pt x="1557" y="3692"/>
                  <a:pt x="1378" y="3439"/>
                </a:cubicBezTo>
                <a:lnTo>
                  <a:pt x="1378" y="3056"/>
                </a:lnTo>
                <a:lnTo>
                  <a:pt x="1378" y="2759"/>
                </a:lnTo>
                <a:lnTo>
                  <a:pt x="1378" y="2461"/>
                </a:lnTo>
                <a:lnTo>
                  <a:pt x="1378" y="2167"/>
                </a:lnTo>
                <a:lnTo>
                  <a:pt x="1378" y="1938"/>
                </a:lnTo>
                <a:lnTo>
                  <a:pt x="1378" y="1796"/>
                </a:lnTo>
                <a:cubicBezTo>
                  <a:pt x="1209" y="1740"/>
                  <a:pt x="1039" y="1700"/>
                  <a:pt x="866" y="1641"/>
                </a:cubicBezTo>
                <a:lnTo>
                  <a:pt x="866" y="1572"/>
                </a:lnTo>
                <a:lnTo>
                  <a:pt x="866" y="1343"/>
                </a:lnTo>
                <a:lnTo>
                  <a:pt x="866" y="1190"/>
                </a:lnTo>
                <a:lnTo>
                  <a:pt x="866" y="964"/>
                </a:lnTo>
                <a:lnTo>
                  <a:pt x="866" y="666"/>
                </a:lnTo>
                <a:lnTo>
                  <a:pt x="432" y="595"/>
                </a:lnTo>
                <a:lnTo>
                  <a:pt x="432" y="439"/>
                </a:lnTo>
                <a:cubicBezTo>
                  <a:pt x="260" y="398"/>
                  <a:pt x="177" y="340"/>
                  <a:pt x="0" y="299"/>
                </a:cubicBezTo>
                <a:lnTo>
                  <a:pt x="9487" y="0"/>
                </a:lnTo>
                <a:lnTo>
                  <a:pt x="9059" y="227"/>
                </a:lnTo>
                <a:lnTo>
                  <a:pt x="8617" y="299"/>
                </a:lnTo>
                <a:lnTo>
                  <a:pt x="8185" y="299"/>
                </a:lnTo>
                <a:cubicBezTo>
                  <a:pt x="8023" y="340"/>
                  <a:pt x="7844" y="398"/>
                  <a:pt x="7675" y="439"/>
                </a:cubicBezTo>
                <a:lnTo>
                  <a:pt x="7675" y="525"/>
                </a:lnTo>
                <a:cubicBezTo>
                  <a:pt x="7499" y="595"/>
                  <a:pt x="7416" y="680"/>
                  <a:pt x="7245" y="751"/>
                </a:cubicBezTo>
                <a:lnTo>
                  <a:pt x="7245" y="964"/>
                </a:lnTo>
                <a:lnTo>
                  <a:pt x="7245" y="1190"/>
                </a:lnTo>
                <a:lnTo>
                  <a:pt x="7245" y="1485"/>
                </a:lnTo>
                <a:lnTo>
                  <a:pt x="7245" y="1868"/>
                </a:lnTo>
                <a:lnTo>
                  <a:pt x="7245" y="2167"/>
                </a:lnTo>
                <a:cubicBezTo>
                  <a:pt x="7416" y="2293"/>
                  <a:pt x="7499" y="2406"/>
                  <a:pt x="7675" y="2533"/>
                </a:cubicBezTo>
                <a:lnTo>
                  <a:pt x="7675" y="2987"/>
                </a:lnTo>
                <a:lnTo>
                  <a:pt x="7675" y="3353"/>
                </a:lnTo>
                <a:cubicBezTo>
                  <a:pt x="7844" y="3508"/>
                  <a:pt x="8023" y="3649"/>
                  <a:pt x="8185" y="3805"/>
                </a:cubicBezTo>
                <a:lnTo>
                  <a:pt x="8185" y="4257"/>
                </a:lnTo>
                <a:lnTo>
                  <a:pt x="8185" y="4711"/>
                </a:lnTo>
                <a:cubicBezTo>
                  <a:pt x="8361" y="4851"/>
                  <a:pt x="8450" y="5007"/>
                  <a:pt x="8617" y="5149"/>
                </a:cubicBezTo>
                <a:lnTo>
                  <a:pt x="8617" y="5674"/>
                </a:lnTo>
                <a:lnTo>
                  <a:pt x="8617" y="6126"/>
                </a:lnTo>
                <a:lnTo>
                  <a:pt x="8617" y="6492"/>
                </a:lnTo>
                <a:lnTo>
                  <a:pt x="8617" y="6875"/>
                </a:lnTo>
                <a:lnTo>
                  <a:pt x="8617" y="7242"/>
                </a:lnTo>
                <a:lnTo>
                  <a:pt x="8617" y="7539"/>
                </a:lnTo>
                <a:lnTo>
                  <a:pt x="8617" y="7836"/>
                </a:lnTo>
                <a:lnTo>
                  <a:pt x="8617" y="8132"/>
                </a:lnTo>
                <a:cubicBezTo>
                  <a:pt x="8450" y="8205"/>
                  <a:pt x="8361" y="8287"/>
                  <a:pt x="8185" y="8360"/>
                </a:cubicBezTo>
                <a:lnTo>
                  <a:pt x="8185" y="8585"/>
                </a:lnTo>
                <a:cubicBezTo>
                  <a:pt x="8023" y="8657"/>
                  <a:pt x="7844" y="8742"/>
                  <a:pt x="7675" y="8814"/>
                </a:cubicBezTo>
                <a:cubicBezTo>
                  <a:pt x="7499" y="8883"/>
                  <a:pt x="7416" y="8967"/>
                  <a:pt x="7245" y="9038"/>
                </a:cubicBezTo>
                <a:cubicBezTo>
                  <a:pt x="7067" y="9081"/>
                  <a:pt x="6983" y="9137"/>
                  <a:pt x="6811" y="9180"/>
                </a:cubicBezTo>
                <a:cubicBezTo>
                  <a:pt x="6637" y="9235"/>
                  <a:pt x="6552" y="9278"/>
                  <a:pt x="6380" y="9337"/>
                </a:cubicBezTo>
                <a:cubicBezTo>
                  <a:pt x="6205" y="9378"/>
                  <a:pt x="6036" y="9433"/>
                  <a:pt x="5855" y="9477"/>
                </a:cubicBezTo>
                <a:cubicBezTo>
                  <a:pt x="5687" y="9534"/>
                  <a:pt x="5602" y="9575"/>
                  <a:pt x="5441" y="9633"/>
                </a:cubicBezTo>
                <a:lnTo>
                  <a:pt x="4477" y="9790"/>
                </a:lnTo>
                <a:lnTo>
                  <a:pt x="3623" y="9931"/>
                </a:lnTo>
                <a:lnTo>
                  <a:pt x="2667" y="10000"/>
                </a:lnTo>
                <a:lnTo>
                  <a:pt x="1804" y="10000"/>
                </a:lnTo>
                <a:lnTo>
                  <a:pt x="1378" y="9931"/>
                </a:lnTo>
                <a:lnTo>
                  <a:pt x="432" y="9858"/>
                </a:lnTo>
                <a:cubicBezTo>
                  <a:pt x="260" y="9803"/>
                  <a:pt x="177" y="9758"/>
                  <a:pt x="0" y="9704"/>
                </a:cubicBezTo>
              </a:path>
            </a:pathLst>
          </a:custGeom>
          <a:solidFill>
            <a:srgbClr val="FF0000">
              <a:alpha val="100000"/>
            </a:srgbClr>
          </a:solidFill>
          <a:ln w="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1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6019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认识独体字（笔画）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86021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413" y="1911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2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911350"/>
            <a:ext cx="1901825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3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125" y="4557713"/>
            <a:ext cx="1901825" cy="1884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4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538" y="4557713"/>
            <a:ext cx="1900237" cy="1884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025" name="Rectangle 35"/>
          <p:cNvSpPr/>
          <p:nvPr/>
        </p:nvSpPr>
        <p:spPr>
          <a:xfrm>
            <a:off x="3660775" y="2244725"/>
            <a:ext cx="101600" cy="201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86026" name="Rectangle 45"/>
          <p:cNvSpPr/>
          <p:nvPr/>
        </p:nvSpPr>
        <p:spPr>
          <a:xfrm>
            <a:off x="3643313" y="4900613"/>
            <a:ext cx="101600" cy="2016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86027" name="Rectangle 54"/>
          <p:cNvSpPr/>
          <p:nvPr/>
        </p:nvSpPr>
        <p:spPr>
          <a:xfrm>
            <a:off x="7277100" y="4887913"/>
            <a:ext cx="101600" cy="2016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86028" name="Rectangle 64"/>
          <p:cNvSpPr/>
          <p:nvPr/>
        </p:nvSpPr>
        <p:spPr>
          <a:xfrm>
            <a:off x="7404100" y="2193925"/>
            <a:ext cx="101600" cy="201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86029" name="AutoShape 44"/>
          <p:cNvSpPr>
            <a:spLocks noChangeAspect="1" noTextEdit="1"/>
          </p:cNvSpPr>
          <p:nvPr/>
        </p:nvSpPr>
        <p:spPr>
          <a:xfrm>
            <a:off x="3548063" y="2305050"/>
            <a:ext cx="1096962" cy="10906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30" name="Freeform 46"/>
          <p:cNvSpPr/>
          <p:nvPr/>
        </p:nvSpPr>
        <p:spPr>
          <a:xfrm>
            <a:off x="3556000" y="2312988"/>
            <a:ext cx="1081088" cy="1074737"/>
          </a:xfrm>
          <a:custGeom>
            <a:avLst/>
            <a:gdLst>
              <a:gd name="txL" fmla="*/ 0 w 681"/>
              <a:gd name="txT" fmla="*/ 0 h 677"/>
              <a:gd name="txR" fmla="*/ 681 w 681"/>
              <a:gd name="txB" fmla="*/ 677 h 67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681" h="677">
                <a:moveTo>
                  <a:pt x="574" y="0"/>
                </a:moveTo>
                <a:lnTo>
                  <a:pt x="601" y="6"/>
                </a:lnTo>
                <a:lnTo>
                  <a:pt x="638" y="16"/>
                </a:lnTo>
                <a:lnTo>
                  <a:pt x="659" y="27"/>
                </a:lnTo>
                <a:lnTo>
                  <a:pt x="670" y="37"/>
                </a:lnTo>
                <a:lnTo>
                  <a:pt x="681" y="43"/>
                </a:lnTo>
                <a:lnTo>
                  <a:pt x="681" y="48"/>
                </a:lnTo>
                <a:lnTo>
                  <a:pt x="681" y="53"/>
                </a:lnTo>
                <a:lnTo>
                  <a:pt x="665" y="64"/>
                </a:lnTo>
                <a:lnTo>
                  <a:pt x="659" y="74"/>
                </a:lnTo>
                <a:lnTo>
                  <a:pt x="659" y="90"/>
                </a:lnTo>
                <a:lnTo>
                  <a:pt x="654" y="122"/>
                </a:lnTo>
                <a:lnTo>
                  <a:pt x="654" y="159"/>
                </a:lnTo>
                <a:lnTo>
                  <a:pt x="659" y="259"/>
                </a:lnTo>
                <a:lnTo>
                  <a:pt x="665" y="370"/>
                </a:lnTo>
                <a:lnTo>
                  <a:pt x="670" y="428"/>
                </a:lnTo>
                <a:lnTo>
                  <a:pt x="670" y="476"/>
                </a:lnTo>
                <a:lnTo>
                  <a:pt x="670" y="523"/>
                </a:lnTo>
                <a:lnTo>
                  <a:pt x="665" y="555"/>
                </a:lnTo>
                <a:lnTo>
                  <a:pt x="654" y="613"/>
                </a:lnTo>
                <a:lnTo>
                  <a:pt x="638" y="650"/>
                </a:lnTo>
                <a:lnTo>
                  <a:pt x="617" y="666"/>
                </a:lnTo>
                <a:lnTo>
                  <a:pt x="601" y="671"/>
                </a:lnTo>
                <a:lnTo>
                  <a:pt x="585" y="666"/>
                </a:lnTo>
                <a:lnTo>
                  <a:pt x="580" y="645"/>
                </a:lnTo>
                <a:lnTo>
                  <a:pt x="574" y="629"/>
                </a:lnTo>
                <a:lnTo>
                  <a:pt x="564" y="613"/>
                </a:lnTo>
                <a:lnTo>
                  <a:pt x="542" y="603"/>
                </a:lnTo>
                <a:lnTo>
                  <a:pt x="516" y="587"/>
                </a:lnTo>
                <a:lnTo>
                  <a:pt x="489" y="576"/>
                </a:lnTo>
                <a:lnTo>
                  <a:pt x="468" y="566"/>
                </a:lnTo>
                <a:lnTo>
                  <a:pt x="457" y="560"/>
                </a:lnTo>
                <a:lnTo>
                  <a:pt x="457" y="555"/>
                </a:lnTo>
                <a:lnTo>
                  <a:pt x="463" y="550"/>
                </a:lnTo>
                <a:lnTo>
                  <a:pt x="473" y="550"/>
                </a:lnTo>
                <a:lnTo>
                  <a:pt x="489" y="555"/>
                </a:lnTo>
                <a:lnTo>
                  <a:pt x="511" y="555"/>
                </a:lnTo>
                <a:lnTo>
                  <a:pt x="548" y="560"/>
                </a:lnTo>
                <a:lnTo>
                  <a:pt x="574" y="560"/>
                </a:lnTo>
                <a:lnTo>
                  <a:pt x="585" y="555"/>
                </a:lnTo>
                <a:lnTo>
                  <a:pt x="596" y="545"/>
                </a:lnTo>
                <a:lnTo>
                  <a:pt x="596" y="534"/>
                </a:lnTo>
                <a:lnTo>
                  <a:pt x="601" y="513"/>
                </a:lnTo>
                <a:lnTo>
                  <a:pt x="601" y="486"/>
                </a:lnTo>
                <a:lnTo>
                  <a:pt x="601" y="444"/>
                </a:lnTo>
                <a:lnTo>
                  <a:pt x="601" y="360"/>
                </a:lnTo>
                <a:lnTo>
                  <a:pt x="596" y="259"/>
                </a:lnTo>
                <a:lnTo>
                  <a:pt x="596" y="217"/>
                </a:lnTo>
                <a:lnTo>
                  <a:pt x="596" y="185"/>
                </a:lnTo>
                <a:lnTo>
                  <a:pt x="590" y="159"/>
                </a:lnTo>
                <a:lnTo>
                  <a:pt x="590" y="143"/>
                </a:lnTo>
                <a:lnTo>
                  <a:pt x="590" y="122"/>
                </a:lnTo>
                <a:lnTo>
                  <a:pt x="585" y="90"/>
                </a:lnTo>
                <a:lnTo>
                  <a:pt x="574" y="64"/>
                </a:lnTo>
                <a:lnTo>
                  <a:pt x="564" y="48"/>
                </a:lnTo>
                <a:lnTo>
                  <a:pt x="553" y="48"/>
                </a:lnTo>
                <a:lnTo>
                  <a:pt x="542" y="48"/>
                </a:lnTo>
                <a:lnTo>
                  <a:pt x="521" y="48"/>
                </a:lnTo>
                <a:lnTo>
                  <a:pt x="495" y="53"/>
                </a:lnTo>
                <a:lnTo>
                  <a:pt x="457" y="53"/>
                </a:lnTo>
                <a:lnTo>
                  <a:pt x="420" y="58"/>
                </a:lnTo>
                <a:lnTo>
                  <a:pt x="372" y="64"/>
                </a:lnTo>
                <a:lnTo>
                  <a:pt x="319" y="69"/>
                </a:lnTo>
                <a:lnTo>
                  <a:pt x="314" y="132"/>
                </a:lnTo>
                <a:lnTo>
                  <a:pt x="309" y="206"/>
                </a:lnTo>
                <a:lnTo>
                  <a:pt x="341" y="201"/>
                </a:lnTo>
                <a:lnTo>
                  <a:pt x="378" y="196"/>
                </a:lnTo>
                <a:lnTo>
                  <a:pt x="415" y="191"/>
                </a:lnTo>
                <a:lnTo>
                  <a:pt x="452" y="185"/>
                </a:lnTo>
                <a:lnTo>
                  <a:pt x="473" y="180"/>
                </a:lnTo>
                <a:lnTo>
                  <a:pt x="495" y="185"/>
                </a:lnTo>
                <a:lnTo>
                  <a:pt x="516" y="191"/>
                </a:lnTo>
                <a:lnTo>
                  <a:pt x="521" y="196"/>
                </a:lnTo>
                <a:lnTo>
                  <a:pt x="521" y="201"/>
                </a:lnTo>
                <a:lnTo>
                  <a:pt x="505" y="212"/>
                </a:lnTo>
                <a:lnTo>
                  <a:pt x="489" y="217"/>
                </a:lnTo>
                <a:lnTo>
                  <a:pt x="447" y="222"/>
                </a:lnTo>
                <a:lnTo>
                  <a:pt x="388" y="228"/>
                </a:lnTo>
                <a:lnTo>
                  <a:pt x="309" y="233"/>
                </a:lnTo>
                <a:lnTo>
                  <a:pt x="303" y="291"/>
                </a:lnTo>
                <a:lnTo>
                  <a:pt x="298" y="344"/>
                </a:lnTo>
                <a:lnTo>
                  <a:pt x="378" y="333"/>
                </a:lnTo>
                <a:lnTo>
                  <a:pt x="431" y="323"/>
                </a:lnTo>
                <a:lnTo>
                  <a:pt x="468" y="323"/>
                </a:lnTo>
                <a:lnTo>
                  <a:pt x="495" y="323"/>
                </a:lnTo>
                <a:lnTo>
                  <a:pt x="516" y="328"/>
                </a:lnTo>
                <a:lnTo>
                  <a:pt x="527" y="333"/>
                </a:lnTo>
                <a:lnTo>
                  <a:pt x="532" y="344"/>
                </a:lnTo>
                <a:lnTo>
                  <a:pt x="527" y="344"/>
                </a:lnTo>
                <a:lnTo>
                  <a:pt x="511" y="349"/>
                </a:lnTo>
                <a:lnTo>
                  <a:pt x="484" y="354"/>
                </a:lnTo>
                <a:lnTo>
                  <a:pt x="447" y="360"/>
                </a:lnTo>
                <a:lnTo>
                  <a:pt x="367" y="370"/>
                </a:lnTo>
                <a:lnTo>
                  <a:pt x="293" y="370"/>
                </a:lnTo>
                <a:lnTo>
                  <a:pt x="282" y="402"/>
                </a:lnTo>
                <a:lnTo>
                  <a:pt x="261" y="455"/>
                </a:lnTo>
                <a:lnTo>
                  <a:pt x="229" y="508"/>
                </a:lnTo>
                <a:lnTo>
                  <a:pt x="192" y="555"/>
                </a:lnTo>
                <a:lnTo>
                  <a:pt x="149" y="597"/>
                </a:lnTo>
                <a:lnTo>
                  <a:pt x="101" y="634"/>
                </a:lnTo>
                <a:lnTo>
                  <a:pt x="53" y="661"/>
                </a:lnTo>
                <a:lnTo>
                  <a:pt x="16" y="671"/>
                </a:lnTo>
                <a:lnTo>
                  <a:pt x="0" y="677"/>
                </a:lnTo>
                <a:lnTo>
                  <a:pt x="0" y="671"/>
                </a:lnTo>
                <a:lnTo>
                  <a:pt x="11" y="661"/>
                </a:lnTo>
                <a:lnTo>
                  <a:pt x="27" y="650"/>
                </a:lnTo>
                <a:lnTo>
                  <a:pt x="48" y="629"/>
                </a:lnTo>
                <a:lnTo>
                  <a:pt x="101" y="587"/>
                </a:lnTo>
                <a:lnTo>
                  <a:pt x="149" y="523"/>
                </a:lnTo>
                <a:lnTo>
                  <a:pt x="197" y="455"/>
                </a:lnTo>
                <a:lnTo>
                  <a:pt x="224" y="381"/>
                </a:lnTo>
                <a:lnTo>
                  <a:pt x="245" y="291"/>
                </a:lnTo>
                <a:lnTo>
                  <a:pt x="250" y="185"/>
                </a:lnTo>
                <a:lnTo>
                  <a:pt x="250" y="132"/>
                </a:lnTo>
                <a:lnTo>
                  <a:pt x="245" y="95"/>
                </a:lnTo>
                <a:lnTo>
                  <a:pt x="245" y="69"/>
                </a:lnTo>
                <a:lnTo>
                  <a:pt x="240" y="53"/>
                </a:lnTo>
                <a:lnTo>
                  <a:pt x="229" y="43"/>
                </a:lnTo>
                <a:lnTo>
                  <a:pt x="234" y="37"/>
                </a:lnTo>
                <a:lnTo>
                  <a:pt x="240" y="37"/>
                </a:lnTo>
                <a:lnTo>
                  <a:pt x="255" y="37"/>
                </a:lnTo>
                <a:lnTo>
                  <a:pt x="277" y="43"/>
                </a:lnTo>
                <a:lnTo>
                  <a:pt x="309" y="43"/>
                </a:lnTo>
                <a:lnTo>
                  <a:pt x="362" y="43"/>
                </a:lnTo>
                <a:lnTo>
                  <a:pt x="426" y="32"/>
                </a:lnTo>
                <a:lnTo>
                  <a:pt x="473" y="27"/>
                </a:lnTo>
                <a:lnTo>
                  <a:pt x="511" y="21"/>
                </a:lnTo>
                <a:lnTo>
                  <a:pt x="532" y="16"/>
                </a:lnTo>
                <a:lnTo>
                  <a:pt x="542" y="11"/>
                </a:lnTo>
                <a:lnTo>
                  <a:pt x="574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63" name="Freeform 63"/>
          <p:cNvSpPr/>
          <p:nvPr/>
        </p:nvSpPr>
        <p:spPr>
          <a:xfrm>
            <a:off x="3478213" y="2320925"/>
            <a:ext cx="561975" cy="1149350"/>
          </a:xfrm>
          <a:custGeom>
            <a:avLst/>
            <a:gdLst>
              <a:gd name="txL" fmla="*/ 0 w 354"/>
              <a:gd name="txT" fmla="*/ 0 h 724"/>
              <a:gd name="txR" fmla="*/ 354 w 354"/>
              <a:gd name="txB" fmla="*/ 724 h 72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54" h="724">
                <a:moveTo>
                  <a:pt x="306" y="412"/>
                </a:moveTo>
                <a:lnTo>
                  <a:pt x="296" y="444"/>
                </a:lnTo>
                <a:lnTo>
                  <a:pt x="285" y="476"/>
                </a:lnTo>
                <a:lnTo>
                  <a:pt x="269" y="502"/>
                </a:lnTo>
                <a:lnTo>
                  <a:pt x="253" y="534"/>
                </a:lnTo>
                <a:lnTo>
                  <a:pt x="248" y="544"/>
                </a:lnTo>
                <a:lnTo>
                  <a:pt x="238" y="560"/>
                </a:lnTo>
                <a:lnTo>
                  <a:pt x="211" y="586"/>
                </a:lnTo>
                <a:lnTo>
                  <a:pt x="190" y="608"/>
                </a:lnTo>
                <a:lnTo>
                  <a:pt x="164" y="634"/>
                </a:lnTo>
                <a:lnTo>
                  <a:pt x="153" y="645"/>
                </a:lnTo>
                <a:lnTo>
                  <a:pt x="137" y="655"/>
                </a:lnTo>
                <a:lnTo>
                  <a:pt x="111" y="671"/>
                </a:lnTo>
                <a:lnTo>
                  <a:pt x="85" y="687"/>
                </a:lnTo>
                <a:lnTo>
                  <a:pt x="58" y="703"/>
                </a:lnTo>
                <a:lnTo>
                  <a:pt x="48" y="708"/>
                </a:lnTo>
                <a:lnTo>
                  <a:pt x="37" y="713"/>
                </a:lnTo>
                <a:lnTo>
                  <a:pt x="27" y="718"/>
                </a:lnTo>
                <a:lnTo>
                  <a:pt x="21" y="718"/>
                </a:lnTo>
                <a:lnTo>
                  <a:pt x="16" y="724"/>
                </a:lnTo>
                <a:lnTo>
                  <a:pt x="11" y="724"/>
                </a:lnTo>
                <a:lnTo>
                  <a:pt x="6" y="724"/>
                </a:lnTo>
                <a:lnTo>
                  <a:pt x="0" y="724"/>
                </a:lnTo>
                <a:lnTo>
                  <a:pt x="0" y="718"/>
                </a:lnTo>
                <a:lnTo>
                  <a:pt x="6" y="713"/>
                </a:lnTo>
                <a:lnTo>
                  <a:pt x="11" y="708"/>
                </a:lnTo>
                <a:lnTo>
                  <a:pt x="16" y="697"/>
                </a:lnTo>
                <a:lnTo>
                  <a:pt x="27" y="692"/>
                </a:lnTo>
                <a:lnTo>
                  <a:pt x="37" y="681"/>
                </a:lnTo>
                <a:lnTo>
                  <a:pt x="48" y="671"/>
                </a:lnTo>
                <a:lnTo>
                  <a:pt x="79" y="645"/>
                </a:lnTo>
                <a:lnTo>
                  <a:pt x="95" y="634"/>
                </a:lnTo>
                <a:lnTo>
                  <a:pt x="106" y="618"/>
                </a:lnTo>
                <a:lnTo>
                  <a:pt x="122" y="602"/>
                </a:lnTo>
                <a:lnTo>
                  <a:pt x="137" y="586"/>
                </a:lnTo>
                <a:lnTo>
                  <a:pt x="153" y="565"/>
                </a:lnTo>
                <a:lnTo>
                  <a:pt x="164" y="549"/>
                </a:lnTo>
                <a:lnTo>
                  <a:pt x="190" y="512"/>
                </a:lnTo>
                <a:lnTo>
                  <a:pt x="217" y="470"/>
                </a:lnTo>
                <a:lnTo>
                  <a:pt x="232" y="428"/>
                </a:lnTo>
                <a:lnTo>
                  <a:pt x="243" y="407"/>
                </a:lnTo>
                <a:lnTo>
                  <a:pt x="253" y="386"/>
                </a:lnTo>
                <a:lnTo>
                  <a:pt x="253" y="365"/>
                </a:lnTo>
                <a:lnTo>
                  <a:pt x="259" y="338"/>
                </a:lnTo>
                <a:lnTo>
                  <a:pt x="264" y="312"/>
                </a:lnTo>
                <a:lnTo>
                  <a:pt x="269" y="285"/>
                </a:lnTo>
                <a:lnTo>
                  <a:pt x="269" y="259"/>
                </a:lnTo>
                <a:lnTo>
                  <a:pt x="275" y="233"/>
                </a:lnTo>
                <a:lnTo>
                  <a:pt x="275" y="201"/>
                </a:lnTo>
                <a:lnTo>
                  <a:pt x="275" y="169"/>
                </a:lnTo>
                <a:lnTo>
                  <a:pt x="275" y="138"/>
                </a:lnTo>
                <a:lnTo>
                  <a:pt x="275" y="111"/>
                </a:lnTo>
                <a:lnTo>
                  <a:pt x="275" y="85"/>
                </a:lnTo>
                <a:lnTo>
                  <a:pt x="269" y="64"/>
                </a:lnTo>
                <a:lnTo>
                  <a:pt x="269" y="48"/>
                </a:lnTo>
                <a:lnTo>
                  <a:pt x="269" y="37"/>
                </a:lnTo>
                <a:lnTo>
                  <a:pt x="269" y="27"/>
                </a:lnTo>
                <a:lnTo>
                  <a:pt x="264" y="21"/>
                </a:lnTo>
                <a:lnTo>
                  <a:pt x="259" y="11"/>
                </a:lnTo>
                <a:lnTo>
                  <a:pt x="253" y="6"/>
                </a:lnTo>
                <a:lnTo>
                  <a:pt x="253" y="0"/>
                </a:lnTo>
                <a:lnTo>
                  <a:pt x="259" y="0"/>
                </a:lnTo>
                <a:lnTo>
                  <a:pt x="264" y="0"/>
                </a:lnTo>
                <a:lnTo>
                  <a:pt x="269" y="0"/>
                </a:lnTo>
                <a:lnTo>
                  <a:pt x="280" y="0"/>
                </a:lnTo>
                <a:lnTo>
                  <a:pt x="296" y="6"/>
                </a:lnTo>
                <a:lnTo>
                  <a:pt x="311" y="6"/>
                </a:lnTo>
                <a:lnTo>
                  <a:pt x="327" y="11"/>
                </a:lnTo>
                <a:lnTo>
                  <a:pt x="354" y="11"/>
                </a:lnTo>
                <a:lnTo>
                  <a:pt x="348" y="32"/>
                </a:lnTo>
                <a:lnTo>
                  <a:pt x="348" y="58"/>
                </a:lnTo>
                <a:lnTo>
                  <a:pt x="348" y="79"/>
                </a:lnTo>
                <a:lnTo>
                  <a:pt x="348" y="106"/>
                </a:lnTo>
                <a:lnTo>
                  <a:pt x="348" y="132"/>
                </a:lnTo>
                <a:lnTo>
                  <a:pt x="343" y="164"/>
                </a:lnTo>
                <a:lnTo>
                  <a:pt x="343" y="190"/>
                </a:lnTo>
                <a:lnTo>
                  <a:pt x="343" y="222"/>
                </a:lnTo>
                <a:lnTo>
                  <a:pt x="338" y="254"/>
                </a:lnTo>
                <a:lnTo>
                  <a:pt x="338" y="285"/>
                </a:lnTo>
                <a:lnTo>
                  <a:pt x="333" y="312"/>
                </a:lnTo>
                <a:lnTo>
                  <a:pt x="327" y="333"/>
                </a:lnTo>
                <a:lnTo>
                  <a:pt x="322" y="359"/>
                </a:lnTo>
                <a:lnTo>
                  <a:pt x="317" y="380"/>
                </a:lnTo>
                <a:lnTo>
                  <a:pt x="311" y="396"/>
                </a:lnTo>
                <a:lnTo>
                  <a:pt x="306" y="412"/>
                </a:ln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65" name="Freeform 65"/>
          <p:cNvSpPr/>
          <p:nvPr/>
        </p:nvSpPr>
        <p:spPr>
          <a:xfrm>
            <a:off x="3956050" y="2581275"/>
            <a:ext cx="442913" cy="100013"/>
          </a:xfrm>
          <a:custGeom>
            <a:avLst/>
            <a:gdLst>
              <a:gd name="txL" fmla="*/ 0 w 279"/>
              <a:gd name="txT" fmla="*/ 0 h 63"/>
              <a:gd name="txR" fmla="*/ 279 w 279"/>
              <a:gd name="txB" fmla="*/ 63 h 63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79" h="63">
                <a:moveTo>
                  <a:pt x="116" y="16"/>
                </a:moveTo>
                <a:lnTo>
                  <a:pt x="137" y="11"/>
                </a:lnTo>
                <a:lnTo>
                  <a:pt x="158" y="11"/>
                </a:lnTo>
                <a:lnTo>
                  <a:pt x="179" y="5"/>
                </a:lnTo>
                <a:lnTo>
                  <a:pt x="195" y="5"/>
                </a:lnTo>
                <a:lnTo>
                  <a:pt x="211" y="0"/>
                </a:lnTo>
                <a:lnTo>
                  <a:pt x="227" y="0"/>
                </a:lnTo>
                <a:lnTo>
                  <a:pt x="237" y="0"/>
                </a:lnTo>
                <a:lnTo>
                  <a:pt x="248" y="0"/>
                </a:lnTo>
                <a:lnTo>
                  <a:pt x="253" y="0"/>
                </a:lnTo>
                <a:lnTo>
                  <a:pt x="264" y="5"/>
                </a:lnTo>
                <a:lnTo>
                  <a:pt x="269" y="5"/>
                </a:lnTo>
                <a:lnTo>
                  <a:pt x="274" y="5"/>
                </a:lnTo>
                <a:lnTo>
                  <a:pt x="274" y="11"/>
                </a:lnTo>
                <a:lnTo>
                  <a:pt x="279" y="11"/>
                </a:lnTo>
                <a:lnTo>
                  <a:pt x="279" y="16"/>
                </a:lnTo>
                <a:lnTo>
                  <a:pt x="279" y="21"/>
                </a:lnTo>
                <a:lnTo>
                  <a:pt x="274" y="26"/>
                </a:lnTo>
                <a:lnTo>
                  <a:pt x="269" y="26"/>
                </a:lnTo>
                <a:lnTo>
                  <a:pt x="258" y="32"/>
                </a:lnTo>
                <a:lnTo>
                  <a:pt x="253" y="37"/>
                </a:lnTo>
                <a:lnTo>
                  <a:pt x="242" y="37"/>
                </a:lnTo>
                <a:lnTo>
                  <a:pt x="237" y="37"/>
                </a:lnTo>
                <a:lnTo>
                  <a:pt x="227" y="37"/>
                </a:lnTo>
                <a:lnTo>
                  <a:pt x="216" y="42"/>
                </a:lnTo>
                <a:lnTo>
                  <a:pt x="200" y="42"/>
                </a:lnTo>
                <a:lnTo>
                  <a:pt x="184" y="42"/>
                </a:lnTo>
                <a:lnTo>
                  <a:pt x="169" y="47"/>
                </a:lnTo>
                <a:lnTo>
                  <a:pt x="148" y="47"/>
                </a:lnTo>
                <a:lnTo>
                  <a:pt x="126" y="53"/>
                </a:lnTo>
                <a:lnTo>
                  <a:pt x="105" y="53"/>
                </a:lnTo>
                <a:lnTo>
                  <a:pt x="79" y="53"/>
                </a:lnTo>
                <a:lnTo>
                  <a:pt x="53" y="58"/>
                </a:lnTo>
                <a:lnTo>
                  <a:pt x="26" y="58"/>
                </a:lnTo>
                <a:lnTo>
                  <a:pt x="0" y="63"/>
                </a:lnTo>
                <a:lnTo>
                  <a:pt x="0" y="37"/>
                </a:lnTo>
                <a:lnTo>
                  <a:pt x="5" y="37"/>
                </a:lnTo>
                <a:lnTo>
                  <a:pt x="16" y="32"/>
                </a:lnTo>
                <a:lnTo>
                  <a:pt x="26" y="32"/>
                </a:lnTo>
                <a:lnTo>
                  <a:pt x="37" y="32"/>
                </a:lnTo>
                <a:lnTo>
                  <a:pt x="58" y="26"/>
                </a:lnTo>
                <a:lnTo>
                  <a:pt x="74" y="26"/>
                </a:lnTo>
                <a:lnTo>
                  <a:pt x="95" y="21"/>
                </a:lnTo>
                <a:lnTo>
                  <a:pt x="116" y="16"/>
                </a:ln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66" name="Freeform 66"/>
          <p:cNvSpPr/>
          <p:nvPr/>
        </p:nvSpPr>
        <p:spPr>
          <a:xfrm>
            <a:off x="3930650" y="2832100"/>
            <a:ext cx="485775" cy="84138"/>
          </a:xfrm>
          <a:custGeom>
            <a:avLst/>
            <a:gdLst>
              <a:gd name="txL" fmla="*/ 0 w 306"/>
              <a:gd name="txT" fmla="*/ 0 h 53"/>
              <a:gd name="txR" fmla="*/ 306 w 306"/>
              <a:gd name="txB" fmla="*/ 53 h 53"/>
            </a:gdLst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</a:cxnLst>
            <a:rect l="txL" t="txT" r="txR" b="txB"/>
            <a:pathLst>
              <a:path w="306" h="53">
                <a:moveTo>
                  <a:pt x="0" y="53"/>
                </a:moveTo>
                <a:lnTo>
                  <a:pt x="0" y="27"/>
                </a:lnTo>
                <a:lnTo>
                  <a:pt x="32" y="22"/>
                </a:lnTo>
                <a:lnTo>
                  <a:pt x="69" y="22"/>
                </a:lnTo>
                <a:lnTo>
                  <a:pt x="100" y="16"/>
                </a:lnTo>
                <a:lnTo>
                  <a:pt x="137" y="11"/>
                </a:lnTo>
                <a:lnTo>
                  <a:pt x="169" y="6"/>
                </a:lnTo>
                <a:lnTo>
                  <a:pt x="195" y="0"/>
                </a:lnTo>
                <a:lnTo>
                  <a:pt x="216" y="0"/>
                </a:lnTo>
                <a:lnTo>
                  <a:pt x="237" y="0"/>
                </a:lnTo>
                <a:lnTo>
                  <a:pt x="253" y="0"/>
                </a:lnTo>
                <a:lnTo>
                  <a:pt x="264" y="0"/>
                </a:lnTo>
                <a:lnTo>
                  <a:pt x="285" y="6"/>
                </a:lnTo>
                <a:lnTo>
                  <a:pt x="295" y="11"/>
                </a:lnTo>
                <a:lnTo>
                  <a:pt x="301" y="16"/>
                </a:lnTo>
                <a:lnTo>
                  <a:pt x="306" y="22"/>
                </a:lnTo>
                <a:lnTo>
                  <a:pt x="301" y="27"/>
                </a:lnTo>
                <a:lnTo>
                  <a:pt x="290" y="27"/>
                </a:lnTo>
                <a:lnTo>
                  <a:pt x="280" y="32"/>
                </a:lnTo>
                <a:lnTo>
                  <a:pt x="269" y="32"/>
                </a:lnTo>
                <a:lnTo>
                  <a:pt x="248" y="37"/>
                </a:lnTo>
                <a:lnTo>
                  <a:pt x="232" y="37"/>
                </a:lnTo>
                <a:lnTo>
                  <a:pt x="211" y="43"/>
                </a:lnTo>
                <a:lnTo>
                  <a:pt x="158" y="48"/>
                </a:lnTo>
                <a:lnTo>
                  <a:pt x="106" y="53"/>
                </a:lnTo>
                <a:lnTo>
                  <a:pt x="53" y="53"/>
                </a:lnTo>
                <a:lnTo>
                  <a:pt x="0" y="53"/>
                </a:ln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67" name="Freeform 73"/>
          <p:cNvSpPr/>
          <p:nvPr/>
        </p:nvSpPr>
        <p:spPr>
          <a:xfrm>
            <a:off x="7764463" y="2241550"/>
            <a:ext cx="242887" cy="393700"/>
          </a:xfrm>
          <a:custGeom>
            <a:avLst/>
            <a:gdLst>
              <a:gd name="txL" fmla="*/ 0 w 153"/>
              <a:gd name="txT" fmla="*/ 0 h 248"/>
              <a:gd name="txR" fmla="*/ 153 w 153"/>
              <a:gd name="txB" fmla="*/ 248 h 248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53" h="248">
                <a:moveTo>
                  <a:pt x="143" y="153"/>
                </a:moveTo>
                <a:lnTo>
                  <a:pt x="148" y="169"/>
                </a:lnTo>
                <a:lnTo>
                  <a:pt x="148" y="179"/>
                </a:lnTo>
                <a:lnTo>
                  <a:pt x="153" y="200"/>
                </a:lnTo>
                <a:lnTo>
                  <a:pt x="153" y="216"/>
                </a:lnTo>
                <a:lnTo>
                  <a:pt x="153" y="232"/>
                </a:lnTo>
                <a:lnTo>
                  <a:pt x="148" y="237"/>
                </a:lnTo>
                <a:lnTo>
                  <a:pt x="148" y="243"/>
                </a:lnTo>
                <a:lnTo>
                  <a:pt x="143" y="248"/>
                </a:lnTo>
                <a:lnTo>
                  <a:pt x="138" y="248"/>
                </a:lnTo>
                <a:lnTo>
                  <a:pt x="132" y="248"/>
                </a:lnTo>
                <a:lnTo>
                  <a:pt x="127" y="248"/>
                </a:lnTo>
                <a:lnTo>
                  <a:pt x="122" y="243"/>
                </a:lnTo>
                <a:lnTo>
                  <a:pt x="117" y="237"/>
                </a:lnTo>
                <a:lnTo>
                  <a:pt x="106" y="227"/>
                </a:lnTo>
                <a:lnTo>
                  <a:pt x="95" y="216"/>
                </a:lnTo>
                <a:lnTo>
                  <a:pt x="90" y="200"/>
                </a:lnTo>
                <a:lnTo>
                  <a:pt x="80" y="179"/>
                </a:lnTo>
                <a:lnTo>
                  <a:pt x="69" y="158"/>
                </a:lnTo>
                <a:lnTo>
                  <a:pt x="58" y="142"/>
                </a:lnTo>
                <a:lnTo>
                  <a:pt x="53" y="132"/>
                </a:lnTo>
                <a:lnTo>
                  <a:pt x="43" y="106"/>
                </a:lnTo>
                <a:lnTo>
                  <a:pt x="32" y="79"/>
                </a:lnTo>
                <a:lnTo>
                  <a:pt x="21" y="58"/>
                </a:lnTo>
                <a:lnTo>
                  <a:pt x="16" y="42"/>
                </a:lnTo>
                <a:lnTo>
                  <a:pt x="11" y="27"/>
                </a:lnTo>
                <a:lnTo>
                  <a:pt x="6" y="16"/>
                </a:lnTo>
                <a:lnTo>
                  <a:pt x="0" y="11"/>
                </a:lnTo>
                <a:lnTo>
                  <a:pt x="0" y="6"/>
                </a:lnTo>
                <a:lnTo>
                  <a:pt x="0" y="0"/>
                </a:lnTo>
                <a:lnTo>
                  <a:pt x="6" y="0"/>
                </a:lnTo>
                <a:lnTo>
                  <a:pt x="11" y="0"/>
                </a:lnTo>
                <a:lnTo>
                  <a:pt x="16" y="0"/>
                </a:lnTo>
                <a:lnTo>
                  <a:pt x="21" y="0"/>
                </a:lnTo>
                <a:lnTo>
                  <a:pt x="27" y="0"/>
                </a:lnTo>
                <a:lnTo>
                  <a:pt x="37" y="6"/>
                </a:lnTo>
                <a:lnTo>
                  <a:pt x="53" y="11"/>
                </a:lnTo>
                <a:lnTo>
                  <a:pt x="69" y="27"/>
                </a:lnTo>
                <a:lnTo>
                  <a:pt x="80" y="32"/>
                </a:lnTo>
                <a:lnTo>
                  <a:pt x="85" y="42"/>
                </a:lnTo>
                <a:lnTo>
                  <a:pt x="95" y="53"/>
                </a:lnTo>
                <a:lnTo>
                  <a:pt x="106" y="63"/>
                </a:lnTo>
                <a:lnTo>
                  <a:pt x="122" y="85"/>
                </a:lnTo>
                <a:lnTo>
                  <a:pt x="132" y="106"/>
                </a:lnTo>
                <a:lnTo>
                  <a:pt x="143" y="127"/>
                </a:lnTo>
                <a:lnTo>
                  <a:pt x="143" y="142"/>
                </a:lnTo>
                <a:lnTo>
                  <a:pt x="143" y="153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68" name="Freeform 74"/>
          <p:cNvSpPr/>
          <p:nvPr/>
        </p:nvSpPr>
        <p:spPr>
          <a:xfrm>
            <a:off x="8251825" y="2300288"/>
            <a:ext cx="292100" cy="384175"/>
          </a:xfrm>
          <a:custGeom>
            <a:avLst/>
            <a:gdLst>
              <a:gd name="txL" fmla="*/ 0 w 184"/>
              <a:gd name="txT" fmla="*/ 0 h 242"/>
              <a:gd name="txR" fmla="*/ 184 w 184"/>
              <a:gd name="txB" fmla="*/ 242 h 242"/>
            </a:gdLst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</a:cxnLst>
            <a:rect l="txL" t="txT" r="txR" b="txB"/>
            <a:pathLst>
              <a:path w="184" h="242">
                <a:moveTo>
                  <a:pt x="0" y="16"/>
                </a:moveTo>
                <a:lnTo>
                  <a:pt x="0" y="11"/>
                </a:lnTo>
                <a:lnTo>
                  <a:pt x="5" y="5"/>
                </a:lnTo>
                <a:lnTo>
                  <a:pt x="10" y="0"/>
                </a:lnTo>
                <a:lnTo>
                  <a:pt x="21" y="0"/>
                </a:lnTo>
                <a:lnTo>
                  <a:pt x="26" y="5"/>
                </a:lnTo>
                <a:lnTo>
                  <a:pt x="31" y="5"/>
                </a:lnTo>
                <a:lnTo>
                  <a:pt x="42" y="11"/>
                </a:lnTo>
                <a:lnTo>
                  <a:pt x="47" y="16"/>
                </a:lnTo>
                <a:lnTo>
                  <a:pt x="58" y="21"/>
                </a:lnTo>
                <a:lnTo>
                  <a:pt x="74" y="26"/>
                </a:lnTo>
                <a:lnTo>
                  <a:pt x="84" y="32"/>
                </a:lnTo>
                <a:lnTo>
                  <a:pt x="100" y="42"/>
                </a:lnTo>
                <a:lnTo>
                  <a:pt x="111" y="53"/>
                </a:lnTo>
                <a:lnTo>
                  <a:pt x="126" y="58"/>
                </a:lnTo>
                <a:lnTo>
                  <a:pt x="137" y="69"/>
                </a:lnTo>
                <a:lnTo>
                  <a:pt x="147" y="79"/>
                </a:lnTo>
                <a:lnTo>
                  <a:pt x="158" y="90"/>
                </a:lnTo>
                <a:lnTo>
                  <a:pt x="163" y="100"/>
                </a:lnTo>
                <a:lnTo>
                  <a:pt x="169" y="111"/>
                </a:lnTo>
                <a:lnTo>
                  <a:pt x="174" y="121"/>
                </a:lnTo>
                <a:lnTo>
                  <a:pt x="179" y="148"/>
                </a:lnTo>
                <a:lnTo>
                  <a:pt x="184" y="169"/>
                </a:lnTo>
                <a:lnTo>
                  <a:pt x="184" y="190"/>
                </a:lnTo>
                <a:lnTo>
                  <a:pt x="184" y="211"/>
                </a:lnTo>
                <a:lnTo>
                  <a:pt x="184" y="221"/>
                </a:lnTo>
                <a:lnTo>
                  <a:pt x="179" y="227"/>
                </a:lnTo>
                <a:lnTo>
                  <a:pt x="174" y="232"/>
                </a:lnTo>
                <a:lnTo>
                  <a:pt x="174" y="237"/>
                </a:lnTo>
                <a:lnTo>
                  <a:pt x="169" y="242"/>
                </a:lnTo>
                <a:lnTo>
                  <a:pt x="163" y="242"/>
                </a:lnTo>
                <a:lnTo>
                  <a:pt x="158" y="237"/>
                </a:lnTo>
                <a:lnTo>
                  <a:pt x="153" y="237"/>
                </a:lnTo>
                <a:lnTo>
                  <a:pt x="147" y="227"/>
                </a:lnTo>
                <a:lnTo>
                  <a:pt x="142" y="221"/>
                </a:lnTo>
                <a:lnTo>
                  <a:pt x="132" y="206"/>
                </a:lnTo>
                <a:lnTo>
                  <a:pt x="121" y="195"/>
                </a:lnTo>
                <a:lnTo>
                  <a:pt x="105" y="174"/>
                </a:lnTo>
                <a:lnTo>
                  <a:pt x="95" y="153"/>
                </a:lnTo>
                <a:lnTo>
                  <a:pt x="79" y="127"/>
                </a:lnTo>
                <a:lnTo>
                  <a:pt x="58" y="105"/>
                </a:lnTo>
                <a:lnTo>
                  <a:pt x="47" y="84"/>
                </a:lnTo>
                <a:lnTo>
                  <a:pt x="31" y="69"/>
                </a:lnTo>
                <a:lnTo>
                  <a:pt x="21" y="53"/>
                </a:lnTo>
                <a:lnTo>
                  <a:pt x="15" y="37"/>
                </a:lnTo>
                <a:lnTo>
                  <a:pt x="5" y="26"/>
                </a:lnTo>
                <a:lnTo>
                  <a:pt x="5" y="21"/>
                </a:lnTo>
                <a:lnTo>
                  <a:pt x="0" y="16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69" name="Freeform 75"/>
          <p:cNvSpPr/>
          <p:nvPr/>
        </p:nvSpPr>
        <p:spPr>
          <a:xfrm>
            <a:off x="7337425" y="2643188"/>
            <a:ext cx="158750" cy="601662"/>
          </a:xfrm>
          <a:custGeom>
            <a:avLst/>
            <a:gdLst>
              <a:gd name="txL" fmla="*/ 0 w 100"/>
              <a:gd name="txT" fmla="*/ 0 h 379"/>
              <a:gd name="txR" fmla="*/ 100 w 100"/>
              <a:gd name="txB" fmla="*/ 379 h 37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" h="379">
                <a:moveTo>
                  <a:pt x="95" y="63"/>
                </a:moveTo>
                <a:lnTo>
                  <a:pt x="95" y="79"/>
                </a:lnTo>
                <a:lnTo>
                  <a:pt x="95" y="90"/>
                </a:lnTo>
                <a:lnTo>
                  <a:pt x="95" y="105"/>
                </a:lnTo>
                <a:lnTo>
                  <a:pt x="100" y="116"/>
                </a:lnTo>
                <a:lnTo>
                  <a:pt x="100" y="127"/>
                </a:lnTo>
                <a:lnTo>
                  <a:pt x="100" y="137"/>
                </a:lnTo>
                <a:lnTo>
                  <a:pt x="100" y="142"/>
                </a:lnTo>
                <a:lnTo>
                  <a:pt x="100" y="153"/>
                </a:lnTo>
                <a:lnTo>
                  <a:pt x="100" y="158"/>
                </a:lnTo>
                <a:lnTo>
                  <a:pt x="100" y="169"/>
                </a:lnTo>
                <a:lnTo>
                  <a:pt x="95" y="195"/>
                </a:lnTo>
                <a:lnTo>
                  <a:pt x="95" y="221"/>
                </a:lnTo>
                <a:lnTo>
                  <a:pt x="90" y="248"/>
                </a:lnTo>
                <a:lnTo>
                  <a:pt x="84" y="279"/>
                </a:lnTo>
                <a:lnTo>
                  <a:pt x="79" y="290"/>
                </a:lnTo>
                <a:lnTo>
                  <a:pt x="74" y="306"/>
                </a:lnTo>
                <a:lnTo>
                  <a:pt x="74" y="316"/>
                </a:lnTo>
                <a:lnTo>
                  <a:pt x="69" y="327"/>
                </a:lnTo>
                <a:lnTo>
                  <a:pt x="63" y="337"/>
                </a:lnTo>
                <a:lnTo>
                  <a:pt x="58" y="342"/>
                </a:lnTo>
                <a:lnTo>
                  <a:pt x="53" y="353"/>
                </a:lnTo>
                <a:lnTo>
                  <a:pt x="53" y="358"/>
                </a:lnTo>
                <a:lnTo>
                  <a:pt x="48" y="364"/>
                </a:lnTo>
                <a:lnTo>
                  <a:pt x="42" y="369"/>
                </a:lnTo>
                <a:lnTo>
                  <a:pt x="37" y="374"/>
                </a:lnTo>
                <a:lnTo>
                  <a:pt x="32" y="379"/>
                </a:lnTo>
                <a:lnTo>
                  <a:pt x="32" y="374"/>
                </a:lnTo>
                <a:lnTo>
                  <a:pt x="26" y="374"/>
                </a:lnTo>
                <a:lnTo>
                  <a:pt x="26" y="369"/>
                </a:lnTo>
                <a:lnTo>
                  <a:pt x="26" y="364"/>
                </a:lnTo>
                <a:lnTo>
                  <a:pt x="21" y="358"/>
                </a:lnTo>
                <a:lnTo>
                  <a:pt x="21" y="353"/>
                </a:lnTo>
                <a:lnTo>
                  <a:pt x="16" y="342"/>
                </a:lnTo>
                <a:lnTo>
                  <a:pt x="16" y="332"/>
                </a:lnTo>
                <a:lnTo>
                  <a:pt x="11" y="321"/>
                </a:lnTo>
                <a:lnTo>
                  <a:pt x="11" y="311"/>
                </a:lnTo>
                <a:lnTo>
                  <a:pt x="5" y="306"/>
                </a:lnTo>
                <a:lnTo>
                  <a:pt x="5" y="295"/>
                </a:lnTo>
                <a:lnTo>
                  <a:pt x="5" y="290"/>
                </a:lnTo>
                <a:lnTo>
                  <a:pt x="5" y="285"/>
                </a:lnTo>
                <a:lnTo>
                  <a:pt x="5" y="279"/>
                </a:lnTo>
                <a:lnTo>
                  <a:pt x="0" y="279"/>
                </a:lnTo>
                <a:lnTo>
                  <a:pt x="5" y="274"/>
                </a:lnTo>
                <a:lnTo>
                  <a:pt x="5" y="269"/>
                </a:lnTo>
                <a:lnTo>
                  <a:pt x="5" y="263"/>
                </a:lnTo>
                <a:lnTo>
                  <a:pt x="5" y="258"/>
                </a:lnTo>
                <a:lnTo>
                  <a:pt x="11" y="248"/>
                </a:lnTo>
                <a:lnTo>
                  <a:pt x="16" y="242"/>
                </a:lnTo>
                <a:lnTo>
                  <a:pt x="21" y="221"/>
                </a:lnTo>
                <a:lnTo>
                  <a:pt x="26" y="211"/>
                </a:lnTo>
                <a:lnTo>
                  <a:pt x="26" y="195"/>
                </a:lnTo>
                <a:lnTo>
                  <a:pt x="32" y="179"/>
                </a:lnTo>
                <a:lnTo>
                  <a:pt x="37" y="163"/>
                </a:lnTo>
                <a:lnTo>
                  <a:pt x="42" y="148"/>
                </a:lnTo>
                <a:lnTo>
                  <a:pt x="48" y="127"/>
                </a:lnTo>
                <a:lnTo>
                  <a:pt x="48" y="111"/>
                </a:lnTo>
                <a:lnTo>
                  <a:pt x="53" y="84"/>
                </a:lnTo>
                <a:lnTo>
                  <a:pt x="58" y="69"/>
                </a:lnTo>
                <a:lnTo>
                  <a:pt x="58" y="47"/>
                </a:lnTo>
                <a:lnTo>
                  <a:pt x="63" y="32"/>
                </a:lnTo>
                <a:lnTo>
                  <a:pt x="69" y="21"/>
                </a:lnTo>
                <a:lnTo>
                  <a:pt x="69" y="11"/>
                </a:lnTo>
                <a:lnTo>
                  <a:pt x="74" y="5"/>
                </a:lnTo>
                <a:lnTo>
                  <a:pt x="74" y="0"/>
                </a:lnTo>
                <a:lnTo>
                  <a:pt x="79" y="0"/>
                </a:lnTo>
                <a:lnTo>
                  <a:pt x="79" y="5"/>
                </a:lnTo>
                <a:lnTo>
                  <a:pt x="84" y="11"/>
                </a:lnTo>
                <a:lnTo>
                  <a:pt x="84" y="16"/>
                </a:lnTo>
                <a:lnTo>
                  <a:pt x="90" y="26"/>
                </a:lnTo>
                <a:lnTo>
                  <a:pt x="90" y="37"/>
                </a:lnTo>
                <a:lnTo>
                  <a:pt x="90" y="47"/>
                </a:lnTo>
                <a:lnTo>
                  <a:pt x="95" y="63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1" name="Freeform 83"/>
          <p:cNvSpPr/>
          <p:nvPr/>
        </p:nvSpPr>
        <p:spPr>
          <a:xfrm>
            <a:off x="3651250" y="5226050"/>
            <a:ext cx="209550" cy="412750"/>
          </a:xfrm>
          <a:custGeom>
            <a:avLst/>
            <a:gdLst>
              <a:gd name="txL" fmla="*/ 0 w 132"/>
              <a:gd name="txT" fmla="*/ 0 h 260"/>
              <a:gd name="txR" fmla="*/ 132 w 132"/>
              <a:gd name="txB" fmla="*/ 260 h 260"/>
            </a:gdLst>
            <a:ahLst/>
            <a:cxnLst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</a:cxnLst>
            <a:rect l="txL" t="txT" r="txR" b="txB"/>
            <a:pathLst>
              <a:path w="132" h="260">
                <a:moveTo>
                  <a:pt x="27" y="0"/>
                </a:moveTo>
                <a:lnTo>
                  <a:pt x="42" y="0"/>
                </a:lnTo>
                <a:lnTo>
                  <a:pt x="58" y="6"/>
                </a:lnTo>
                <a:lnTo>
                  <a:pt x="79" y="6"/>
                </a:lnTo>
                <a:lnTo>
                  <a:pt x="100" y="16"/>
                </a:lnTo>
                <a:lnTo>
                  <a:pt x="111" y="53"/>
                </a:lnTo>
                <a:lnTo>
                  <a:pt x="116" y="90"/>
                </a:lnTo>
                <a:lnTo>
                  <a:pt x="132" y="170"/>
                </a:lnTo>
                <a:lnTo>
                  <a:pt x="132" y="191"/>
                </a:lnTo>
                <a:lnTo>
                  <a:pt x="132" y="207"/>
                </a:lnTo>
                <a:lnTo>
                  <a:pt x="132" y="223"/>
                </a:lnTo>
                <a:lnTo>
                  <a:pt x="132" y="233"/>
                </a:lnTo>
                <a:lnTo>
                  <a:pt x="132" y="244"/>
                </a:lnTo>
                <a:lnTo>
                  <a:pt x="132" y="255"/>
                </a:lnTo>
                <a:lnTo>
                  <a:pt x="127" y="255"/>
                </a:lnTo>
                <a:lnTo>
                  <a:pt x="122" y="260"/>
                </a:lnTo>
                <a:lnTo>
                  <a:pt x="116" y="260"/>
                </a:lnTo>
                <a:lnTo>
                  <a:pt x="111" y="260"/>
                </a:lnTo>
                <a:lnTo>
                  <a:pt x="111" y="255"/>
                </a:lnTo>
                <a:lnTo>
                  <a:pt x="106" y="249"/>
                </a:lnTo>
                <a:lnTo>
                  <a:pt x="100" y="239"/>
                </a:lnTo>
                <a:lnTo>
                  <a:pt x="95" y="228"/>
                </a:lnTo>
                <a:lnTo>
                  <a:pt x="90" y="218"/>
                </a:lnTo>
                <a:lnTo>
                  <a:pt x="90" y="202"/>
                </a:lnTo>
                <a:lnTo>
                  <a:pt x="79" y="175"/>
                </a:lnTo>
                <a:lnTo>
                  <a:pt x="69" y="143"/>
                </a:lnTo>
                <a:lnTo>
                  <a:pt x="64" y="117"/>
                </a:lnTo>
                <a:lnTo>
                  <a:pt x="53" y="90"/>
                </a:lnTo>
                <a:lnTo>
                  <a:pt x="48" y="80"/>
                </a:lnTo>
                <a:lnTo>
                  <a:pt x="42" y="69"/>
                </a:lnTo>
                <a:lnTo>
                  <a:pt x="42" y="59"/>
                </a:lnTo>
                <a:lnTo>
                  <a:pt x="37" y="53"/>
                </a:lnTo>
                <a:lnTo>
                  <a:pt x="32" y="43"/>
                </a:lnTo>
                <a:lnTo>
                  <a:pt x="27" y="38"/>
                </a:lnTo>
                <a:lnTo>
                  <a:pt x="21" y="32"/>
                </a:lnTo>
                <a:lnTo>
                  <a:pt x="11" y="22"/>
                </a:lnTo>
                <a:lnTo>
                  <a:pt x="6" y="16"/>
                </a:lnTo>
                <a:lnTo>
                  <a:pt x="0" y="16"/>
                </a:lnTo>
                <a:lnTo>
                  <a:pt x="0" y="11"/>
                </a:lnTo>
                <a:lnTo>
                  <a:pt x="0" y="6"/>
                </a:lnTo>
                <a:lnTo>
                  <a:pt x="6" y="6"/>
                </a:lnTo>
                <a:lnTo>
                  <a:pt x="11" y="6"/>
                </a:lnTo>
                <a:lnTo>
                  <a:pt x="16" y="0"/>
                </a:lnTo>
                <a:lnTo>
                  <a:pt x="27" y="0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2" name="Freeform 84"/>
          <p:cNvSpPr/>
          <p:nvPr/>
        </p:nvSpPr>
        <p:spPr>
          <a:xfrm>
            <a:off x="4137025" y="4906963"/>
            <a:ext cx="176213" cy="1219200"/>
          </a:xfrm>
          <a:custGeom>
            <a:avLst/>
            <a:gdLst>
              <a:gd name="txL" fmla="*/ 0 w 111"/>
              <a:gd name="txT" fmla="*/ 0 h 768"/>
              <a:gd name="txR" fmla="*/ 111 w 111"/>
              <a:gd name="txB" fmla="*/ 768 h 768"/>
            </a:gdLst>
            <a:ahLst/>
            <a:cxnLst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111" h="768">
                <a:moveTo>
                  <a:pt x="0" y="0"/>
                </a:moveTo>
                <a:lnTo>
                  <a:pt x="5" y="0"/>
                </a:lnTo>
                <a:lnTo>
                  <a:pt x="11" y="0"/>
                </a:lnTo>
                <a:lnTo>
                  <a:pt x="16" y="0"/>
                </a:lnTo>
                <a:lnTo>
                  <a:pt x="21" y="0"/>
                </a:lnTo>
                <a:lnTo>
                  <a:pt x="27" y="0"/>
                </a:lnTo>
                <a:lnTo>
                  <a:pt x="37" y="0"/>
                </a:lnTo>
                <a:lnTo>
                  <a:pt x="48" y="0"/>
                </a:lnTo>
                <a:lnTo>
                  <a:pt x="58" y="6"/>
                </a:lnTo>
                <a:lnTo>
                  <a:pt x="69" y="6"/>
                </a:lnTo>
                <a:lnTo>
                  <a:pt x="79" y="11"/>
                </a:lnTo>
                <a:lnTo>
                  <a:pt x="90" y="16"/>
                </a:lnTo>
                <a:lnTo>
                  <a:pt x="95" y="16"/>
                </a:lnTo>
                <a:lnTo>
                  <a:pt x="100" y="21"/>
                </a:lnTo>
                <a:lnTo>
                  <a:pt x="106" y="21"/>
                </a:lnTo>
                <a:lnTo>
                  <a:pt x="111" y="27"/>
                </a:lnTo>
                <a:lnTo>
                  <a:pt x="111" y="32"/>
                </a:lnTo>
                <a:lnTo>
                  <a:pt x="111" y="37"/>
                </a:lnTo>
                <a:lnTo>
                  <a:pt x="111" y="43"/>
                </a:lnTo>
                <a:lnTo>
                  <a:pt x="111" y="48"/>
                </a:lnTo>
                <a:lnTo>
                  <a:pt x="106" y="53"/>
                </a:lnTo>
                <a:lnTo>
                  <a:pt x="106" y="59"/>
                </a:lnTo>
                <a:lnTo>
                  <a:pt x="106" y="64"/>
                </a:lnTo>
                <a:lnTo>
                  <a:pt x="106" y="74"/>
                </a:lnTo>
                <a:lnTo>
                  <a:pt x="100" y="85"/>
                </a:lnTo>
                <a:lnTo>
                  <a:pt x="100" y="101"/>
                </a:lnTo>
                <a:lnTo>
                  <a:pt x="100" y="111"/>
                </a:lnTo>
                <a:lnTo>
                  <a:pt x="100" y="133"/>
                </a:lnTo>
                <a:lnTo>
                  <a:pt x="100" y="154"/>
                </a:lnTo>
                <a:lnTo>
                  <a:pt x="100" y="175"/>
                </a:lnTo>
                <a:lnTo>
                  <a:pt x="100" y="196"/>
                </a:lnTo>
                <a:lnTo>
                  <a:pt x="100" y="223"/>
                </a:lnTo>
                <a:lnTo>
                  <a:pt x="100" y="254"/>
                </a:lnTo>
                <a:lnTo>
                  <a:pt x="95" y="281"/>
                </a:lnTo>
                <a:lnTo>
                  <a:pt x="95" y="318"/>
                </a:lnTo>
                <a:lnTo>
                  <a:pt x="95" y="350"/>
                </a:lnTo>
                <a:lnTo>
                  <a:pt x="95" y="387"/>
                </a:lnTo>
                <a:lnTo>
                  <a:pt x="95" y="419"/>
                </a:lnTo>
                <a:lnTo>
                  <a:pt x="95" y="450"/>
                </a:lnTo>
                <a:lnTo>
                  <a:pt x="95" y="482"/>
                </a:lnTo>
                <a:lnTo>
                  <a:pt x="95" y="509"/>
                </a:lnTo>
                <a:lnTo>
                  <a:pt x="95" y="535"/>
                </a:lnTo>
                <a:lnTo>
                  <a:pt x="95" y="562"/>
                </a:lnTo>
                <a:lnTo>
                  <a:pt x="95" y="583"/>
                </a:lnTo>
                <a:lnTo>
                  <a:pt x="95" y="604"/>
                </a:lnTo>
                <a:lnTo>
                  <a:pt x="95" y="625"/>
                </a:lnTo>
                <a:lnTo>
                  <a:pt x="95" y="641"/>
                </a:lnTo>
                <a:lnTo>
                  <a:pt x="90" y="657"/>
                </a:lnTo>
                <a:lnTo>
                  <a:pt x="90" y="673"/>
                </a:lnTo>
                <a:lnTo>
                  <a:pt x="90" y="683"/>
                </a:lnTo>
                <a:lnTo>
                  <a:pt x="90" y="694"/>
                </a:lnTo>
                <a:lnTo>
                  <a:pt x="90" y="704"/>
                </a:lnTo>
                <a:lnTo>
                  <a:pt x="85" y="715"/>
                </a:lnTo>
                <a:lnTo>
                  <a:pt x="85" y="731"/>
                </a:lnTo>
                <a:lnTo>
                  <a:pt x="79" y="742"/>
                </a:lnTo>
                <a:lnTo>
                  <a:pt x="74" y="752"/>
                </a:lnTo>
                <a:lnTo>
                  <a:pt x="74" y="757"/>
                </a:lnTo>
                <a:lnTo>
                  <a:pt x="69" y="763"/>
                </a:lnTo>
                <a:lnTo>
                  <a:pt x="69" y="768"/>
                </a:lnTo>
                <a:lnTo>
                  <a:pt x="63" y="763"/>
                </a:lnTo>
                <a:lnTo>
                  <a:pt x="58" y="757"/>
                </a:lnTo>
                <a:lnTo>
                  <a:pt x="53" y="752"/>
                </a:lnTo>
                <a:lnTo>
                  <a:pt x="53" y="747"/>
                </a:lnTo>
                <a:lnTo>
                  <a:pt x="48" y="742"/>
                </a:lnTo>
                <a:lnTo>
                  <a:pt x="48" y="731"/>
                </a:lnTo>
                <a:lnTo>
                  <a:pt x="48" y="720"/>
                </a:lnTo>
                <a:lnTo>
                  <a:pt x="42" y="699"/>
                </a:lnTo>
                <a:lnTo>
                  <a:pt x="42" y="683"/>
                </a:lnTo>
                <a:lnTo>
                  <a:pt x="37" y="662"/>
                </a:lnTo>
                <a:lnTo>
                  <a:pt x="37" y="641"/>
                </a:lnTo>
                <a:lnTo>
                  <a:pt x="37" y="636"/>
                </a:lnTo>
                <a:lnTo>
                  <a:pt x="37" y="630"/>
                </a:lnTo>
                <a:lnTo>
                  <a:pt x="37" y="620"/>
                </a:lnTo>
                <a:lnTo>
                  <a:pt x="37" y="609"/>
                </a:lnTo>
                <a:lnTo>
                  <a:pt x="32" y="599"/>
                </a:lnTo>
                <a:lnTo>
                  <a:pt x="32" y="583"/>
                </a:lnTo>
                <a:lnTo>
                  <a:pt x="32" y="567"/>
                </a:lnTo>
                <a:lnTo>
                  <a:pt x="32" y="546"/>
                </a:lnTo>
                <a:lnTo>
                  <a:pt x="32" y="524"/>
                </a:lnTo>
                <a:lnTo>
                  <a:pt x="32" y="503"/>
                </a:lnTo>
                <a:lnTo>
                  <a:pt x="32" y="477"/>
                </a:lnTo>
                <a:lnTo>
                  <a:pt x="32" y="450"/>
                </a:lnTo>
                <a:lnTo>
                  <a:pt x="32" y="419"/>
                </a:lnTo>
                <a:lnTo>
                  <a:pt x="32" y="387"/>
                </a:lnTo>
                <a:lnTo>
                  <a:pt x="32" y="355"/>
                </a:lnTo>
                <a:lnTo>
                  <a:pt x="32" y="318"/>
                </a:lnTo>
                <a:lnTo>
                  <a:pt x="32" y="286"/>
                </a:lnTo>
                <a:lnTo>
                  <a:pt x="32" y="249"/>
                </a:lnTo>
                <a:lnTo>
                  <a:pt x="32" y="223"/>
                </a:lnTo>
                <a:lnTo>
                  <a:pt x="32" y="191"/>
                </a:lnTo>
                <a:lnTo>
                  <a:pt x="27" y="164"/>
                </a:lnTo>
                <a:lnTo>
                  <a:pt x="27" y="143"/>
                </a:lnTo>
                <a:lnTo>
                  <a:pt x="27" y="122"/>
                </a:lnTo>
                <a:lnTo>
                  <a:pt x="27" y="101"/>
                </a:lnTo>
                <a:lnTo>
                  <a:pt x="27" y="80"/>
                </a:lnTo>
                <a:lnTo>
                  <a:pt x="21" y="64"/>
                </a:lnTo>
                <a:lnTo>
                  <a:pt x="21" y="53"/>
                </a:lnTo>
                <a:lnTo>
                  <a:pt x="21" y="43"/>
                </a:lnTo>
                <a:lnTo>
                  <a:pt x="21" y="32"/>
                </a:lnTo>
                <a:lnTo>
                  <a:pt x="16" y="27"/>
                </a:lnTo>
                <a:lnTo>
                  <a:pt x="16" y="21"/>
                </a:lnTo>
                <a:lnTo>
                  <a:pt x="16" y="16"/>
                </a:lnTo>
                <a:lnTo>
                  <a:pt x="5" y="11"/>
                </a:lnTo>
                <a:lnTo>
                  <a:pt x="0" y="6"/>
                </a:lnTo>
                <a:lnTo>
                  <a:pt x="0" y="0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3" name="Freeform 85"/>
          <p:cNvSpPr/>
          <p:nvPr/>
        </p:nvSpPr>
        <p:spPr>
          <a:xfrm>
            <a:off x="3810000" y="5470525"/>
            <a:ext cx="912813" cy="109538"/>
          </a:xfrm>
          <a:custGeom>
            <a:avLst/>
            <a:gdLst>
              <a:gd name="txL" fmla="*/ 0 w 575"/>
              <a:gd name="txT" fmla="*/ 0 h 69"/>
              <a:gd name="txR" fmla="*/ 575 w 575"/>
              <a:gd name="txB" fmla="*/ 69 h 6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75" h="69">
                <a:moveTo>
                  <a:pt x="554" y="11"/>
                </a:moveTo>
                <a:lnTo>
                  <a:pt x="565" y="16"/>
                </a:lnTo>
                <a:lnTo>
                  <a:pt x="570" y="16"/>
                </a:lnTo>
                <a:lnTo>
                  <a:pt x="575" y="21"/>
                </a:lnTo>
                <a:lnTo>
                  <a:pt x="575" y="27"/>
                </a:lnTo>
                <a:lnTo>
                  <a:pt x="575" y="32"/>
                </a:lnTo>
                <a:lnTo>
                  <a:pt x="570" y="32"/>
                </a:lnTo>
                <a:lnTo>
                  <a:pt x="565" y="37"/>
                </a:lnTo>
                <a:lnTo>
                  <a:pt x="560" y="37"/>
                </a:lnTo>
                <a:lnTo>
                  <a:pt x="554" y="42"/>
                </a:lnTo>
                <a:lnTo>
                  <a:pt x="544" y="42"/>
                </a:lnTo>
                <a:lnTo>
                  <a:pt x="538" y="42"/>
                </a:lnTo>
                <a:lnTo>
                  <a:pt x="528" y="42"/>
                </a:lnTo>
                <a:lnTo>
                  <a:pt x="517" y="42"/>
                </a:lnTo>
                <a:lnTo>
                  <a:pt x="502" y="42"/>
                </a:lnTo>
                <a:lnTo>
                  <a:pt x="491" y="42"/>
                </a:lnTo>
                <a:lnTo>
                  <a:pt x="470" y="42"/>
                </a:lnTo>
                <a:lnTo>
                  <a:pt x="454" y="42"/>
                </a:lnTo>
                <a:lnTo>
                  <a:pt x="428" y="48"/>
                </a:lnTo>
                <a:lnTo>
                  <a:pt x="407" y="48"/>
                </a:lnTo>
                <a:lnTo>
                  <a:pt x="375" y="48"/>
                </a:lnTo>
                <a:lnTo>
                  <a:pt x="343" y="48"/>
                </a:lnTo>
                <a:lnTo>
                  <a:pt x="312" y="53"/>
                </a:lnTo>
                <a:lnTo>
                  <a:pt x="275" y="53"/>
                </a:lnTo>
                <a:lnTo>
                  <a:pt x="233" y="58"/>
                </a:lnTo>
                <a:lnTo>
                  <a:pt x="196" y="64"/>
                </a:lnTo>
                <a:lnTo>
                  <a:pt x="159" y="64"/>
                </a:lnTo>
                <a:lnTo>
                  <a:pt x="127" y="69"/>
                </a:lnTo>
                <a:lnTo>
                  <a:pt x="95" y="69"/>
                </a:lnTo>
                <a:lnTo>
                  <a:pt x="69" y="69"/>
                </a:lnTo>
                <a:lnTo>
                  <a:pt x="43" y="69"/>
                </a:lnTo>
                <a:lnTo>
                  <a:pt x="22" y="69"/>
                </a:lnTo>
                <a:lnTo>
                  <a:pt x="0" y="69"/>
                </a:lnTo>
                <a:lnTo>
                  <a:pt x="0" y="37"/>
                </a:lnTo>
                <a:lnTo>
                  <a:pt x="16" y="37"/>
                </a:lnTo>
                <a:lnTo>
                  <a:pt x="37" y="37"/>
                </a:lnTo>
                <a:lnTo>
                  <a:pt x="58" y="37"/>
                </a:lnTo>
                <a:lnTo>
                  <a:pt x="80" y="37"/>
                </a:lnTo>
                <a:lnTo>
                  <a:pt x="85" y="37"/>
                </a:lnTo>
                <a:lnTo>
                  <a:pt x="90" y="37"/>
                </a:lnTo>
                <a:lnTo>
                  <a:pt x="101" y="32"/>
                </a:lnTo>
                <a:lnTo>
                  <a:pt x="106" y="32"/>
                </a:lnTo>
                <a:lnTo>
                  <a:pt x="117" y="32"/>
                </a:lnTo>
                <a:lnTo>
                  <a:pt x="132" y="32"/>
                </a:lnTo>
                <a:lnTo>
                  <a:pt x="143" y="32"/>
                </a:lnTo>
                <a:lnTo>
                  <a:pt x="159" y="32"/>
                </a:lnTo>
                <a:lnTo>
                  <a:pt x="169" y="27"/>
                </a:lnTo>
                <a:lnTo>
                  <a:pt x="185" y="27"/>
                </a:lnTo>
                <a:lnTo>
                  <a:pt x="206" y="27"/>
                </a:lnTo>
                <a:lnTo>
                  <a:pt x="222" y="27"/>
                </a:lnTo>
                <a:lnTo>
                  <a:pt x="243" y="21"/>
                </a:lnTo>
                <a:lnTo>
                  <a:pt x="264" y="21"/>
                </a:lnTo>
                <a:lnTo>
                  <a:pt x="285" y="21"/>
                </a:lnTo>
                <a:lnTo>
                  <a:pt x="306" y="16"/>
                </a:lnTo>
                <a:lnTo>
                  <a:pt x="333" y="16"/>
                </a:lnTo>
                <a:lnTo>
                  <a:pt x="354" y="16"/>
                </a:lnTo>
                <a:lnTo>
                  <a:pt x="375" y="11"/>
                </a:lnTo>
                <a:lnTo>
                  <a:pt x="391" y="11"/>
                </a:lnTo>
                <a:lnTo>
                  <a:pt x="412" y="11"/>
                </a:lnTo>
                <a:lnTo>
                  <a:pt x="428" y="11"/>
                </a:lnTo>
                <a:lnTo>
                  <a:pt x="443" y="5"/>
                </a:lnTo>
                <a:lnTo>
                  <a:pt x="454" y="5"/>
                </a:lnTo>
                <a:lnTo>
                  <a:pt x="470" y="5"/>
                </a:lnTo>
                <a:lnTo>
                  <a:pt x="480" y="5"/>
                </a:lnTo>
                <a:lnTo>
                  <a:pt x="491" y="5"/>
                </a:lnTo>
                <a:lnTo>
                  <a:pt x="496" y="5"/>
                </a:lnTo>
                <a:lnTo>
                  <a:pt x="507" y="0"/>
                </a:lnTo>
                <a:lnTo>
                  <a:pt x="512" y="0"/>
                </a:lnTo>
                <a:lnTo>
                  <a:pt x="517" y="0"/>
                </a:lnTo>
                <a:lnTo>
                  <a:pt x="528" y="0"/>
                </a:lnTo>
                <a:lnTo>
                  <a:pt x="538" y="5"/>
                </a:lnTo>
                <a:lnTo>
                  <a:pt x="544" y="5"/>
                </a:lnTo>
                <a:lnTo>
                  <a:pt x="554" y="11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5" name="Freeform 93"/>
          <p:cNvSpPr/>
          <p:nvPr/>
        </p:nvSpPr>
        <p:spPr>
          <a:xfrm>
            <a:off x="7312025" y="4867275"/>
            <a:ext cx="638175" cy="1196975"/>
          </a:xfrm>
          <a:custGeom>
            <a:avLst/>
            <a:gdLst>
              <a:gd name="txL" fmla="*/ 0 w 402"/>
              <a:gd name="txT" fmla="*/ 0 h 754"/>
              <a:gd name="txR" fmla="*/ 402 w 402"/>
              <a:gd name="txB" fmla="*/ 754 h 75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402" h="754">
                <a:moveTo>
                  <a:pt x="0" y="754"/>
                </a:moveTo>
                <a:lnTo>
                  <a:pt x="5" y="749"/>
                </a:lnTo>
                <a:lnTo>
                  <a:pt x="5" y="744"/>
                </a:lnTo>
                <a:lnTo>
                  <a:pt x="11" y="739"/>
                </a:lnTo>
                <a:lnTo>
                  <a:pt x="16" y="728"/>
                </a:lnTo>
                <a:lnTo>
                  <a:pt x="21" y="723"/>
                </a:lnTo>
                <a:lnTo>
                  <a:pt x="32" y="712"/>
                </a:lnTo>
                <a:lnTo>
                  <a:pt x="42" y="702"/>
                </a:lnTo>
                <a:lnTo>
                  <a:pt x="53" y="691"/>
                </a:lnTo>
                <a:lnTo>
                  <a:pt x="63" y="681"/>
                </a:lnTo>
                <a:lnTo>
                  <a:pt x="79" y="665"/>
                </a:lnTo>
                <a:lnTo>
                  <a:pt x="90" y="649"/>
                </a:lnTo>
                <a:lnTo>
                  <a:pt x="106" y="628"/>
                </a:lnTo>
                <a:lnTo>
                  <a:pt x="122" y="607"/>
                </a:lnTo>
                <a:lnTo>
                  <a:pt x="137" y="580"/>
                </a:lnTo>
                <a:lnTo>
                  <a:pt x="153" y="554"/>
                </a:lnTo>
                <a:lnTo>
                  <a:pt x="174" y="522"/>
                </a:lnTo>
                <a:lnTo>
                  <a:pt x="190" y="496"/>
                </a:lnTo>
                <a:lnTo>
                  <a:pt x="206" y="464"/>
                </a:lnTo>
                <a:lnTo>
                  <a:pt x="222" y="438"/>
                </a:lnTo>
                <a:lnTo>
                  <a:pt x="238" y="406"/>
                </a:lnTo>
                <a:lnTo>
                  <a:pt x="249" y="380"/>
                </a:lnTo>
                <a:lnTo>
                  <a:pt x="264" y="348"/>
                </a:lnTo>
                <a:lnTo>
                  <a:pt x="275" y="322"/>
                </a:lnTo>
                <a:lnTo>
                  <a:pt x="286" y="296"/>
                </a:lnTo>
                <a:lnTo>
                  <a:pt x="291" y="269"/>
                </a:lnTo>
                <a:lnTo>
                  <a:pt x="301" y="243"/>
                </a:lnTo>
                <a:lnTo>
                  <a:pt x="307" y="217"/>
                </a:lnTo>
                <a:lnTo>
                  <a:pt x="312" y="190"/>
                </a:lnTo>
                <a:lnTo>
                  <a:pt x="317" y="169"/>
                </a:lnTo>
                <a:lnTo>
                  <a:pt x="323" y="148"/>
                </a:lnTo>
                <a:lnTo>
                  <a:pt x="328" y="127"/>
                </a:lnTo>
                <a:lnTo>
                  <a:pt x="328" y="111"/>
                </a:lnTo>
                <a:lnTo>
                  <a:pt x="333" y="95"/>
                </a:lnTo>
                <a:lnTo>
                  <a:pt x="333" y="79"/>
                </a:lnTo>
                <a:lnTo>
                  <a:pt x="333" y="64"/>
                </a:lnTo>
                <a:lnTo>
                  <a:pt x="333" y="53"/>
                </a:lnTo>
                <a:lnTo>
                  <a:pt x="333" y="42"/>
                </a:lnTo>
                <a:lnTo>
                  <a:pt x="333" y="37"/>
                </a:lnTo>
                <a:lnTo>
                  <a:pt x="333" y="27"/>
                </a:lnTo>
                <a:lnTo>
                  <a:pt x="328" y="21"/>
                </a:lnTo>
                <a:lnTo>
                  <a:pt x="328" y="16"/>
                </a:lnTo>
                <a:lnTo>
                  <a:pt x="323" y="11"/>
                </a:lnTo>
                <a:lnTo>
                  <a:pt x="328" y="6"/>
                </a:lnTo>
                <a:lnTo>
                  <a:pt x="328" y="0"/>
                </a:lnTo>
                <a:lnTo>
                  <a:pt x="333" y="0"/>
                </a:lnTo>
                <a:lnTo>
                  <a:pt x="338" y="0"/>
                </a:lnTo>
                <a:lnTo>
                  <a:pt x="349" y="6"/>
                </a:lnTo>
                <a:lnTo>
                  <a:pt x="354" y="11"/>
                </a:lnTo>
                <a:lnTo>
                  <a:pt x="375" y="21"/>
                </a:lnTo>
                <a:lnTo>
                  <a:pt x="381" y="32"/>
                </a:lnTo>
                <a:lnTo>
                  <a:pt x="391" y="42"/>
                </a:lnTo>
                <a:lnTo>
                  <a:pt x="397" y="48"/>
                </a:lnTo>
                <a:lnTo>
                  <a:pt x="402" y="58"/>
                </a:lnTo>
                <a:lnTo>
                  <a:pt x="402" y="64"/>
                </a:lnTo>
                <a:lnTo>
                  <a:pt x="402" y="74"/>
                </a:lnTo>
                <a:lnTo>
                  <a:pt x="397" y="79"/>
                </a:lnTo>
                <a:lnTo>
                  <a:pt x="397" y="90"/>
                </a:lnTo>
                <a:lnTo>
                  <a:pt x="391" y="100"/>
                </a:lnTo>
                <a:lnTo>
                  <a:pt x="391" y="116"/>
                </a:lnTo>
                <a:lnTo>
                  <a:pt x="386" y="127"/>
                </a:lnTo>
                <a:lnTo>
                  <a:pt x="381" y="148"/>
                </a:lnTo>
                <a:lnTo>
                  <a:pt x="375" y="169"/>
                </a:lnTo>
                <a:lnTo>
                  <a:pt x="370" y="190"/>
                </a:lnTo>
                <a:lnTo>
                  <a:pt x="360" y="238"/>
                </a:lnTo>
                <a:lnTo>
                  <a:pt x="338" y="290"/>
                </a:lnTo>
                <a:lnTo>
                  <a:pt x="323" y="338"/>
                </a:lnTo>
                <a:lnTo>
                  <a:pt x="301" y="385"/>
                </a:lnTo>
                <a:lnTo>
                  <a:pt x="291" y="412"/>
                </a:lnTo>
                <a:lnTo>
                  <a:pt x="280" y="433"/>
                </a:lnTo>
                <a:lnTo>
                  <a:pt x="254" y="480"/>
                </a:lnTo>
                <a:lnTo>
                  <a:pt x="227" y="528"/>
                </a:lnTo>
                <a:lnTo>
                  <a:pt x="196" y="575"/>
                </a:lnTo>
                <a:lnTo>
                  <a:pt x="180" y="596"/>
                </a:lnTo>
                <a:lnTo>
                  <a:pt x="164" y="617"/>
                </a:lnTo>
                <a:lnTo>
                  <a:pt x="148" y="638"/>
                </a:lnTo>
                <a:lnTo>
                  <a:pt x="137" y="654"/>
                </a:lnTo>
                <a:lnTo>
                  <a:pt x="122" y="670"/>
                </a:lnTo>
                <a:lnTo>
                  <a:pt x="111" y="686"/>
                </a:lnTo>
                <a:lnTo>
                  <a:pt x="95" y="696"/>
                </a:lnTo>
                <a:lnTo>
                  <a:pt x="85" y="707"/>
                </a:lnTo>
                <a:lnTo>
                  <a:pt x="63" y="718"/>
                </a:lnTo>
                <a:lnTo>
                  <a:pt x="48" y="733"/>
                </a:lnTo>
                <a:lnTo>
                  <a:pt x="37" y="739"/>
                </a:lnTo>
                <a:lnTo>
                  <a:pt x="32" y="744"/>
                </a:lnTo>
                <a:lnTo>
                  <a:pt x="26" y="744"/>
                </a:lnTo>
                <a:lnTo>
                  <a:pt x="21" y="749"/>
                </a:lnTo>
                <a:lnTo>
                  <a:pt x="11" y="754"/>
                </a:lnTo>
                <a:lnTo>
                  <a:pt x="5" y="754"/>
                </a:lnTo>
                <a:lnTo>
                  <a:pt x="0" y="754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6" name="Freeform 94"/>
          <p:cNvSpPr/>
          <p:nvPr/>
        </p:nvSpPr>
        <p:spPr>
          <a:xfrm>
            <a:off x="7789863" y="5253038"/>
            <a:ext cx="739775" cy="820737"/>
          </a:xfrm>
          <a:custGeom>
            <a:avLst/>
            <a:gdLst>
              <a:gd name="txL" fmla="*/ 0 w 466"/>
              <a:gd name="txT" fmla="*/ 0 h 517"/>
              <a:gd name="txR" fmla="*/ 466 w 466"/>
              <a:gd name="txB" fmla="*/ 517 h 51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66" h="517">
                <a:moveTo>
                  <a:pt x="466" y="485"/>
                </a:moveTo>
                <a:lnTo>
                  <a:pt x="466" y="490"/>
                </a:lnTo>
                <a:lnTo>
                  <a:pt x="460" y="490"/>
                </a:lnTo>
                <a:lnTo>
                  <a:pt x="455" y="496"/>
                </a:lnTo>
                <a:lnTo>
                  <a:pt x="450" y="496"/>
                </a:lnTo>
                <a:lnTo>
                  <a:pt x="439" y="501"/>
                </a:lnTo>
                <a:lnTo>
                  <a:pt x="429" y="501"/>
                </a:lnTo>
                <a:lnTo>
                  <a:pt x="418" y="501"/>
                </a:lnTo>
                <a:lnTo>
                  <a:pt x="402" y="506"/>
                </a:lnTo>
                <a:lnTo>
                  <a:pt x="386" y="506"/>
                </a:lnTo>
                <a:lnTo>
                  <a:pt x="371" y="511"/>
                </a:lnTo>
                <a:lnTo>
                  <a:pt x="355" y="511"/>
                </a:lnTo>
                <a:lnTo>
                  <a:pt x="344" y="517"/>
                </a:lnTo>
                <a:lnTo>
                  <a:pt x="334" y="517"/>
                </a:lnTo>
                <a:lnTo>
                  <a:pt x="323" y="517"/>
                </a:lnTo>
                <a:lnTo>
                  <a:pt x="318" y="517"/>
                </a:lnTo>
                <a:lnTo>
                  <a:pt x="307" y="517"/>
                </a:lnTo>
                <a:lnTo>
                  <a:pt x="297" y="517"/>
                </a:lnTo>
                <a:lnTo>
                  <a:pt x="286" y="517"/>
                </a:lnTo>
                <a:lnTo>
                  <a:pt x="275" y="511"/>
                </a:lnTo>
                <a:lnTo>
                  <a:pt x="270" y="506"/>
                </a:lnTo>
                <a:lnTo>
                  <a:pt x="265" y="501"/>
                </a:lnTo>
                <a:lnTo>
                  <a:pt x="259" y="496"/>
                </a:lnTo>
                <a:lnTo>
                  <a:pt x="249" y="485"/>
                </a:lnTo>
                <a:lnTo>
                  <a:pt x="244" y="469"/>
                </a:lnTo>
                <a:lnTo>
                  <a:pt x="233" y="453"/>
                </a:lnTo>
                <a:lnTo>
                  <a:pt x="217" y="432"/>
                </a:lnTo>
                <a:lnTo>
                  <a:pt x="207" y="411"/>
                </a:lnTo>
                <a:lnTo>
                  <a:pt x="191" y="385"/>
                </a:lnTo>
                <a:lnTo>
                  <a:pt x="180" y="369"/>
                </a:lnTo>
                <a:lnTo>
                  <a:pt x="175" y="353"/>
                </a:lnTo>
                <a:lnTo>
                  <a:pt x="164" y="337"/>
                </a:lnTo>
                <a:lnTo>
                  <a:pt x="154" y="322"/>
                </a:lnTo>
                <a:lnTo>
                  <a:pt x="143" y="300"/>
                </a:lnTo>
                <a:lnTo>
                  <a:pt x="133" y="285"/>
                </a:lnTo>
                <a:lnTo>
                  <a:pt x="122" y="264"/>
                </a:lnTo>
                <a:lnTo>
                  <a:pt x="111" y="242"/>
                </a:lnTo>
                <a:lnTo>
                  <a:pt x="96" y="221"/>
                </a:lnTo>
                <a:lnTo>
                  <a:pt x="85" y="195"/>
                </a:lnTo>
                <a:lnTo>
                  <a:pt x="69" y="174"/>
                </a:lnTo>
                <a:lnTo>
                  <a:pt x="59" y="148"/>
                </a:lnTo>
                <a:lnTo>
                  <a:pt x="43" y="121"/>
                </a:lnTo>
                <a:lnTo>
                  <a:pt x="32" y="95"/>
                </a:lnTo>
                <a:lnTo>
                  <a:pt x="16" y="63"/>
                </a:lnTo>
                <a:lnTo>
                  <a:pt x="0" y="37"/>
                </a:lnTo>
                <a:lnTo>
                  <a:pt x="11" y="0"/>
                </a:lnTo>
                <a:lnTo>
                  <a:pt x="32" y="37"/>
                </a:lnTo>
                <a:lnTo>
                  <a:pt x="53" y="74"/>
                </a:lnTo>
                <a:lnTo>
                  <a:pt x="80" y="116"/>
                </a:lnTo>
                <a:lnTo>
                  <a:pt x="106" y="158"/>
                </a:lnTo>
                <a:lnTo>
                  <a:pt x="122" y="184"/>
                </a:lnTo>
                <a:lnTo>
                  <a:pt x="138" y="206"/>
                </a:lnTo>
                <a:lnTo>
                  <a:pt x="148" y="227"/>
                </a:lnTo>
                <a:lnTo>
                  <a:pt x="164" y="248"/>
                </a:lnTo>
                <a:lnTo>
                  <a:pt x="180" y="264"/>
                </a:lnTo>
                <a:lnTo>
                  <a:pt x="191" y="285"/>
                </a:lnTo>
                <a:lnTo>
                  <a:pt x="207" y="300"/>
                </a:lnTo>
                <a:lnTo>
                  <a:pt x="217" y="316"/>
                </a:lnTo>
                <a:lnTo>
                  <a:pt x="233" y="332"/>
                </a:lnTo>
                <a:lnTo>
                  <a:pt x="244" y="348"/>
                </a:lnTo>
                <a:lnTo>
                  <a:pt x="265" y="364"/>
                </a:lnTo>
                <a:lnTo>
                  <a:pt x="281" y="374"/>
                </a:lnTo>
                <a:lnTo>
                  <a:pt x="302" y="390"/>
                </a:lnTo>
                <a:lnTo>
                  <a:pt x="323" y="401"/>
                </a:lnTo>
                <a:lnTo>
                  <a:pt x="344" y="417"/>
                </a:lnTo>
                <a:lnTo>
                  <a:pt x="365" y="427"/>
                </a:lnTo>
                <a:lnTo>
                  <a:pt x="392" y="438"/>
                </a:lnTo>
                <a:lnTo>
                  <a:pt x="408" y="448"/>
                </a:lnTo>
                <a:lnTo>
                  <a:pt x="429" y="459"/>
                </a:lnTo>
                <a:lnTo>
                  <a:pt x="439" y="464"/>
                </a:lnTo>
                <a:lnTo>
                  <a:pt x="450" y="475"/>
                </a:lnTo>
                <a:lnTo>
                  <a:pt x="460" y="480"/>
                </a:lnTo>
                <a:lnTo>
                  <a:pt x="466" y="485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64" name="Freeform 64"/>
          <p:cNvSpPr/>
          <p:nvPr/>
        </p:nvSpPr>
        <p:spPr>
          <a:xfrm>
            <a:off x="4283075" y="3227388"/>
            <a:ext cx="254000" cy="233362"/>
          </a:xfrm>
          <a:custGeom>
            <a:avLst/>
            <a:gdLst>
              <a:gd name="txL" fmla="*/ 0 w 8933"/>
              <a:gd name="txT" fmla="*/ 0 h 10000"/>
              <a:gd name="txR" fmla="*/ 8933 w 8933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8933" h="10000">
                <a:moveTo>
                  <a:pt x="3525" y="3535"/>
                </a:moveTo>
                <a:lnTo>
                  <a:pt x="2627" y="2859"/>
                </a:lnTo>
                <a:lnTo>
                  <a:pt x="2012" y="2501"/>
                </a:lnTo>
                <a:lnTo>
                  <a:pt x="1453" y="2108"/>
                </a:lnTo>
                <a:lnTo>
                  <a:pt x="838" y="1766"/>
                </a:lnTo>
                <a:cubicBezTo>
                  <a:pt x="743" y="1655"/>
                  <a:pt x="652" y="1542"/>
                  <a:pt x="559" y="1431"/>
                </a:cubicBezTo>
                <a:cubicBezTo>
                  <a:pt x="467" y="1296"/>
                  <a:pt x="377" y="1160"/>
                  <a:pt x="284" y="1025"/>
                </a:cubicBezTo>
                <a:lnTo>
                  <a:pt x="0" y="1025"/>
                </a:lnTo>
                <a:lnTo>
                  <a:pt x="0" y="678"/>
                </a:lnTo>
                <a:lnTo>
                  <a:pt x="284" y="678"/>
                </a:lnTo>
                <a:lnTo>
                  <a:pt x="559" y="678"/>
                </a:lnTo>
                <a:lnTo>
                  <a:pt x="838" y="678"/>
                </a:lnTo>
                <a:lnTo>
                  <a:pt x="1453" y="678"/>
                </a:lnTo>
                <a:lnTo>
                  <a:pt x="2012" y="678"/>
                </a:lnTo>
                <a:lnTo>
                  <a:pt x="2627" y="678"/>
                </a:lnTo>
                <a:lnTo>
                  <a:pt x="3240" y="678"/>
                </a:lnTo>
                <a:lnTo>
                  <a:pt x="4696" y="1025"/>
                </a:lnTo>
                <a:lnTo>
                  <a:pt x="5594" y="1431"/>
                </a:lnTo>
                <a:lnTo>
                  <a:pt x="6480" y="1431"/>
                </a:lnTo>
                <a:lnTo>
                  <a:pt x="7320" y="1431"/>
                </a:lnTo>
                <a:lnTo>
                  <a:pt x="7655" y="1431"/>
                </a:lnTo>
                <a:cubicBezTo>
                  <a:pt x="7753" y="1290"/>
                  <a:pt x="7844" y="1146"/>
                  <a:pt x="7940" y="1025"/>
                </a:cubicBezTo>
                <a:lnTo>
                  <a:pt x="8548" y="678"/>
                </a:lnTo>
                <a:lnTo>
                  <a:pt x="8548" y="0"/>
                </a:lnTo>
                <a:cubicBezTo>
                  <a:pt x="8595" y="1554"/>
                  <a:pt x="8933" y="8447"/>
                  <a:pt x="8832" y="10000"/>
                </a:cubicBezTo>
                <a:lnTo>
                  <a:pt x="7940" y="9321"/>
                </a:lnTo>
                <a:cubicBezTo>
                  <a:pt x="7845" y="9076"/>
                  <a:pt x="7751" y="8827"/>
                  <a:pt x="7655" y="8584"/>
                </a:cubicBezTo>
                <a:lnTo>
                  <a:pt x="7655" y="8235"/>
                </a:lnTo>
                <a:lnTo>
                  <a:pt x="7655" y="7482"/>
                </a:lnTo>
                <a:lnTo>
                  <a:pt x="7320" y="7143"/>
                </a:lnTo>
                <a:cubicBezTo>
                  <a:pt x="7235" y="7016"/>
                  <a:pt x="7134" y="6917"/>
                  <a:pt x="7039" y="6799"/>
                </a:cubicBezTo>
                <a:cubicBezTo>
                  <a:pt x="6947" y="6561"/>
                  <a:pt x="6853" y="6297"/>
                  <a:pt x="6760" y="6059"/>
                </a:cubicBezTo>
                <a:lnTo>
                  <a:pt x="6480" y="5700"/>
                </a:lnTo>
                <a:lnTo>
                  <a:pt x="5873" y="5024"/>
                </a:lnTo>
                <a:lnTo>
                  <a:pt x="5312" y="4639"/>
                </a:lnTo>
                <a:lnTo>
                  <a:pt x="4416" y="3949"/>
                </a:lnTo>
                <a:lnTo>
                  <a:pt x="3525" y="3535"/>
                </a:ln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64"/>
          <p:cNvSpPr/>
          <p:nvPr/>
        </p:nvSpPr>
        <p:spPr>
          <a:xfrm>
            <a:off x="3956050" y="2257425"/>
            <a:ext cx="719138" cy="144463"/>
          </a:xfrm>
          <a:custGeom>
            <a:avLst/>
            <a:gdLst>
              <a:gd name="txL" fmla="*/ 0 w 9869"/>
              <a:gd name="txT" fmla="*/ 0 h 10000"/>
              <a:gd name="txR" fmla="*/ 9869 w 9869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869" h="10000">
                <a:moveTo>
                  <a:pt x="7473" y="8203"/>
                </a:moveTo>
                <a:lnTo>
                  <a:pt x="7233" y="6995"/>
                </a:lnTo>
                <a:cubicBezTo>
                  <a:pt x="7168" y="6770"/>
                  <a:pt x="7081" y="6647"/>
                  <a:pt x="7015" y="6429"/>
                </a:cubicBezTo>
                <a:lnTo>
                  <a:pt x="6885" y="6429"/>
                </a:lnTo>
                <a:lnTo>
                  <a:pt x="6776" y="6429"/>
                </a:lnTo>
                <a:lnTo>
                  <a:pt x="6667" y="6429"/>
                </a:lnTo>
                <a:lnTo>
                  <a:pt x="6427" y="6429"/>
                </a:lnTo>
                <a:lnTo>
                  <a:pt x="6209" y="6429"/>
                </a:lnTo>
                <a:lnTo>
                  <a:pt x="5861" y="6429"/>
                </a:lnTo>
                <a:lnTo>
                  <a:pt x="5512" y="6429"/>
                </a:lnTo>
                <a:lnTo>
                  <a:pt x="5054" y="6429"/>
                </a:lnTo>
                <a:cubicBezTo>
                  <a:pt x="4902" y="6647"/>
                  <a:pt x="4749" y="6770"/>
                  <a:pt x="4597" y="6995"/>
                </a:cubicBezTo>
                <a:lnTo>
                  <a:pt x="4009" y="6995"/>
                </a:lnTo>
                <a:lnTo>
                  <a:pt x="3551" y="7650"/>
                </a:lnTo>
                <a:lnTo>
                  <a:pt x="2876" y="7650"/>
                </a:lnTo>
                <a:cubicBezTo>
                  <a:pt x="2636" y="7873"/>
                  <a:pt x="2418" y="7994"/>
                  <a:pt x="2179" y="8203"/>
                </a:cubicBezTo>
                <a:cubicBezTo>
                  <a:pt x="1939" y="8423"/>
                  <a:pt x="1721" y="8534"/>
                  <a:pt x="1481" y="8752"/>
                </a:cubicBezTo>
                <a:cubicBezTo>
                  <a:pt x="1264" y="8983"/>
                  <a:pt x="1024" y="9098"/>
                  <a:pt x="806" y="9307"/>
                </a:cubicBezTo>
                <a:lnTo>
                  <a:pt x="0" y="10000"/>
                </a:lnTo>
                <a:lnTo>
                  <a:pt x="0" y="5874"/>
                </a:lnTo>
                <a:lnTo>
                  <a:pt x="218" y="5874"/>
                </a:lnTo>
                <a:lnTo>
                  <a:pt x="566" y="5874"/>
                </a:lnTo>
                <a:lnTo>
                  <a:pt x="1024" y="5874"/>
                </a:lnTo>
                <a:cubicBezTo>
                  <a:pt x="1133" y="5653"/>
                  <a:pt x="1264" y="5553"/>
                  <a:pt x="1373" y="5332"/>
                </a:cubicBezTo>
                <a:lnTo>
                  <a:pt x="1961" y="5332"/>
                </a:lnTo>
                <a:lnTo>
                  <a:pt x="2418" y="4669"/>
                </a:lnTo>
                <a:lnTo>
                  <a:pt x="3094" y="4669"/>
                </a:lnTo>
                <a:cubicBezTo>
                  <a:pt x="3290" y="4433"/>
                  <a:pt x="3486" y="4311"/>
                  <a:pt x="3682" y="4108"/>
                </a:cubicBezTo>
                <a:cubicBezTo>
                  <a:pt x="3900" y="3871"/>
                  <a:pt x="4139" y="3777"/>
                  <a:pt x="4357" y="3546"/>
                </a:cubicBezTo>
                <a:lnTo>
                  <a:pt x="4815" y="3546"/>
                </a:lnTo>
                <a:lnTo>
                  <a:pt x="5272" y="2870"/>
                </a:lnTo>
                <a:cubicBezTo>
                  <a:pt x="5425" y="2654"/>
                  <a:pt x="5599" y="2561"/>
                  <a:pt x="5752" y="2316"/>
                </a:cubicBezTo>
                <a:lnTo>
                  <a:pt x="6078" y="2316"/>
                </a:lnTo>
                <a:cubicBezTo>
                  <a:pt x="6166" y="2120"/>
                  <a:pt x="6231" y="1996"/>
                  <a:pt x="6318" y="1762"/>
                </a:cubicBezTo>
                <a:lnTo>
                  <a:pt x="6558" y="1762"/>
                </a:lnTo>
                <a:cubicBezTo>
                  <a:pt x="6594" y="1578"/>
                  <a:pt x="6631" y="1417"/>
                  <a:pt x="6667" y="1210"/>
                </a:cubicBezTo>
                <a:lnTo>
                  <a:pt x="6776" y="1210"/>
                </a:lnTo>
                <a:cubicBezTo>
                  <a:pt x="6819" y="1002"/>
                  <a:pt x="6841" y="766"/>
                  <a:pt x="6885" y="561"/>
                </a:cubicBezTo>
                <a:lnTo>
                  <a:pt x="7124" y="561"/>
                </a:lnTo>
                <a:cubicBezTo>
                  <a:pt x="7190" y="335"/>
                  <a:pt x="7277" y="219"/>
                  <a:pt x="7342" y="0"/>
                </a:cubicBezTo>
                <a:cubicBezTo>
                  <a:pt x="7429" y="219"/>
                  <a:pt x="7495" y="335"/>
                  <a:pt x="7582" y="561"/>
                </a:cubicBezTo>
                <a:lnTo>
                  <a:pt x="7930" y="561"/>
                </a:lnTo>
                <a:cubicBezTo>
                  <a:pt x="8083" y="1002"/>
                  <a:pt x="8235" y="1324"/>
                  <a:pt x="8388" y="1762"/>
                </a:cubicBezTo>
                <a:cubicBezTo>
                  <a:pt x="8540" y="1996"/>
                  <a:pt x="8693" y="2120"/>
                  <a:pt x="8845" y="2316"/>
                </a:cubicBezTo>
                <a:cubicBezTo>
                  <a:pt x="8954" y="2561"/>
                  <a:pt x="9085" y="2654"/>
                  <a:pt x="9194" y="2870"/>
                </a:cubicBezTo>
                <a:cubicBezTo>
                  <a:pt x="9259" y="3116"/>
                  <a:pt x="9346" y="3337"/>
                  <a:pt x="9412" y="3546"/>
                </a:cubicBezTo>
                <a:cubicBezTo>
                  <a:pt x="9455" y="3777"/>
                  <a:pt x="9499" y="3871"/>
                  <a:pt x="9542" y="4108"/>
                </a:cubicBezTo>
                <a:cubicBezTo>
                  <a:pt x="9578" y="4295"/>
                  <a:pt x="9615" y="4468"/>
                  <a:pt x="9651" y="4669"/>
                </a:cubicBezTo>
                <a:cubicBezTo>
                  <a:pt x="9695" y="4887"/>
                  <a:pt x="9717" y="5093"/>
                  <a:pt x="9760" y="5332"/>
                </a:cubicBezTo>
                <a:lnTo>
                  <a:pt x="9869" y="5332"/>
                </a:lnTo>
                <a:lnTo>
                  <a:pt x="9869" y="5874"/>
                </a:ln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7" name="Freeform 64"/>
          <p:cNvSpPr/>
          <p:nvPr/>
        </p:nvSpPr>
        <p:spPr>
          <a:xfrm>
            <a:off x="4500563" y="2339975"/>
            <a:ext cx="174625" cy="1122363"/>
          </a:xfrm>
          <a:custGeom>
            <a:avLst/>
            <a:gdLst>
              <a:gd name="txL" fmla="*/ 0 w 9487"/>
              <a:gd name="txT" fmla="*/ 0 h 10000"/>
              <a:gd name="txR" fmla="*/ 9487 w 9487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487" h="10000">
                <a:moveTo>
                  <a:pt x="1378" y="8063"/>
                </a:moveTo>
                <a:lnTo>
                  <a:pt x="1378" y="7921"/>
                </a:lnTo>
                <a:lnTo>
                  <a:pt x="1804" y="7921"/>
                </a:lnTo>
                <a:lnTo>
                  <a:pt x="1804" y="7765"/>
                </a:lnTo>
                <a:lnTo>
                  <a:pt x="1804" y="7610"/>
                </a:lnTo>
                <a:lnTo>
                  <a:pt x="1804" y="7469"/>
                </a:lnTo>
                <a:lnTo>
                  <a:pt x="1804" y="7242"/>
                </a:lnTo>
                <a:lnTo>
                  <a:pt x="1804" y="7016"/>
                </a:lnTo>
                <a:lnTo>
                  <a:pt x="1804" y="6718"/>
                </a:lnTo>
                <a:lnTo>
                  <a:pt x="1804" y="6350"/>
                </a:lnTo>
                <a:lnTo>
                  <a:pt x="1804" y="5674"/>
                </a:lnTo>
                <a:lnTo>
                  <a:pt x="1804" y="4924"/>
                </a:lnTo>
                <a:lnTo>
                  <a:pt x="1804" y="4187"/>
                </a:lnTo>
                <a:cubicBezTo>
                  <a:pt x="1643" y="3932"/>
                  <a:pt x="1557" y="3692"/>
                  <a:pt x="1378" y="3439"/>
                </a:cubicBezTo>
                <a:lnTo>
                  <a:pt x="1378" y="3056"/>
                </a:lnTo>
                <a:lnTo>
                  <a:pt x="1378" y="2759"/>
                </a:lnTo>
                <a:lnTo>
                  <a:pt x="1378" y="2461"/>
                </a:lnTo>
                <a:lnTo>
                  <a:pt x="1378" y="2167"/>
                </a:lnTo>
                <a:lnTo>
                  <a:pt x="1378" y="1938"/>
                </a:lnTo>
                <a:lnTo>
                  <a:pt x="1378" y="1796"/>
                </a:lnTo>
                <a:cubicBezTo>
                  <a:pt x="1209" y="1740"/>
                  <a:pt x="1039" y="1700"/>
                  <a:pt x="866" y="1641"/>
                </a:cubicBezTo>
                <a:lnTo>
                  <a:pt x="866" y="1572"/>
                </a:lnTo>
                <a:lnTo>
                  <a:pt x="866" y="1343"/>
                </a:lnTo>
                <a:lnTo>
                  <a:pt x="866" y="1190"/>
                </a:lnTo>
                <a:lnTo>
                  <a:pt x="866" y="964"/>
                </a:lnTo>
                <a:lnTo>
                  <a:pt x="866" y="666"/>
                </a:lnTo>
                <a:lnTo>
                  <a:pt x="432" y="595"/>
                </a:lnTo>
                <a:lnTo>
                  <a:pt x="432" y="439"/>
                </a:lnTo>
                <a:cubicBezTo>
                  <a:pt x="260" y="398"/>
                  <a:pt x="177" y="340"/>
                  <a:pt x="0" y="299"/>
                </a:cubicBezTo>
                <a:lnTo>
                  <a:pt x="9487" y="0"/>
                </a:lnTo>
                <a:lnTo>
                  <a:pt x="9059" y="227"/>
                </a:lnTo>
                <a:lnTo>
                  <a:pt x="8617" y="299"/>
                </a:lnTo>
                <a:lnTo>
                  <a:pt x="8185" y="299"/>
                </a:lnTo>
                <a:cubicBezTo>
                  <a:pt x="8023" y="340"/>
                  <a:pt x="7844" y="398"/>
                  <a:pt x="7675" y="439"/>
                </a:cubicBezTo>
                <a:lnTo>
                  <a:pt x="7675" y="525"/>
                </a:lnTo>
                <a:cubicBezTo>
                  <a:pt x="7499" y="595"/>
                  <a:pt x="7416" y="680"/>
                  <a:pt x="7245" y="751"/>
                </a:cubicBezTo>
                <a:lnTo>
                  <a:pt x="7245" y="964"/>
                </a:lnTo>
                <a:lnTo>
                  <a:pt x="7245" y="1190"/>
                </a:lnTo>
                <a:lnTo>
                  <a:pt x="7245" y="1485"/>
                </a:lnTo>
                <a:lnTo>
                  <a:pt x="7245" y="1868"/>
                </a:lnTo>
                <a:lnTo>
                  <a:pt x="7245" y="2167"/>
                </a:lnTo>
                <a:cubicBezTo>
                  <a:pt x="7416" y="2293"/>
                  <a:pt x="7499" y="2406"/>
                  <a:pt x="7675" y="2533"/>
                </a:cubicBezTo>
                <a:lnTo>
                  <a:pt x="7675" y="2987"/>
                </a:lnTo>
                <a:lnTo>
                  <a:pt x="7675" y="3353"/>
                </a:lnTo>
                <a:cubicBezTo>
                  <a:pt x="7844" y="3508"/>
                  <a:pt x="8023" y="3649"/>
                  <a:pt x="8185" y="3805"/>
                </a:cubicBezTo>
                <a:lnTo>
                  <a:pt x="8185" y="4257"/>
                </a:lnTo>
                <a:lnTo>
                  <a:pt x="8185" y="4711"/>
                </a:lnTo>
                <a:cubicBezTo>
                  <a:pt x="8361" y="4851"/>
                  <a:pt x="8450" y="5007"/>
                  <a:pt x="8617" y="5149"/>
                </a:cubicBezTo>
                <a:lnTo>
                  <a:pt x="8617" y="5674"/>
                </a:lnTo>
                <a:lnTo>
                  <a:pt x="8617" y="6126"/>
                </a:lnTo>
                <a:lnTo>
                  <a:pt x="8617" y="6492"/>
                </a:lnTo>
                <a:lnTo>
                  <a:pt x="8617" y="6875"/>
                </a:lnTo>
                <a:lnTo>
                  <a:pt x="8617" y="7242"/>
                </a:lnTo>
                <a:lnTo>
                  <a:pt x="8617" y="7539"/>
                </a:lnTo>
                <a:lnTo>
                  <a:pt x="8617" y="7836"/>
                </a:lnTo>
                <a:lnTo>
                  <a:pt x="8617" y="8132"/>
                </a:lnTo>
                <a:cubicBezTo>
                  <a:pt x="8450" y="8205"/>
                  <a:pt x="8361" y="8287"/>
                  <a:pt x="8185" y="8360"/>
                </a:cubicBezTo>
                <a:lnTo>
                  <a:pt x="8185" y="8585"/>
                </a:lnTo>
                <a:cubicBezTo>
                  <a:pt x="8023" y="8657"/>
                  <a:pt x="7844" y="8742"/>
                  <a:pt x="7675" y="8814"/>
                </a:cubicBezTo>
                <a:cubicBezTo>
                  <a:pt x="7499" y="8883"/>
                  <a:pt x="7416" y="8967"/>
                  <a:pt x="7245" y="9038"/>
                </a:cubicBezTo>
                <a:cubicBezTo>
                  <a:pt x="7067" y="9081"/>
                  <a:pt x="6983" y="9137"/>
                  <a:pt x="6811" y="9180"/>
                </a:cubicBezTo>
                <a:cubicBezTo>
                  <a:pt x="6637" y="9235"/>
                  <a:pt x="6552" y="9278"/>
                  <a:pt x="6380" y="9337"/>
                </a:cubicBezTo>
                <a:cubicBezTo>
                  <a:pt x="6205" y="9378"/>
                  <a:pt x="6036" y="9433"/>
                  <a:pt x="5855" y="9477"/>
                </a:cubicBezTo>
                <a:cubicBezTo>
                  <a:pt x="5687" y="9534"/>
                  <a:pt x="5602" y="9575"/>
                  <a:pt x="5441" y="9633"/>
                </a:cubicBezTo>
                <a:lnTo>
                  <a:pt x="4477" y="9790"/>
                </a:lnTo>
                <a:lnTo>
                  <a:pt x="3623" y="9931"/>
                </a:lnTo>
                <a:lnTo>
                  <a:pt x="2667" y="10000"/>
                </a:lnTo>
                <a:lnTo>
                  <a:pt x="1804" y="10000"/>
                </a:lnTo>
                <a:lnTo>
                  <a:pt x="1378" y="9931"/>
                </a:lnTo>
                <a:lnTo>
                  <a:pt x="432" y="9858"/>
                </a:lnTo>
                <a:cubicBezTo>
                  <a:pt x="260" y="9803"/>
                  <a:pt x="177" y="9758"/>
                  <a:pt x="0" y="9704"/>
                </a:cubicBez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0" name="Freeform 76"/>
          <p:cNvSpPr/>
          <p:nvPr/>
        </p:nvSpPr>
        <p:spPr>
          <a:xfrm>
            <a:off x="8193088" y="2836863"/>
            <a:ext cx="284162" cy="461962"/>
          </a:xfrm>
          <a:custGeom>
            <a:avLst/>
            <a:gdLst>
              <a:gd name="txL" fmla="*/ 0 w 10000"/>
              <a:gd name="txT" fmla="*/ 0 h 9669"/>
              <a:gd name="txR" fmla="*/ 10000 w 10000"/>
              <a:gd name="txB" fmla="*/ 9669 h 966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9669">
                <a:moveTo>
                  <a:pt x="2905" y="8602"/>
                </a:moveTo>
                <a:lnTo>
                  <a:pt x="3239" y="8265"/>
                </a:lnTo>
                <a:lnTo>
                  <a:pt x="3239" y="7735"/>
                </a:lnTo>
                <a:lnTo>
                  <a:pt x="2905" y="7368"/>
                </a:lnTo>
                <a:lnTo>
                  <a:pt x="2905" y="6865"/>
                </a:lnTo>
                <a:cubicBezTo>
                  <a:pt x="2817" y="6691"/>
                  <a:pt x="2726" y="6513"/>
                  <a:pt x="2625" y="6335"/>
                </a:cubicBezTo>
                <a:cubicBezTo>
                  <a:pt x="2536" y="6102"/>
                  <a:pt x="2444" y="5866"/>
                  <a:pt x="2349" y="5636"/>
                </a:cubicBezTo>
                <a:cubicBezTo>
                  <a:pt x="2255" y="5337"/>
                  <a:pt x="2164" y="5037"/>
                  <a:pt x="2067" y="4733"/>
                </a:cubicBezTo>
                <a:cubicBezTo>
                  <a:pt x="1866" y="4442"/>
                  <a:pt x="1662" y="4154"/>
                  <a:pt x="1454" y="3863"/>
                </a:cubicBezTo>
                <a:cubicBezTo>
                  <a:pt x="1361" y="3574"/>
                  <a:pt x="1270" y="3290"/>
                  <a:pt x="1173" y="3000"/>
                </a:cubicBezTo>
                <a:lnTo>
                  <a:pt x="561" y="2300"/>
                </a:lnTo>
                <a:cubicBezTo>
                  <a:pt x="467" y="2065"/>
                  <a:pt x="382" y="1832"/>
                  <a:pt x="284" y="1601"/>
                </a:cubicBezTo>
                <a:cubicBezTo>
                  <a:pt x="185" y="1423"/>
                  <a:pt x="99" y="1246"/>
                  <a:pt x="0" y="1066"/>
                </a:cubicBezTo>
                <a:lnTo>
                  <a:pt x="0" y="533"/>
                </a:lnTo>
                <a:lnTo>
                  <a:pt x="0" y="366"/>
                </a:lnTo>
                <a:lnTo>
                  <a:pt x="0" y="0"/>
                </a:lnTo>
                <a:lnTo>
                  <a:pt x="284" y="0"/>
                </a:lnTo>
                <a:cubicBezTo>
                  <a:pt x="382" y="67"/>
                  <a:pt x="466" y="133"/>
                  <a:pt x="561" y="198"/>
                </a:cubicBezTo>
                <a:cubicBezTo>
                  <a:pt x="660" y="309"/>
                  <a:pt x="747" y="426"/>
                  <a:pt x="841" y="533"/>
                </a:cubicBezTo>
                <a:cubicBezTo>
                  <a:pt x="952" y="655"/>
                  <a:pt x="1069" y="777"/>
                  <a:pt x="1173" y="898"/>
                </a:cubicBezTo>
                <a:lnTo>
                  <a:pt x="1734" y="1402"/>
                </a:lnTo>
                <a:cubicBezTo>
                  <a:pt x="1939" y="1576"/>
                  <a:pt x="2143" y="1753"/>
                  <a:pt x="2349" y="1937"/>
                </a:cubicBezTo>
                <a:cubicBezTo>
                  <a:pt x="2536" y="2170"/>
                  <a:pt x="2726" y="2400"/>
                  <a:pt x="2905" y="2632"/>
                </a:cubicBezTo>
                <a:lnTo>
                  <a:pt x="3798" y="3535"/>
                </a:lnTo>
                <a:lnTo>
                  <a:pt x="4414" y="4398"/>
                </a:lnTo>
                <a:cubicBezTo>
                  <a:pt x="4605" y="4633"/>
                  <a:pt x="4790" y="4866"/>
                  <a:pt x="4976" y="5102"/>
                </a:cubicBezTo>
                <a:lnTo>
                  <a:pt x="5870" y="5800"/>
                </a:lnTo>
                <a:cubicBezTo>
                  <a:pt x="6068" y="5977"/>
                  <a:pt x="6276" y="6160"/>
                  <a:pt x="6486" y="6335"/>
                </a:cubicBezTo>
                <a:cubicBezTo>
                  <a:pt x="6664" y="6512"/>
                  <a:pt x="6854" y="6690"/>
                  <a:pt x="7038" y="6865"/>
                </a:cubicBezTo>
                <a:lnTo>
                  <a:pt x="7380" y="7202"/>
                </a:lnTo>
                <a:cubicBezTo>
                  <a:pt x="7563" y="7321"/>
                  <a:pt x="7740" y="7447"/>
                  <a:pt x="7935" y="7569"/>
                </a:cubicBezTo>
                <a:cubicBezTo>
                  <a:pt x="8044" y="7621"/>
                  <a:pt x="8150" y="7679"/>
                  <a:pt x="8268" y="7735"/>
                </a:cubicBezTo>
                <a:lnTo>
                  <a:pt x="8825" y="7898"/>
                </a:lnTo>
                <a:cubicBezTo>
                  <a:pt x="8924" y="8024"/>
                  <a:pt x="9014" y="8142"/>
                  <a:pt x="9103" y="8265"/>
                </a:cubicBezTo>
                <a:cubicBezTo>
                  <a:pt x="9214" y="8378"/>
                  <a:pt x="9334" y="8487"/>
                  <a:pt x="9443" y="8602"/>
                </a:cubicBezTo>
                <a:cubicBezTo>
                  <a:pt x="9532" y="8722"/>
                  <a:pt x="9633" y="8844"/>
                  <a:pt x="9720" y="8966"/>
                </a:cubicBezTo>
                <a:lnTo>
                  <a:pt x="10000" y="9298"/>
                </a:lnTo>
                <a:lnTo>
                  <a:pt x="10000" y="9669"/>
                </a:ln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76"/>
          <p:cNvSpPr/>
          <p:nvPr/>
        </p:nvSpPr>
        <p:spPr>
          <a:xfrm>
            <a:off x="7940675" y="3236913"/>
            <a:ext cx="536575" cy="200025"/>
          </a:xfrm>
          <a:custGeom>
            <a:avLst/>
            <a:gdLst>
              <a:gd name="txL" fmla="*/ 0 w 9550"/>
              <a:gd name="txT" fmla="*/ 0 h 10000"/>
              <a:gd name="txR" fmla="*/ 9550 w 955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9550" h="10000">
                <a:moveTo>
                  <a:pt x="1639" y="871"/>
                </a:moveTo>
                <a:lnTo>
                  <a:pt x="1951" y="1255"/>
                </a:lnTo>
                <a:lnTo>
                  <a:pt x="2402" y="1661"/>
                </a:lnTo>
                <a:lnTo>
                  <a:pt x="2687" y="1661"/>
                </a:lnTo>
                <a:lnTo>
                  <a:pt x="2997" y="1661"/>
                </a:lnTo>
                <a:lnTo>
                  <a:pt x="3281" y="2061"/>
                </a:lnTo>
                <a:lnTo>
                  <a:pt x="4042" y="2061"/>
                </a:lnTo>
                <a:lnTo>
                  <a:pt x="4776" y="1661"/>
                </a:lnTo>
                <a:lnTo>
                  <a:pt x="5085" y="1255"/>
                </a:lnTo>
                <a:lnTo>
                  <a:pt x="5369" y="1255"/>
                </a:lnTo>
                <a:cubicBezTo>
                  <a:pt x="5425" y="1137"/>
                  <a:pt x="5483" y="1005"/>
                  <a:pt x="5538" y="871"/>
                </a:cubicBezTo>
                <a:lnTo>
                  <a:pt x="5820" y="871"/>
                </a:lnTo>
                <a:cubicBezTo>
                  <a:pt x="5871" y="712"/>
                  <a:pt x="5917" y="544"/>
                  <a:pt x="5961" y="388"/>
                </a:cubicBezTo>
                <a:lnTo>
                  <a:pt x="5961" y="0"/>
                </a:lnTo>
                <a:cubicBezTo>
                  <a:pt x="6561" y="276"/>
                  <a:pt x="8951" y="1578"/>
                  <a:pt x="9550" y="2061"/>
                </a:cubicBezTo>
                <a:lnTo>
                  <a:pt x="9550" y="2941"/>
                </a:lnTo>
                <a:cubicBezTo>
                  <a:pt x="9504" y="3195"/>
                  <a:pt x="9456" y="3462"/>
                  <a:pt x="9409" y="3729"/>
                </a:cubicBezTo>
                <a:cubicBezTo>
                  <a:pt x="9304" y="4151"/>
                  <a:pt x="9200" y="4575"/>
                  <a:pt x="9096" y="4998"/>
                </a:cubicBezTo>
                <a:cubicBezTo>
                  <a:pt x="9052" y="5159"/>
                  <a:pt x="9005" y="5322"/>
                  <a:pt x="8955" y="5475"/>
                </a:cubicBezTo>
                <a:cubicBezTo>
                  <a:pt x="8910" y="5606"/>
                  <a:pt x="8862" y="5738"/>
                  <a:pt x="8817" y="5869"/>
                </a:cubicBezTo>
                <a:cubicBezTo>
                  <a:pt x="8771" y="6004"/>
                  <a:pt x="8722" y="6135"/>
                  <a:pt x="8673" y="6265"/>
                </a:cubicBezTo>
                <a:lnTo>
                  <a:pt x="8366" y="6667"/>
                </a:lnTo>
                <a:cubicBezTo>
                  <a:pt x="8258" y="6954"/>
                  <a:pt x="8156" y="7250"/>
                  <a:pt x="8052" y="7538"/>
                </a:cubicBezTo>
                <a:lnTo>
                  <a:pt x="7771" y="7938"/>
                </a:lnTo>
                <a:lnTo>
                  <a:pt x="7461" y="8336"/>
                </a:lnTo>
                <a:lnTo>
                  <a:pt x="7009" y="8807"/>
                </a:lnTo>
                <a:lnTo>
                  <a:pt x="6586" y="9211"/>
                </a:lnTo>
                <a:lnTo>
                  <a:pt x="6131" y="9603"/>
                </a:lnTo>
                <a:lnTo>
                  <a:pt x="5680" y="9603"/>
                </a:lnTo>
                <a:lnTo>
                  <a:pt x="5227" y="10000"/>
                </a:lnTo>
                <a:lnTo>
                  <a:pt x="4776" y="10000"/>
                </a:lnTo>
                <a:lnTo>
                  <a:pt x="4492" y="10000"/>
                </a:lnTo>
                <a:lnTo>
                  <a:pt x="3589" y="10000"/>
                </a:lnTo>
                <a:lnTo>
                  <a:pt x="2855" y="10000"/>
                </a:lnTo>
                <a:lnTo>
                  <a:pt x="2095" y="9603"/>
                </a:lnTo>
                <a:lnTo>
                  <a:pt x="1358" y="8807"/>
                </a:lnTo>
                <a:lnTo>
                  <a:pt x="1048" y="8336"/>
                </a:lnTo>
                <a:lnTo>
                  <a:pt x="595" y="7938"/>
                </a:lnTo>
                <a:lnTo>
                  <a:pt x="315" y="7538"/>
                </a:lnTo>
                <a:cubicBezTo>
                  <a:pt x="210" y="7248"/>
                  <a:pt x="106" y="6957"/>
                  <a:pt x="0" y="6667"/>
                </a:cubicBez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76"/>
          <p:cNvSpPr/>
          <p:nvPr/>
        </p:nvSpPr>
        <p:spPr>
          <a:xfrm>
            <a:off x="7639050" y="2684463"/>
            <a:ext cx="393700" cy="703262"/>
          </a:xfrm>
          <a:custGeom>
            <a:avLst/>
            <a:gdLst>
              <a:gd name="txL" fmla="*/ 0 w 10000"/>
              <a:gd name="txT" fmla="*/ 0 h 9889"/>
              <a:gd name="txR" fmla="*/ 10000 w 10000"/>
              <a:gd name="txB" fmla="*/ 9889 h 988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9889">
                <a:moveTo>
                  <a:pt x="4032" y="7767"/>
                </a:moveTo>
                <a:lnTo>
                  <a:pt x="3427" y="7055"/>
                </a:lnTo>
                <a:lnTo>
                  <a:pt x="2782" y="6362"/>
                </a:lnTo>
                <a:lnTo>
                  <a:pt x="2139" y="5648"/>
                </a:lnTo>
                <a:cubicBezTo>
                  <a:pt x="1988" y="5373"/>
                  <a:pt x="1842" y="5097"/>
                  <a:pt x="1695" y="4821"/>
                </a:cubicBezTo>
                <a:lnTo>
                  <a:pt x="1290" y="4129"/>
                </a:lnTo>
                <a:lnTo>
                  <a:pt x="847" y="3303"/>
                </a:lnTo>
                <a:cubicBezTo>
                  <a:pt x="779" y="3028"/>
                  <a:pt x="713" y="2753"/>
                  <a:pt x="645" y="2478"/>
                </a:cubicBezTo>
                <a:lnTo>
                  <a:pt x="203" y="1652"/>
                </a:lnTo>
                <a:lnTo>
                  <a:pt x="203" y="1295"/>
                </a:lnTo>
                <a:cubicBezTo>
                  <a:pt x="135" y="1184"/>
                  <a:pt x="68" y="1072"/>
                  <a:pt x="0" y="961"/>
                </a:cubicBezTo>
                <a:lnTo>
                  <a:pt x="0" y="714"/>
                </a:lnTo>
                <a:lnTo>
                  <a:pt x="0" y="469"/>
                </a:lnTo>
                <a:lnTo>
                  <a:pt x="0" y="245"/>
                </a:lnTo>
                <a:lnTo>
                  <a:pt x="0" y="134"/>
                </a:lnTo>
                <a:lnTo>
                  <a:pt x="203" y="0"/>
                </a:lnTo>
                <a:lnTo>
                  <a:pt x="203" y="134"/>
                </a:lnTo>
                <a:lnTo>
                  <a:pt x="442" y="134"/>
                </a:lnTo>
                <a:lnTo>
                  <a:pt x="442" y="245"/>
                </a:lnTo>
                <a:lnTo>
                  <a:pt x="645" y="358"/>
                </a:lnTo>
                <a:lnTo>
                  <a:pt x="645" y="469"/>
                </a:lnTo>
                <a:cubicBezTo>
                  <a:pt x="712" y="551"/>
                  <a:pt x="780" y="632"/>
                  <a:pt x="847" y="714"/>
                </a:cubicBezTo>
                <a:lnTo>
                  <a:pt x="847" y="826"/>
                </a:lnTo>
                <a:cubicBezTo>
                  <a:pt x="929" y="908"/>
                  <a:pt x="1009" y="991"/>
                  <a:pt x="1088" y="1072"/>
                </a:cubicBezTo>
                <a:lnTo>
                  <a:pt x="1088" y="1295"/>
                </a:lnTo>
                <a:cubicBezTo>
                  <a:pt x="1157" y="1377"/>
                  <a:pt x="1222" y="1459"/>
                  <a:pt x="1290" y="1540"/>
                </a:cubicBezTo>
                <a:cubicBezTo>
                  <a:pt x="1358" y="1659"/>
                  <a:pt x="1422" y="1779"/>
                  <a:pt x="1493" y="1897"/>
                </a:cubicBezTo>
                <a:cubicBezTo>
                  <a:pt x="1638" y="2016"/>
                  <a:pt x="1787" y="2134"/>
                  <a:pt x="1936" y="2255"/>
                </a:cubicBezTo>
                <a:cubicBezTo>
                  <a:pt x="2001" y="2411"/>
                  <a:pt x="2068" y="2567"/>
                  <a:pt x="2139" y="2724"/>
                </a:cubicBezTo>
                <a:cubicBezTo>
                  <a:pt x="2269" y="2881"/>
                  <a:pt x="2405" y="3035"/>
                  <a:pt x="2540" y="3192"/>
                </a:cubicBezTo>
                <a:cubicBezTo>
                  <a:pt x="2686" y="3350"/>
                  <a:pt x="2835" y="3505"/>
                  <a:pt x="2984" y="3661"/>
                </a:cubicBezTo>
                <a:lnTo>
                  <a:pt x="3427" y="4241"/>
                </a:lnTo>
                <a:cubicBezTo>
                  <a:pt x="3497" y="4396"/>
                  <a:pt x="3561" y="4553"/>
                  <a:pt x="3629" y="4709"/>
                </a:cubicBezTo>
                <a:lnTo>
                  <a:pt x="4032" y="5180"/>
                </a:lnTo>
                <a:lnTo>
                  <a:pt x="4475" y="5536"/>
                </a:lnTo>
                <a:lnTo>
                  <a:pt x="4920" y="5894"/>
                </a:lnTo>
                <a:lnTo>
                  <a:pt x="5525" y="6251"/>
                </a:lnTo>
                <a:lnTo>
                  <a:pt x="5967" y="6585"/>
                </a:lnTo>
                <a:lnTo>
                  <a:pt x="6411" y="6831"/>
                </a:lnTo>
                <a:lnTo>
                  <a:pt x="7459" y="7299"/>
                </a:lnTo>
                <a:lnTo>
                  <a:pt x="7903" y="7411"/>
                </a:lnTo>
                <a:cubicBezTo>
                  <a:pt x="8040" y="7492"/>
                  <a:pt x="8169" y="7574"/>
                  <a:pt x="8303" y="7656"/>
                </a:cubicBezTo>
                <a:lnTo>
                  <a:pt x="8952" y="7767"/>
                </a:lnTo>
                <a:lnTo>
                  <a:pt x="9355" y="7880"/>
                </a:lnTo>
                <a:lnTo>
                  <a:pt x="10000" y="8014"/>
                </a:lnTo>
                <a:cubicBezTo>
                  <a:pt x="9792" y="8349"/>
                  <a:pt x="8497" y="9618"/>
                  <a:pt x="8107" y="9889"/>
                </a:cubicBezTo>
                <a:lnTo>
                  <a:pt x="7661" y="9643"/>
                </a:lnTo>
                <a:lnTo>
                  <a:pt x="7015" y="9531"/>
                </a:lnTo>
                <a:lnTo>
                  <a:pt x="6613" y="9306"/>
                </a:lnTo>
                <a:lnTo>
                  <a:pt x="6171" y="9062"/>
                </a:lnTo>
                <a:lnTo>
                  <a:pt x="5765" y="8816"/>
                </a:lnTo>
                <a:lnTo>
                  <a:pt x="5323" y="8594"/>
                </a:lnTo>
                <a:lnTo>
                  <a:pt x="4920" y="8349"/>
                </a:lnTo>
                <a:lnTo>
                  <a:pt x="4475" y="8014"/>
                </a:lnTo>
                <a:lnTo>
                  <a:pt x="4032" y="7767"/>
                </a:ln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86"/>
          <p:cNvSpPr/>
          <p:nvPr/>
        </p:nvSpPr>
        <p:spPr>
          <a:xfrm>
            <a:off x="4572000" y="5235575"/>
            <a:ext cx="285750" cy="268288"/>
          </a:xfrm>
          <a:custGeom>
            <a:avLst/>
            <a:gdLst>
              <a:gd name="txL" fmla="*/ 0 w 10000"/>
              <a:gd name="txT" fmla="*/ 0 h 9655"/>
              <a:gd name="txR" fmla="*/ 10000 w 10000"/>
              <a:gd name="txB" fmla="*/ 9655 h 965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9655">
                <a:moveTo>
                  <a:pt x="2393" y="571"/>
                </a:moveTo>
                <a:lnTo>
                  <a:pt x="2393" y="571"/>
                </a:lnTo>
                <a:lnTo>
                  <a:pt x="2058" y="284"/>
                </a:lnTo>
                <a:lnTo>
                  <a:pt x="9113" y="0"/>
                </a:lnTo>
                <a:cubicBezTo>
                  <a:pt x="9211" y="94"/>
                  <a:pt x="9289" y="188"/>
                  <a:pt x="9393" y="284"/>
                </a:cubicBezTo>
                <a:lnTo>
                  <a:pt x="9666" y="284"/>
                </a:lnTo>
                <a:lnTo>
                  <a:pt x="9666" y="571"/>
                </a:lnTo>
                <a:lnTo>
                  <a:pt x="10000" y="571"/>
                </a:lnTo>
                <a:lnTo>
                  <a:pt x="9666" y="912"/>
                </a:lnTo>
                <a:lnTo>
                  <a:pt x="9393" y="1199"/>
                </a:lnTo>
                <a:cubicBezTo>
                  <a:pt x="9289" y="1293"/>
                  <a:pt x="9211" y="1389"/>
                  <a:pt x="9113" y="1485"/>
                </a:cubicBezTo>
                <a:lnTo>
                  <a:pt x="8831" y="1485"/>
                </a:lnTo>
                <a:lnTo>
                  <a:pt x="8499" y="1485"/>
                </a:lnTo>
                <a:cubicBezTo>
                  <a:pt x="8401" y="1599"/>
                  <a:pt x="8326" y="1712"/>
                  <a:pt x="8223" y="1826"/>
                </a:cubicBezTo>
                <a:lnTo>
                  <a:pt x="7936" y="1826"/>
                </a:lnTo>
                <a:lnTo>
                  <a:pt x="7936" y="2113"/>
                </a:lnTo>
                <a:cubicBezTo>
                  <a:pt x="7859" y="2209"/>
                  <a:pt x="7759" y="2302"/>
                  <a:pt x="7666" y="2397"/>
                </a:cubicBezTo>
                <a:cubicBezTo>
                  <a:pt x="7559" y="2493"/>
                  <a:pt x="7451" y="2589"/>
                  <a:pt x="7337" y="2686"/>
                </a:cubicBezTo>
                <a:cubicBezTo>
                  <a:pt x="7233" y="2895"/>
                  <a:pt x="7151" y="3104"/>
                  <a:pt x="7054" y="3314"/>
                </a:cubicBezTo>
                <a:cubicBezTo>
                  <a:pt x="6966" y="3408"/>
                  <a:pt x="6873" y="3503"/>
                  <a:pt x="6786" y="3598"/>
                </a:cubicBezTo>
                <a:cubicBezTo>
                  <a:pt x="6579" y="3808"/>
                  <a:pt x="6370" y="4018"/>
                  <a:pt x="6175" y="4227"/>
                </a:cubicBezTo>
                <a:cubicBezTo>
                  <a:pt x="6076" y="4419"/>
                  <a:pt x="5987" y="4606"/>
                  <a:pt x="5890" y="4799"/>
                </a:cubicBezTo>
                <a:cubicBezTo>
                  <a:pt x="5798" y="5008"/>
                  <a:pt x="5711" y="5218"/>
                  <a:pt x="5616" y="5428"/>
                </a:cubicBezTo>
                <a:cubicBezTo>
                  <a:pt x="5511" y="5637"/>
                  <a:pt x="5399" y="5846"/>
                  <a:pt x="5285" y="6056"/>
                </a:cubicBezTo>
                <a:lnTo>
                  <a:pt x="4725" y="6969"/>
                </a:lnTo>
                <a:cubicBezTo>
                  <a:pt x="4635" y="7161"/>
                  <a:pt x="4537" y="7350"/>
                  <a:pt x="4450" y="7541"/>
                </a:cubicBezTo>
                <a:lnTo>
                  <a:pt x="3837" y="8454"/>
                </a:lnTo>
                <a:cubicBezTo>
                  <a:pt x="3635" y="8760"/>
                  <a:pt x="3439" y="9065"/>
                  <a:pt x="3227" y="9371"/>
                </a:cubicBezTo>
                <a:lnTo>
                  <a:pt x="0" y="9655"/>
                </a:lnTo>
                <a:cubicBezTo>
                  <a:pt x="215" y="9350"/>
                  <a:pt x="422" y="9045"/>
                  <a:pt x="626" y="8742"/>
                </a:cubicBezTo>
                <a:cubicBezTo>
                  <a:pt x="722" y="8437"/>
                  <a:pt x="811" y="8131"/>
                  <a:pt x="906" y="7825"/>
                </a:cubicBezTo>
                <a:cubicBezTo>
                  <a:pt x="1005" y="7541"/>
                  <a:pt x="1119" y="7253"/>
                  <a:pt x="1235" y="6969"/>
                </a:cubicBezTo>
                <a:cubicBezTo>
                  <a:pt x="1325" y="6665"/>
                  <a:pt x="1416" y="6359"/>
                  <a:pt x="1517" y="6056"/>
                </a:cubicBezTo>
                <a:cubicBezTo>
                  <a:pt x="1612" y="5751"/>
                  <a:pt x="1696" y="5445"/>
                  <a:pt x="1792" y="5140"/>
                </a:cubicBezTo>
                <a:cubicBezTo>
                  <a:pt x="1878" y="4930"/>
                  <a:pt x="1972" y="4722"/>
                  <a:pt x="2058" y="4512"/>
                </a:cubicBezTo>
                <a:lnTo>
                  <a:pt x="2393" y="3943"/>
                </a:lnTo>
                <a:lnTo>
                  <a:pt x="2393" y="3314"/>
                </a:lnTo>
                <a:cubicBezTo>
                  <a:pt x="2489" y="3009"/>
                  <a:pt x="2588" y="2703"/>
                  <a:pt x="2678" y="2397"/>
                </a:cubicBezTo>
                <a:lnTo>
                  <a:pt x="2678" y="1485"/>
                </a:lnTo>
                <a:lnTo>
                  <a:pt x="2678" y="912"/>
                </a:lnTo>
                <a:cubicBezTo>
                  <a:pt x="2588" y="799"/>
                  <a:pt x="2489" y="686"/>
                  <a:pt x="2393" y="571"/>
                </a:cubicBezTo>
              </a:path>
            </a:pathLst>
          </a:custGeom>
          <a:solidFill>
            <a:srgbClr val="669E40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74" name="Freeform 86"/>
          <p:cNvSpPr/>
          <p:nvPr/>
        </p:nvSpPr>
        <p:spPr>
          <a:xfrm>
            <a:off x="3743325" y="5159375"/>
            <a:ext cx="1096963" cy="142875"/>
          </a:xfrm>
          <a:custGeom>
            <a:avLst/>
            <a:gdLst>
              <a:gd name="txL" fmla="*/ 0 w 9927"/>
              <a:gd name="txT" fmla="*/ 0 h 10000"/>
              <a:gd name="txR" fmla="*/ 9927 w 9927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927" h="10000">
                <a:moveTo>
                  <a:pt x="8117" y="6443"/>
                </a:moveTo>
                <a:lnTo>
                  <a:pt x="8117" y="6443"/>
                </a:lnTo>
                <a:cubicBezTo>
                  <a:pt x="8089" y="6260"/>
                  <a:pt x="8060" y="6075"/>
                  <a:pt x="8031" y="5889"/>
                </a:cubicBezTo>
                <a:lnTo>
                  <a:pt x="7888" y="5889"/>
                </a:lnTo>
                <a:lnTo>
                  <a:pt x="7815" y="5889"/>
                </a:lnTo>
                <a:lnTo>
                  <a:pt x="7585" y="5889"/>
                </a:lnTo>
                <a:lnTo>
                  <a:pt x="7428" y="5889"/>
                </a:lnTo>
                <a:lnTo>
                  <a:pt x="7198" y="5889"/>
                </a:lnTo>
                <a:lnTo>
                  <a:pt x="6897" y="5889"/>
                </a:lnTo>
                <a:lnTo>
                  <a:pt x="6752" y="5889"/>
                </a:lnTo>
                <a:lnTo>
                  <a:pt x="6522" y="5889"/>
                </a:lnTo>
                <a:lnTo>
                  <a:pt x="6292" y="6443"/>
                </a:lnTo>
                <a:lnTo>
                  <a:pt x="5991" y="6443"/>
                </a:lnTo>
                <a:lnTo>
                  <a:pt x="5689" y="6443"/>
                </a:lnTo>
                <a:lnTo>
                  <a:pt x="5388" y="6443"/>
                </a:lnTo>
                <a:lnTo>
                  <a:pt x="4999" y="7110"/>
                </a:lnTo>
                <a:lnTo>
                  <a:pt x="4555" y="7110"/>
                </a:lnTo>
                <a:lnTo>
                  <a:pt x="4095" y="7666"/>
                </a:lnTo>
                <a:lnTo>
                  <a:pt x="3635" y="7666"/>
                </a:lnTo>
                <a:lnTo>
                  <a:pt x="3117" y="8219"/>
                </a:lnTo>
                <a:lnTo>
                  <a:pt x="2586" y="8219"/>
                </a:lnTo>
                <a:lnTo>
                  <a:pt x="1969" y="8889"/>
                </a:lnTo>
                <a:lnTo>
                  <a:pt x="1365" y="9448"/>
                </a:lnTo>
                <a:lnTo>
                  <a:pt x="690" y="9448"/>
                </a:lnTo>
                <a:lnTo>
                  <a:pt x="0" y="10000"/>
                </a:lnTo>
                <a:lnTo>
                  <a:pt x="0" y="6443"/>
                </a:lnTo>
                <a:lnTo>
                  <a:pt x="86" y="6443"/>
                </a:lnTo>
                <a:lnTo>
                  <a:pt x="230" y="6443"/>
                </a:lnTo>
                <a:cubicBezTo>
                  <a:pt x="282" y="6260"/>
                  <a:pt x="336" y="6076"/>
                  <a:pt x="388" y="5889"/>
                </a:cubicBezTo>
                <a:lnTo>
                  <a:pt x="532" y="5889"/>
                </a:lnTo>
                <a:lnTo>
                  <a:pt x="761" y="5889"/>
                </a:lnTo>
                <a:lnTo>
                  <a:pt x="920" y="5889"/>
                </a:lnTo>
                <a:lnTo>
                  <a:pt x="1135" y="5889"/>
                </a:lnTo>
                <a:lnTo>
                  <a:pt x="1365" y="5889"/>
                </a:lnTo>
                <a:lnTo>
                  <a:pt x="1595" y="5335"/>
                </a:lnTo>
                <a:lnTo>
                  <a:pt x="1825" y="5335"/>
                </a:lnTo>
                <a:lnTo>
                  <a:pt x="2126" y="5335"/>
                </a:lnTo>
                <a:lnTo>
                  <a:pt x="2428" y="5335"/>
                </a:lnTo>
                <a:cubicBezTo>
                  <a:pt x="2529" y="5112"/>
                  <a:pt x="2629" y="4888"/>
                  <a:pt x="2730" y="4665"/>
                </a:cubicBezTo>
                <a:lnTo>
                  <a:pt x="3032" y="4665"/>
                </a:lnTo>
                <a:lnTo>
                  <a:pt x="3333" y="4112"/>
                </a:lnTo>
                <a:lnTo>
                  <a:pt x="3721" y="4112"/>
                </a:lnTo>
                <a:lnTo>
                  <a:pt x="4095" y="4112"/>
                </a:lnTo>
                <a:lnTo>
                  <a:pt x="4396" y="3556"/>
                </a:lnTo>
                <a:lnTo>
                  <a:pt x="4698" y="3556"/>
                </a:lnTo>
                <a:lnTo>
                  <a:pt x="4999" y="3556"/>
                </a:lnTo>
                <a:lnTo>
                  <a:pt x="5301" y="3556"/>
                </a:lnTo>
                <a:lnTo>
                  <a:pt x="5618" y="3000"/>
                </a:lnTo>
                <a:lnTo>
                  <a:pt x="5833" y="3000"/>
                </a:lnTo>
                <a:lnTo>
                  <a:pt x="6063" y="3000"/>
                </a:lnTo>
                <a:lnTo>
                  <a:pt x="6292" y="3000"/>
                </a:lnTo>
                <a:cubicBezTo>
                  <a:pt x="6369" y="2779"/>
                  <a:pt x="6445" y="2558"/>
                  <a:pt x="6522" y="2337"/>
                </a:cubicBezTo>
                <a:lnTo>
                  <a:pt x="6667" y="2337"/>
                </a:lnTo>
                <a:lnTo>
                  <a:pt x="6824" y="2337"/>
                </a:lnTo>
                <a:lnTo>
                  <a:pt x="6968" y="2337"/>
                </a:lnTo>
                <a:lnTo>
                  <a:pt x="7127" y="2337"/>
                </a:lnTo>
                <a:lnTo>
                  <a:pt x="7198" y="2337"/>
                </a:lnTo>
                <a:cubicBezTo>
                  <a:pt x="7251" y="2150"/>
                  <a:pt x="7303" y="1963"/>
                  <a:pt x="7356" y="1776"/>
                </a:cubicBezTo>
                <a:lnTo>
                  <a:pt x="7658" y="1776"/>
                </a:lnTo>
                <a:lnTo>
                  <a:pt x="7730" y="1776"/>
                </a:lnTo>
                <a:lnTo>
                  <a:pt x="7888" y="1776"/>
                </a:lnTo>
                <a:cubicBezTo>
                  <a:pt x="7912" y="1592"/>
                  <a:pt x="7935" y="1408"/>
                  <a:pt x="7960" y="1221"/>
                </a:cubicBezTo>
                <a:lnTo>
                  <a:pt x="8031" y="1221"/>
                </a:lnTo>
                <a:lnTo>
                  <a:pt x="8117" y="1221"/>
                </a:lnTo>
                <a:cubicBezTo>
                  <a:pt x="8141" y="1001"/>
                  <a:pt x="8165" y="776"/>
                  <a:pt x="8190" y="556"/>
                </a:cubicBezTo>
                <a:lnTo>
                  <a:pt x="8261" y="556"/>
                </a:lnTo>
                <a:cubicBezTo>
                  <a:pt x="8285" y="371"/>
                  <a:pt x="8309" y="184"/>
                  <a:pt x="8333" y="0"/>
                </a:cubicBezTo>
                <a:lnTo>
                  <a:pt x="8420" y="0"/>
                </a:lnTo>
                <a:lnTo>
                  <a:pt x="8491" y="0"/>
                </a:lnTo>
                <a:lnTo>
                  <a:pt x="8563" y="0"/>
                </a:lnTo>
                <a:lnTo>
                  <a:pt x="8649" y="0"/>
                </a:lnTo>
                <a:cubicBezTo>
                  <a:pt x="8673" y="184"/>
                  <a:pt x="8697" y="371"/>
                  <a:pt x="8721" y="556"/>
                </a:cubicBezTo>
                <a:lnTo>
                  <a:pt x="8793" y="556"/>
                </a:lnTo>
                <a:cubicBezTo>
                  <a:pt x="8845" y="780"/>
                  <a:pt x="8899" y="999"/>
                  <a:pt x="8951" y="1221"/>
                </a:cubicBezTo>
                <a:cubicBezTo>
                  <a:pt x="8998" y="1408"/>
                  <a:pt x="9047" y="1592"/>
                  <a:pt x="9094" y="1776"/>
                </a:cubicBezTo>
                <a:cubicBezTo>
                  <a:pt x="9195" y="2182"/>
                  <a:pt x="9295" y="2594"/>
                  <a:pt x="9396" y="3000"/>
                </a:cubicBezTo>
                <a:cubicBezTo>
                  <a:pt x="9448" y="3187"/>
                  <a:pt x="9502" y="3368"/>
                  <a:pt x="9554" y="3556"/>
                </a:cubicBezTo>
                <a:cubicBezTo>
                  <a:pt x="9578" y="3743"/>
                  <a:pt x="9602" y="3928"/>
                  <a:pt x="9626" y="4112"/>
                </a:cubicBezTo>
                <a:cubicBezTo>
                  <a:pt x="9678" y="4298"/>
                  <a:pt x="9732" y="4480"/>
                  <a:pt x="9784" y="4665"/>
                </a:cubicBezTo>
                <a:cubicBezTo>
                  <a:pt x="9808" y="4889"/>
                  <a:pt x="9832" y="5112"/>
                  <a:pt x="9856" y="5335"/>
                </a:cubicBezTo>
                <a:cubicBezTo>
                  <a:pt x="9880" y="5522"/>
                  <a:pt x="9903" y="5701"/>
                  <a:pt x="9927" y="5889"/>
                </a:cubicBezTo>
                <a:cubicBezTo>
                  <a:pt x="9649" y="6185"/>
                  <a:pt x="8492" y="7018"/>
                  <a:pt x="8190" y="7110"/>
                </a:cubicBezTo>
                <a:cubicBezTo>
                  <a:pt x="8165" y="6887"/>
                  <a:pt x="8141" y="6667"/>
                  <a:pt x="8117" y="6443"/>
                </a:cubicBezTo>
              </a:path>
            </a:pathLst>
          </a:custGeom>
          <a:solidFill>
            <a:srgbClr val="68A042">
              <a:alpha val="100000"/>
            </a:srgbClr>
          </a:solidFill>
          <a:ln w="5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066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8067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 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88069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663" y="1911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70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1911350"/>
            <a:ext cx="1901825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71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4557713"/>
            <a:ext cx="1900238" cy="1884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72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663" y="4557713"/>
            <a:ext cx="1900237" cy="1884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73" name="TextBox 35"/>
          <p:cNvSpPr txBox="1"/>
          <p:nvPr/>
        </p:nvSpPr>
        <p:spPr>
          <a:xfrm>
            <a:off x="3279775" y="1816100"/>
            <a:ext cx="1900238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500" b="1" dirty="0">
                <a:solidFill>
                  <a:srgbClr val="68A042"/>
                </a:solidFill>
                <a:latin typeface="楷体_GB2312" pitchFamily="49" charset="-122"/>
                <a:ea typeface="楷体_GB2312" pitchFamily="49" charset="-122"/>
              </a:rPr>
              <a:t>月</a:t>
            </a:r>
          </a:p>
        </p:txBody>
      </p:sp>
      <p:sp>
        <p:nvSpPr>
          <p:cNvPr id="88074" name="TextBox 37"/>
          <p:cNvSpPr txBox="1"/>
          <p:nvPr/>
        </p:nvSpPr>
        <p:spPr>
          <a:xfrm>
            <a:off x="6964363" y="1876425"/>
            <a:ext cx="1901825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500" b="1" dirty="0">
                <a:solidFill>
                  <a:srgbClr val="669E40"/>
                </a:solidFill>
                <a:latin typeface="楷体_GB2312" pitchFamily="49" charset="-122"/>
                <a:ea typeface="楷体_GB2312" pitchFamily="49" charset="-122"/>
              </a:rPr>
              <a:t>心</a:t>
            </a:r>
          </a:p>
        </p:txBody>
      </p:sp>
      <p:sp>
        <p:nvSpPr>
          <p:cNvPr id="88075" name="TextBox 44"/>
          <p:cNvSpPr txBox="1"/>
          <p:nvPr/>
        </p:nvSpPr>
        <p:spPr>
          <a:xfrm>
            <a:off x="3303588" y="4522788"/>
            <a:ext cx="1900237" cy="1862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500" b="1" dirty="0">
                <a:solidFill>
                  <a:srgbClr val="6AA343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</a:p>
        </p:txBody>
      </p:sp>
      <p:sp>
        <p:nvSpPr>
          <p:cNvPr id="88076" name="TextBox 45"/>
          <p:cNvSpPr txBox="1"/>
          <p:nvPr/>
        </p:nvSpPr>
        <p:spPr>
          <a:xfrm>
            <a:off x="7000875" y="4438650"/>
            <a:ext cx="1900238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500" b="1" dirty="0">
                <a:solidFill>
                  <a:srgbClr val="669E40"/>
                </a:solidFill>
                <a:latin typeface="楷体_GB2312" pitchFamily="49" charset="-122"/>
                <a:ea typeface="楷体_GB2312" pitchFamily="49" charset="-122"/>
              </a:rPr>
              <a:t>人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11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0115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汉字的笔顺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 Order(1)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747713" y="2235200"/>
          <a:ext cx="10945812" cy="294957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5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笔顺 </a:t>
                      </a:r>
                      <a:r>
                        <a:rPr lang="en-US" altLang="zh-CN" sz="2400" b="1" i="0" dirty="0">
                          <a:latin typeface="Bradley Hand ITC" panose="03070402050302030203" pitchFamily="66" charset="0"/>
                        </a:rPr>
                        <a:t>Rule</a:t>
                      </a:r>
                      <a:endParaRPr lang="zh-CN" altLang="en-US" sz="2400" b="1" i="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书写顺序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Stroke Order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43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/>
                        <a:t>先横后竖</a:t>
                      </a:r>
                      <a:endParaRPr lang="en-US" altLang="zh-CN" sz="2400" b="1" dirty="0">
                        <a:ea typeface="GB Pinyinok-D" pitchFamily="2" charset="-122"/>
                      </a:endParaRPr>
                    </a:p>
                    <a:p>
                      <a:pPr algn="l"/>
                      <a:r>
                        <a:rPr lang="en-US" altLang="zh-CN" sz="2400" dirty="0"/>
                        <a:t>Horizontal preceding</a:t>
                      </a:r>
                    </a:p>
                    <a:p>
                      <a:pPr algn="l"/>
                      <a:r>
                        <a:rPr lang="en-US" altLang="zh-CN" sz="2400" dirty="0"/>
                        <a:t>vertical</a:t>
                      </a:r>
                      <a:endParaRPr lang="zh-CN" altLang="en-US" sz="2400" dirty="0"/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十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shí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ten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工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ɡōnɡ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work, labor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一</a:t>
                      </a:r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</a:t>
                      </a: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十</a:t>
                      </a: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514350" indent="-514350" algn="l">
                        <a:buNone/>
                      </a:pPr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一</a:t>
                      </a:r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               工</a:t>
                      </a:r>
                      <a:endParaRPr lang="zh-CN" altLang="en-US" sz="3200" b="1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/>
                        <a:t>先撇后捺</a:t>
                      </a:r>
                      <a:endParaRPr lang="en-US" altLang="zh-CN" sz="2400" b="1" dirty="0">
                        <a:ea typeface="GB Pinyinok-D" pitchFamily="2" charset="-122"/>
                      </a:endParaRPr>
                    </a:p>
                    <a:p>
                      <a:pPr algn="l"/>
                      <a:r>
                        <a:rPr lang="en-US" altLang="zh-CN" sz="2400" b="0" dirty="0">
                          <a:latin typeface="+mn-lt"/>
                          <a:ea typeface="GB Pinyinok-D" pitchFamily="2" charset="-122"/>
                        </a:rPr>
                        <a:t>Left-falling preceding</a:t>
                      </a:r>
                    </a:p>
                    <a:p>
                      <a:pPr algn="l"/>
                      <a:r>
                        <a:rPr lang="en-US" altLang="zh-CN" sz="2400" b="0" dirty="0">
                          <a:latin typeface="+mn-lt"/>
                          <a:ea typeface="GB Pinyinok-D" pitchFamily="2" charset="-122"/>
                        </a:rPr>
                        <a:t>Right-falling</a:t>
                      </a:r>
                      <a:endParaRPr lang="zh-CN" altLang="en-US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八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bā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 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dirty="0"/>
                        <a:t>eight</a:t>
                      </a:r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人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rén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baseline="0" dirty="0"/>
                        <a:t>human</a:t>
                      </a:r>
                      <a:endParaRPr lang="zh-CN" altLang="en-US" sz="2400" dirty="0"/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  </a:t>
                      </a: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八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  </a:t>
                      </a:r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人</a:t>
                      </a:r>
                    </a:p>
                  </a:txBody>
                  <a:tcPr marL="123140" marR="123140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135" name="Freeform 93"/>
          <p:cNvSpPr/>
          <p:nvPr/>
        </p:nvSpPr>
        <p:spPr>
          <a:xfrm>
            <a:off x="8154988" y="4695825"/>
            <a:ext cx="252412" cy="287338"/>
          </a:xfrm>
          <a:custGeom>
            <a:avLst/>
            <a:gdLst>
              <a:gd name="txL" fmla="*/ 0 w 402"/>
              <a:gd name="txT" fmla="*/ 0 h 754"/>
              <a:gd name="txR" fmla="*/ 402 w 402"/>
              <a:gd name="txB" fmla="*/ 754 h 75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402" h="754">
                <a:moveTo>
                  <a:pt x="0" y="754"/>
                </a:moveTo>
                <a:lnTo>
                  <a:pt x="5" y="749"/>
                </a:lnTo>
                <a:lnTo>
                  <a:pt x="5" y="744"/>
                </a:lnTo>
                <a:lnTo>
                  <a:pt x="11" y="739"/>
                </a:lnTo>
                <a:lnTo>
                  <a:pt x="16" y="728"/>
                </a:lnTo>
                <a:lnTo>
                  <a:pt x="21" y="723"/>
                </a:lnTo>
                <a:lnTo>
                  <a:pt x="32" y="712"/>
                </a:lnTo>
                <a:lnTo>
                  <a:pt x="42" y="702"/>
                </a:lnTo>
                <a:lnTo>
                  <a:pt x="53" y="691"/>
                </a:lnTo>
                <a:lnTo>
                  <a:pt x="63" y="681"/>
                </a:lnTo>
                <a:lnTo>
                  <a:pt x="79" y="665"/>
                </a:lnTo>
                <a:lnTo>
                  <a:pt x="90" y="649"/>
                </a:lnTo>
                <a:lnTo>
                  <a:pt x="106" y="628"/>
                </a:lnTo>
                <a:lnTo>
                  <a:pt x="122" y="607"/>
                </a:lnTo>
                <a:lnTo>
                  <a:pt x="137" y="580"/>
                </a:lnTo>
                <a:lnTo>
                  <a:pt x="153" y="554"/>
                </a:lnTo>
                <a:lnTo>
                  <a:pt x="174" y="522"/>
                </a:lnTo>
                <a:lnTo>
                  <a:pt x="190" y="496"/>
                </a:lnTo>
                <a:lnTo>
                  <a:pt x="206" y="464"/>
                </a:lnTo>
                <a:lnTo>
                  <a:pt x="222" y="438"/>
                </a:lnTo>
                <a:lnTo>
                  <a:pt x="238" y="406"/>
                </a:lnTo>
                <a:lnTo>
                  <a:pt x="249" y="380"/>
                </a:lnTo>
                <a:lnTo>
                  <a:pt x="264" y="348"/>
                </a:lnTo>
                <a:lnTo>
                  <a:pt x="275" y="322"/>
                </a:lnTo>
                <a:lnTo>
                  <a:pt x="286" y="296"/>
                </a:lnTo>
                <a:lnTo>
                  <a:pt x="291" y="269"/>
                </a:lnTo>
                <a:lnTo>
                  <a:pt x="301" y="243"/>
                </a:lnTo>
                <a:lnTo>
                  <a:pt x="307" y="217"/>
                </a:lnTo>
                <a:lnTo>
                  <a:pt x="312" y="190"/>
                </a:lnTo>
                <a:lnTo>
                  <a:pt x="317" y="169"/>
                </a:lnTo>
                <a:lnTo>
                  <a:pt x="323" y="148"/>
                </a:lnTo>
                <a:lnTo>
                  <a:pt x="328" y="127"/>
                </a:lnTo>
                <a:lnTo>
                  <a:pt x="328" y="111"/>
                </a:lnTo>
                <a:lnTo>
                  <a:pt x="333" y="95"/>
                </a:lnTo>
                <a:lnTo>
                  <a:pt x="333" y="79"/>
                </a:lnTo>
                <a:lnTo>
                  <a:pt x="333" y="64"/>
                </a:lnTo>
                <a:lnTo>
                  <a:pt x="333" y="53"/>
                </a:lnTo>
                <a:lnTo>
                  <a:pt x="333" y="42"/>
                </a:lnTo>
                <a:lnTo>
                  <a:pt x="333" y="37"/>
                </a:lnTo>
                <a:lnTo>
                  <a:pt x="333" y="27"/>
                </a:lnTo>
                <a:lnTo>
                  <a:pt x="328" y="21"/>
                </a:lnTo>
                <a:lnTo>
                  <a:pt x="328" y="16"/>
                </a:lnTo>
                <a:lnTo>
                  <a:pt x="323" y="11"/>
                </a:lnTo>
                <a:lnTo>
                  <a:pt x="328" y="6"/>
                </a:lnTo>
                <a:lnTo>
                  <a:pt x="328" y="0"/>
                </a:lnTo>
                <a:lnTo>
                  <a:pt x="333" y="0"/>
                </a:lnTo>
                <a:lnTo>
                  <a:pt x="338" y="0"/>
                </a:lnTo>
                <a:lnTo>
                  <a:pt x="349" y="6"/>
                </a:lnTo>
                <a:lnTo>
                  <a:pt x="354" y="11"/>
                </a:lnTo>
                <a:lnTo>
                  <a:pt x="375" y="21"/>
                </a:lnTo>
                <a:lnTo>
                  <a:pt x="381" y="32"/>
                </a:lnTo>
                <a:lnTo>
                  <a:pt x="391" y="42"/>
                </a:lnTo>
                <a:lnTo>
                  <a:pt x="397" y="48"/>
                </a:lnTo>
                <a:lnTo>
                  <a:pt x="402" y="58"/>
                </a:lnTo>
                <a:lnTo>
                  <a:pt x="402" y="64"/>
                </a:lnTo>
                <a:lnTo>
                  <a:pt x="402" y="74"/>
                </a:lnTo>
                <a:lnTo>
                  <a:pt x="397" y="79"/>
                </a:lnTo>
                <a:lnTo>
                  <a:pt x="397" y="90"/>
                </a:lnTo>
                <a:lnTo>
                  <a:pt x="391" y="100"/>
                </a:lnTo>
                <a:lnTo>
                  <a:pt x="391" y="116"/>
                </a:lnTo>
                <a:lnTo>
                  <a:pt x="386" y="127"/>
                </a:lnTo>
                <a:lnTo>
                  <a:pt x="381" y="148"/>
                </a:lnTo>
                <a:lnTo>
                  <a:pt x="375" y="169"/>
                </a:lnTo>
                <a:lnTo>
                  <a:pt x="370" y="190"/>
                </a:lnTo>
                <a:lnTo>
                  <a:pt x="360" y="238"/>
                </a:lnTo>
                <a:lnTo>
                  <a:pt x="338" y="290"/>
                </a:lnTo>
                <a:lnTo>
                  <a:pt x="323" y="338"/>
                </a:lnTo>
                <a:lnTo>
                  <a:pt x="301" y="385"/>
                </a:lnTo>
                <a:lnTo>
                  <a:pt x="291" y="412"/>
                </a:lnTo>
                <a:lnTo>
                  <a:pt x="280" y="433"/>
                </a:lnTo>
                <a:lnTo>
                  <a:pt x="254" y="480"/>
                </a:lnTo>
                <a:lnTo>
                  <a:pt x="227" y="528"/>
                </a:lnTo>
                <a:lnTo>
                  <a:pt x="196" y="575"/>
                </a:lnTo>
                <a:lnTo>
                  <a:pt x="180" y="596"/>
                </a:lnTo>
                <a:lnTo>
                  <a:pt x="164" y="617"/>
                </a:lnTo>
                <a:lnTo>
                  <a:pt x="148" y="638"/>
                </a:lnTo>
                <a:lnTo>
                  <a:pt x="137" y="654"/>
                </a:lnTo>
                <a:lnTo>
                  <a:pt x="122" y="670"/>
                </a:lnTo>
                <a:lnTo>
                  <a:pt x="111" y="686"/>
                </a:lnTo>
                <a:lnTo>
                  <a:pt x="95" y="696"/>
                </a:lnTo>
                <a:lnTo>
                  <a:pt x="85" y="707"/>
                </a:lnTo>
                <a:lnTo>
                  <a:pt x="63" y="718"/>
                </a:lnTo>
                <a:lnTo>
                  <a:pt x="48" y="733"/>
                </a:lnTo>
                <a:lnTo>
                  <a:pt x="37" y="739"/>
                </a:lnTo>
                <a:lnTo>
                  <a:pt x="32" y="744"/>
                </a:lnTo>
                <a:lnTo>
                  <a:pt x="26" y="744"/>
                </a:lnTo>
                <a:lnTo>
                  <a:pt x="21" y="749"/>
                </a:lnTo>
                <a:lnTo>
                  <a:pt x="11" y="754"/>
                </a:lnTo>
                <a:lnTo>
                  <a:pt x="5" y="754"/>
                </a:lnTo>
                <a:lnTo>
                  <a:pt x="0" y="754"/>
                </a:lnTo>
              </a:path>
            </a:pathLst>
          </a:custGeom>
          <a:solidFill>
            <a:srgbClr val="C00000">
              <a:alpha val="100000"/>
            </a:srgbClr>
          </a:solidFill>
          <a:ln w="5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36" name="AutoShape 27"/>
          <p:cNvSpPr>
            <a:spLocks noChangeAspect="1" noTextEdit="1"/>
          </p:cNvSpPr>
          <p:nvPr/>
        </p:nvSpPr>
        <p:spPr>
          <a:xfrm>
            <a:off x="7459663" y="1438275"/>
            <a:ext cx="466725" cy="4667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37" name="Rectangle 29"/>
          <p:cNvSpPr/>
          <p:nvPr/>
        </p:nvSpPr>
        <p:spPr>
          <a:xfrm>
            <a:off x="7459663" y="1450975"/>
            <a:ext cx="101600" cy="201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90138" name="Freeform 30"/>
          <p:cNvSpPr>
            <a:spLocks noEditPoints="1"/>
          </p:cNvSpPr>
          <p:nvPr/>
        </p:nvSpPr>
        <p:spPr>
          <a:xfrm>
            <a:off x="7472363" y="1438275"/>
            <a:ext cx="441325" cy="454025"/>
          </a:xfrm>
          <a:custGeom>
            <a:avLst/>
            <a:gdLst>
              <a:gd name="txL" fmla="*/ 0 w 278"/>
              <a:gd name="txT" fmla="*/ 0 h 286"/>
              <a:gd name="txR" fmla="*/ 278 w 278"/>
              <a:gd name="txB" fmla="*/ 286 h 286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78" h="286">
                <a:moveTo>
                  <a:pt x="87" y="119"/>
                </a:moveTo>
                <a:lnTo>
                  <a:pt x="95" y="127"/>
                </a:lnTo>
                <a:lnTo>
                  <a:pt x="95" y="135"/>
                </a:lnTo>
                <a:lnTo>
                  <a:pt x="87" y="143"/>
                </a:lnTo>
                <a:lnTo>
                  <a:pt x="87" y="159"/>
                </a:lnTo>
                <a:lnTo>
                  <a:pt x="79" y="175"/>
                </a:lnTo>
                <a:lnTo>
                  <a:pt x="71" y="199"/>
                </a:lnTo>
                <a:lnTo>
                  <a:pt x="56" y="215"/>
                </a:lnTo>
                <a:lnTo>
                  <a:pt x="48" y="230"/>
                </a:lnTo>
                <a:lnTo>
                  <a:pt x="40" y="238"/>
                </a:lnTo>
                <a:lnTo>
                  <a:pt x="32" y="254"/>
                </a:lnTo>
                <a:lnTo>
                  <a:pt x="24" y="262"/>
                </a:lnTo>
                <a:lnTo>
                  <a:pt x="8" y="278"/>
                </a:lnTo>
                <a:lnTo>
                  <a:pt x="0" y="286"/>
                </a:lnTo>
                <a:lnTo>
                  <a:pt x="0" y="278"/>
                </a:lnTo>
                <a:lnTo>
                  <a:pt x="0" y="270"/>
                </a:lnTo>
                <a:lnTo>
                  <a:pt x="8" y="262"/>
                </a:lnTo>
                <a:lnTo>
                  <a:pt x="16" y="246"/>
                </a:lnTo>
                <a:lnTo>
                  <a:pt x="40" y="207"/>
                </a:lnTo>
                <a:lnTo>
                  <a:pt x="56" y="175"/>
                </a:lnTo>
                <a:lnTo>
                  <a:pt x="64" y="151"/>
                </a:lnTo>
                <a:lnTo>
                  <a:pt x="71" y="135"/>
                </a:lnTo>
                <a:lnTo>
                  <a:pt x="71" y="119"/>
                </a:lnTo>
                <a:lnTo>
                  <a:pt x="71" y="103"/>
                </a:lnTo>
                <a:lnTo>
                  <a:pt x="71" y="95"/>
                </a:lnTo>
                <a:lnTo>
                  <a:pt x="79" y="95"/>
                </a:lnTo>
                <a:lnTo>
                  <a:pt x="79" y="103"/>
                </a:lnTo>
                <a:lnTo>
                  <a:pt x="87" y="111"/>
                </a:lnTo>
                <a:lnTo>
                  <a:pt x="87" y="119"/>
                </a:lnTo>
                <a:close/>
                <a:moveTo>
                  <a:pt x="246" y="230"/>
                </a:moveTo>
                <a:lnTo>
                  <a:pt x="262" y="238"/>
                </a:lnTo>
                <a:lnTo>
                  <a:pt x="270" y="246"/>
                </a:lnTo>
                <a:lnTo>
                  <a:pt x="278" y="254"/>
                </a:lnTo>
                <a:lnTo>
                  <a:pt x="278" y="262"/>
                </a:lnTo>
                <a:lnTo>
                  <a:pt x="270" y="262"/>
                </a:lnTo>
                <a:lnTo>
                  <a:pt x="254" y="262"/>
                </a:lnTo>
                <a:lnTo>
                  <a:pt x="246" y="262"/>
                </a:lnTo>
                <a:lnTo>
                  <a:pt x="238" y="262"/>
                </a:lnTo>
                <a:lnTo>
                  <a:pt x="230" y="270"/>
                </a:lnTo>
                <a:lnTo>
                  <a:pt x="222" y="262"/>
                </a:lnTo>
                <a:lnTo>
                  <a:pt x="214" y="262"/>
                </a:lnTo>
                <a:lnTo>
                  <a:pt x="214" y="254"/>
                </a:lnTo>
                <a:lnTo>
                  <a:pt x="207" y="246"/>
                </a:lnTo>
                <a:lnTo>
                  <a:pt x="199" y="238"/>
                </a:lnTo>
                <a:lnTo>
                  <a:pt x="199" y="230"/>
                </a:lnTo>
                <a:lnTo>
                  <a:pt x="191" y="215"/>
                </a:lnTo>
                <a:lnTo>
                  <a:pt x="183" y="199"/>
                </a:lnTo>
                <a:lnTo>
                  <a:pt x="175" y="183"/>
                </a:lnTo>
                <a:lnTo>
                  <a:pt x="167" y="167"/>
                </a:lnTo>
                <a:lnTo>
                  <a:pt x="159" y="143"/>
                </a:lnTo>
                <a:lnTo>
                  <a:pt x="151" y="127"/>
                </a:lnTo>
                <a:lnTo>
                  <a:pt x="143" y="103"/>
                </a:lnTo>
                <a:lnTo>
                  <a:pt x="135" y="87"/>
                </a:lnTo>
                <a:lnTo>
                  <a:pt x="135" y="79"/>
                </a:lnTo>
                <a:lnTo>
                  <a:pt x="127" y="64"/>
                </a:lnTo>
                <a:lnTo>
                  <a:pt x="119" y="56"/>
                </a:lnTo>
                <a:lnTo>
                  <a:pt x="119" y="48"/>
                </a:lnTo>
                <a:lnTo>
                  <a:pt x="111" y="40"/>
                </a:lnTo>
                <a:lnTo>
                  <a:pt x="111" y="32"/>
                </a:lnTo>
                <a:lnTo>
                  <a:pt x="103" y="24"/>
                </a:lnTo>
                <a:lnTo>
                  <a:pt x="95" y="16"/>
                </a:lnTo>
                <a:lnTo>
                  <a:pt x="87" y="8"/>
                </a:lnTo>
                <a:lnTo>
                  <a:pt x="95" y="0"/>
                </a:lnTo>
                <a:lnTo>
                  <a:pt x="103" y="0"/>
                </a:lnTo>
                <a:lnTo>
                  <a:pt x="111" y="8"/>
                </a:lnTo>
                <a:lnTo>
                  <a:pt x="119" y="8"/>
                </a:lnTo>
                <a:lnTo>
                  <a:pt x="119" y="16"/>
                </a:lnTo>
                <a:lnTo>
                  <a:pt x="127" y="24"/>
                </a:lnTo>
                <a:lnTo>
                  <a:pt x="127" y="32"/>
                </a:lnTo>
                <a:lnTo>
                  <a:pt x="135" y="48"/>
                </a:lnTo>
                <a:lnTo>
                  <a:pt x="143" y="64"/>
                </a:lnTo>
                <a:lnTo>
                  <a:pt x="151" y="79"/>
                </a:lnTo>
                <a:lnTo>
                  <a:pt x="167" y="119"/>
                </a:lnTo>
                <a:lnTo>
                  <a:pt x="191" y="159"/>
                </a:lnTo>
                <a:lnTo>
                  <a:pt x="207" y="183"/>
                </a:lnTo>
                <a:lnTo>
                  <a:pt x="214" y="199"/>
                </a:lnTo>
                <a:lnTo>
                  <a:pt x="230" y="215"/>
                </a:lnTo>
                <a:lnTo>
                  <a:pt x="246" y="23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39" name="Freeform 31"/>
          <p:cNvSpPr/>
          <p:nvPr/>
        </p:nvSpPr>
        <p:spPr>
          <a:xfrm>
            <a:off x="8234363" y="4248150"/>
            <a:ext cx="136525" cy="215900"/>
          </a:xfrm>
          <a:custGeom>
            <a:avLst/>
            <a:gdLst>
              <a:gd name="txL" fmla="*/ 0 w 95"/>
              <a:gd name="txT" fmla="*/ 0 h 191"/>
              <a:gd name="txR" fmla="*/ 95 w 95"/>
              <a:gd name="txB" fmla="*/ 191 h 19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5" h="191">
                <a:moveTo>
                  <a:pt x="87" y="24"/>
                </a:moveTo>
                <a:lnTo>
                  <a:pt x="95" y="32"/>
                </a:lnTo>
                <a:lnTo>
                  <a:pt x="95" y="40"/>
                </a:lnTo>
                <a:lnTo>
                  <a:pt x="87" y="48"/>
                </a:lnTo>
                <a:lnTo>
                  <a:pt x="87" y="64"/>
                </a:lnTo>
                <a:lnTo>
                  <a:pt x="79" y="80"/>
                </a:lnTo>
                <a:lnTo>
                  <a:pt x="71" y="104"/>
                </a:lnTo>
                <a:lnTo>
                  <a:pt x="56" y="120"/>
                </a:lnTo>
                <a:lnTo>
                  <a:pt x="48" y="135"/>
                </a:lnTo>
                <a:lnTo>
                  <a:pt x="40" y="143"/>
                </a:lnTo>
                <a:lnTo>
                  <a:pt x="32" y="159"/>
                </a:lnTo>
                <a:lnTo>
                  <a:pt x="24" y="167"/>
                </a:lnTo>
                <a:lnTo>
                  <a:pt x="8" y="183"/>
                </a:lnTo>
                <a:lnTo>
                  <a:pt x="0" y="191"/>
                </a:lnTo>
                <a:lnTo>
                  <a:pt x="0" y="183"/>
                </a:lnTo>
                <a:lnTo>
                  <a:pt x="0" y="175"/>
                </a:lnTo>
                <a:lnTo>
                  <a:pt x="8" y="167"/>
                </a:lnTo>
                <a:lnTo>
                  <a:pt x="16" y="151"/>
                </a:lnTo>
                <a:lnTo>
                  <a:pt x="40" y="112"/>
                </a:lnTo>
                <a:lnTo>
                  <a:pt x="56" y="80"/>
                </a:lnTo>
                <a:lnTo>
                  <a:pt x="64" y="56"/>
                </a:lnTo>
                <a:lnTo>
                  <a:pt x="71" y="40"/>
                </a:lnTo>
                <a:lnTo>
                  <a:pt x="71" y="24"/>
                </a:lnTo>
                <a:lnTo>
                  <a:pt x="71" y="8"/>
                </a:lnTo>
                <a:lnTo>
                  <a:pt x="71" y="0"/>
                </a:lnTo>
                <a:lnTo>
                  <a:pt x="79" y="0"/>
                </a:lnTo>
                <a:lnTo>
                  <a:pt x="79" y="8"/>
                </a:lnTo>
                <a:lnTo>
                  <a:pt x="87" y="16"/>
                </a:lnTo>
                <a:lnTo>
                  <a:pt x="87" y="24"/>
                </a:lnTo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40" name="Rectangle 37"/>
          <p:cNvSpPr/>
          <p:nvPr/>
        </p:nvSpPr>
        <p:spPr>
          <a:xfrm>
            <a:off x="7940675" y="1230313"/>
            <a:ext cx="101600" cy="2016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90141" name="Freeform 38"/>
          <p:cNvSpPr>
            <a:spLocks noEditPoints="1"/>
          </p:cNvSpPr>
          <p:nvPr/>
        </p:nvSpPr>
        <p:spPr>
          <a:xfrm>
            <a:off x="7940675" y="1217613"/>
            <a:ext cx="454025" cy="454025"/>
          </a:xfrm>
          <a:custGeom>
            <a:avLst/>
            <a:gdLst>
              <a:gd name="txL" fmla="*/ 0 w 286"/>
              <a:gd name="txT" fmla="*/ 0 h 286"/>
              <a:gd name="txR" fmla="*/ 286 w 286"/>
              <a:gd name="txB" fmla="*/ 286 h 286"/>
            </a:gdLst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86" h="286">
                <a:moveTo>
                  <a:pt x="167" y="16"/>
                </a:moveTo>
                <a:lnTo>
                  <a:pt x="175" y="8"/>
                </a:lnTo>
                <a:lnTo>
                  <a:pt x="183" y="8"/>
                </a:lnTo>
                <a:lnTo>
                  <a:pt x="191" y="0"/>
                </a:lnTo>
                <a:lnTo>
                  <a:pt x="199" y="0"/>
                </a:lnTo>
                <a:lnTo>
                  <a:pt x="207" y="0"/>
                </a:lnTo>
                <a:lnTo>
                  <a:pt x="215" y="8"/>
                </a:lnTo>
                <a:lnTo>
                  <a:pt x="222" y="16"/>
                </a:lnTo>
                <a:lnTo>
                  <a:pt x="230" y="16"/>
                </a:lnTo>
                <a:lnTo>
                  <a:pt x="230" y="24"/>
                </a:lnTo>
                <a:lnTo>
                  <a:pt x="222" y="32"/>
                </a:lnTo>
                <a:lnTo>
                  <a:pt x="215" y="32"/>
                </a:lnTo>
                <a:lnTo>
                  <a:pt x="207" y="32"/>
                </a:lnTo>
                <a:lnTo>
                  <a:pt x="191" y="40"/>
                </a:lnTo>
                <a:lnTo>
                  <a:pt x="175" y="40"/>
                </a:lnTo>
                <a:lnTo>
                  <a:pt x="143" y="48"/>
                </a:lnTo>
                <a:lnTo>
                  <a:pt x="111" y="56"/>
                </a:lnTo>
                <a:lnTo>
                  <a:pt x="103" y="56"/>
                </a:lnTo>
                <a:lnTo>
                  <a:pt x="95" y="56"/>
                </a:lnTo>
                <a:lnTo>
                  <a:pt x="87" y="56"/>
                </a:lnTo>
                <a:lnTo>
                  <a:pt x="79" y="56"/>
                </a:lnTo>
                <a:lnTo>
                  <a:pt x="72" y="56"/>
                </a:lnTo>
                <a:lnTo>
                  <a:pt x="64" y="48"/>
                </a:lnTo>
                <a:lnTo>
                  <a:pt x="56" y="40"/>
                </a:lnTo>
                <a:lnTo>
                  <a:pt x="64" y="40"/>
                </a:lnTo>
                <a:lnTo>
                  <a:pt x="72" y="40"/>
                </a:lnTo>
                <a:lnTo>
                  <a:pt x="79" y="40"/>
                </a:lnTo>
                <a:lnTo>
                  <a:pt x="87" y="32"/>
                </a:lnTo>
                <a:lnTo>
                  <a:pt x="103" y="32"/>
                </a:lnTo>
                <a:lnTo>
                  <a:pt x="135" y="24"/>
                </a:lnTo>
                <a:lnTo>
                  <a:pt x="167" y="16"/>
                </a:lnTo>
                <a:close/>
                <a:moveTo>
                  <a:pt x="72" y="278"/>
                </a:moveTo>
                <a:lnTo>
                  <a:pt x="56" y="286"/>
                </a:lnTo>
                <a:lnTo>
                  <a:pt x="48" y="286"/>
                </a:lnTo>
                <a:lnTo>
                  <a:pt x="40" y="286"/>
                </a:lnTo>
                <a:lnTo>
                  <a:pt x="32" y="286"/>
                </a:lnTo>
                <a:lnTo>
                  <a:pt x="16" y="278"/>
                </a:lnTo>
                <a:lnTo>
                  <a:pt x="8" y="270"/>
                </a:lnTo>
                <a:lnTo>
                  <a:pt x="8" y="262"/>
                </a:lnTo>
                <a:lnTo>
                  <a:pt x="0" y="262"/>
                </a:lnTo>
                <a:lnTo>
                  <a:pt x="8" y="262"/>
                </a:lnTo>
                <a:lnTo>
                  <a:pt x="16" y="262"/>
                </a:lnTo>
                <a:lnTo>
                  <a:pt x="24" y="262"/>
                </a:lnTo>
                <a:lnTo>
                  <a:pt x="40" y="254"/>
                </a:lnTo>
                <a:lnTo>
                  <a:pt x="56" y="254"/>
                </a:lnTo>
                <a:lnTo>
                  <a:pt x="87" y="246"/>
                </a:lnTo>
                <a:lnTo>
                  <a:pt x="119" y="246"/>
                </a:lnTo>
                <a:lnTo>
                  <a:pt x="135" y="238"/>
                </a:lnTo>
                <a:lnTo>
                  <a:pt x="151" y="238"/>
                </a:lnTo>
                <a:lnTo>
                  <a:pt x="199" y="230"/>
                </a:lnTo>
                <a:lnTo>
                  <a:pt x="215" y="230"/>
                </a:lnTo>
                <a:lnTo>
                  <a:pt x="230" y="222"/>
                </a:lnTo>
                <a:lnTo>
                  <a:pt x="238" y="222"/>
                </a:lnTo>
                <a:lnTo>
                  <a:pt x="246" y="222"/>
                </a:lnTo>
                <a:lnTo>
                  <a:pt x="254" y="222"/>
                </a:lnTo>
                <a:lnTo>
                  <a:pt x="270" y="230"/>
                </a:lnTo>
                <a:lnTo>
                  <a:pt x="286" y="246"/>
                </a:lnTo>
                <a:lnTo>
                  <a:pt x="286" y="254"/>
                </a:lnTo>
                <a:lnTo>
                  <a:pt x="286" y="262"/>
                </a:lnTo>
                <a:lnTo>
                  <a:pt x="278" y="262"/>
                </a:lnTo>
                <a:lnTo>
                  <a:pt x="270" y="262"/>
                </a:lnTo>
                <a:lnTo>
                  <a:pt x="262" y="254"/>
                </a:lnTo>
                <a:lnTo>
                  <a:pt x="246" y="254"/>
                </a:lnTo>
                <a:lnTo>
                  <a:pt x="215" y="254"/>
                </a:lnTo>
                <a:lnTo>
                  <a:pt x="191" y="254"/>
                </a:lnTo>
                <a:lnTo>
                  <a:pt x="167" y="262"/>
                </a:lnTo>
                <a:lnTo>
                  <a:pt x="135" y="262"/>
                </a:lnTo>
                <a:lnTo>
                  <a:pt x="103" y="270"/>
                </a:lnTo>
                <a:lnTo>
                  <a:pt x="72" y="278"/>
                </a:lnTo>
                <a:close/>
                <a:moveTo>
                  <a:pt x="151" y="103"/>
                </a:moveTo>
                <a:lnTo>
                  <a:pt x="151" y="111"/>
                </a:lnTo>
                <a:lnTo>
                  <a:pt x="151" y="119"/>
                </a:lnTo>
                <a:lnTo>
                  <a:pt x="151" y="127"/>
                </a:lnTo>
                <a:lnTo>
                  <a:pt x="151" y="143"/>
                </a:lnTo>
                <a:lnTo>
                  <a:pt x="151" y="167"/>
                </a:lnTo>
                <a:lnTo>
                  <a:pt x="151" y="191"/>
                </a:lnTo>
                <a:lnTo>
                  <a:pt x="151" y="222"/>
                </a:lnTo>
                <a:lnTo>
                  <a:pt x="151" y="246"/>
                </a:lnTo>
                <a:lnTo>
                  <a:pt x="127" y="246"/>
                </a:lnTo>
                <a:lnTo>
                  <a:pt x="135" y="215"/>
                </a:lnTo>
                <a:lnTo>
                  <a:pt x="135" y="183"/>
                </a:lnTo>
                <a:lnTo>
                  <a:pt x="135" y="151"/>
                </a:lnTo>
                <a:lnTo>
                  <a:pt x="127" y="119"/>
                </a:lnTo>
                <a:lnTo>
                  <a:pt x="127" y="95"/>
                </a:lnTo>
                <a:lnTo>
                  <a:pt x="127" y="79"/>
                </a:lnTo>
                <a:lnTo>
                  <a:pt x="127" y="56"/>
                </a:lnTo>
                <a:lnTo>
                  <a:pt x="127" y="40"/>
                </a:lnTo>
                <a:lnTo>
                  <a:pt x="135" y="40"/>
                </a:lnTo>
                <a:lnTo>
                  <a:pt x="143" y="48"/>
                </a:lnTo>
                <a:lnTo>
                  <a:pt x="151" y="48"/>
                </a:lnTo>
                <a:lnTo>
                  <a:pt x="159" y="64"/>
                </a:lnTo>
                <a:lnTo>
                  <a:pt x="159" y="72"/>
                </a:lnTo>
                <a:lnTo>
                  <a:pt x="151" y="87"/>
                </a:lnTo>
                <a:lnTo>
                  <a:pt x="151" y="10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42" name="Freeform 39"/>
          <p:cNvSpPr/>
          <p:nvPr/>
        </p:nvSpPr>
        <p:spPr>
          <a:xfrm>
            <a:off x="9066213" y="3508375"/>
            <a:ext cx="276225" cy="47625"/>
          </a:xfrm>
          <a:custGeom>
            <a:avLst/>
            <a:gdLst>
              <a:gd name="txL" fmla="*/ 0 w 174"/>
              <a:gd name="txT" fmla="*/ 0 h 56"/>
              <a:gd name="txR" fmla="*/ 174 w 174"/>
              <a:gd name="txB" fmla="*/ 56 h 56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74" h="56">
                <a:moveTo>
                  <a:pt x="111" y="16"/>
                </a:moveTo>
                <a:lnTo>
                  <a:pt x="119" y="8"/>
                </a:lnTo>
                <a:lnTo>
                  <a:pt x="127" y="8"/>
                </a:lnTo>
                <a:lnTo>
                  <a:pt x="135" y="0"/>
                </a:lnTo>
                <a:lnTo>
                  <a:pt x="143" y="0"/>
                </a:lnTo>
                <a:lnTo>
                  <a:pt x="151" y="0"/>
                </a:lnTo>
                <a:lnTo>
                  <a:pt x="159" y="8"/>
                </a:lnTo>
                <a:lnTo>
                  <a:pt x="166" y="16"/>
                </a:lnTo>
                <a:lnTo>
                  <a:pt x="174" y="16"/>
                </a:lnTo>
                <a:lnTo>
                  <a:pt x="174" y="24"/>
                </a:lnTo>
                <a:lnTo>
                  <a:pt x="166" y="32"/>
                </a:lnTo>
                <a:lnTo>
                  <a:pt x="159" y="32"/>
                </a:lnTo>
                <a:lnTo>
                  <a:pt x="151" y="32"/>
                </a:lnTo>
                <a:lnTo>
                  <a:pt x="135" y="40"/>
                </a:lnTo>
                <a:lnTo>
                  <a:pt x="119" y="40"/>
                </a:lnTo>
                <a:lnTo>
                  <a:pt x="87" y="48"/>
                </a:lnTo>
                <a:lnTo>
                  <a:pt x="55" y="56"/>
                </a:lnTo>
                <a:lnTo>
                  <a:pt x="47" y="56"/>
                </a:lnTo>
                <a:lnTo>
                  <a:pt x="39" y="56"/>
                </a:lnTo>
                <a:lnTo>
                  <a:pt x="31" y="56"/>
                </a:lnTo>
                <a:lnTo>
                  <a:pt x="23" y="56"/>
                </a:lnTo>
                <a:lnTo>
                  <a:pt x="16" y="56"/>
                </a:lnTo>
                <a:lnTo>
                  <a:pt x="8" y="48"/>
                </a:lnTo>
                <a:lnTo>
                  <a:pt x="0" y="40"/>
                </a:lnTo>
                <a:lnTo>
                  <a:pt x="8" y="40"/>
                </a:lnTo>
                <a:lnTo>
                  <a:pt x="16" y="40"/>
                </a:lnTo>
                <a:lnTo>
                  <a:pt x="23" y="40"/>
                </a:lnTo>
                <a:lnTo>
                  <a:pt x="31" y="32"/>
                </a:lnTo>
                <a:lnTo>
                  <a:pt x="47" y="32"/>
                </a:lnTo>
                <a:lnTo>
                  <a:pt x="79" y="24"/>
                </a:lnTo>
                <a:lnTo>
                  <a:pt x="111" y="16"/>
                </a:lnTo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43" name="Freeform 41"/>
          <p:cNvSpPr/>
          <p:nvPr/>
        </p:nvSpPr>
        <p:spPr>
          <a:xfrm>
            <a:off x="9178925" y="3549650"/>
            <a:ext cx="36513" cy="180975"/>
          </a:xfrm>
          <a:custGeom>
            <a:avLst/>
            <a:gdLst>
              <a:gd name="txL" fmla="*/ 0 w 32"/>
              <a:gd name="txT" fmla="*/ 0 h 206"/>
              <a:gd name="txR" fmla="*/ 32 w 32"/>
              <a:gd name="txB" fmla="*/ 206 h 206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2" h="206">
                <a:moveTo>
                  <a:pt x="24" y="63"/>
                </a:moveTo>
                <a:lnTo>
                  <a:pt x="24" y="71"/>
                </a:lnTo>
                <a:lnTo>
                  <a:pt x="24" y="79"/>
                </a:lnTo>
                <a:lnTo>
                  <a:pt x="24" y="87"/>
                </a:lnTo>
                <a:lnTo>
                  <a:pt x="24" y="103"/>
                </a:lnTo>
                <a:lnTo>
                  <a:pt x="24" y="127"/>
                </a:lnTo>
                <a:lnTo>
                  <a:pt x="24" y="151"/>
                </a:lnTo>
                <a:lnTo>
                  <a:pt x="24" y="182"/>
                </a:lnTo>
                <a:lnTo>
                  <a:pt x="24" y="206"/>
                </a:lnTo>
                <a:lnTo>
                  <a:pt x="0" y="206"/>
                </a:lnTo>
                <a:lnTo>
                  <a:pt x="8" y="175"/>
                </a:lnTo>
                <a:lnTo>
                  <a:pt x="8" y="143"/>
                </a:lnTo>
                <a:lnTo>
                  <a:pt x="8" y="111"/>
                </a:lnTo>
                <a:lnTo>
                  <a:pt x="0" y="79"/>
                </a:lnTo>
                <a:lnTo>
                  <a:pt x="0" y="55"/>
                </a:lnTo>
                <a:lnTo>
                  <a:pt x="0" y="39"/>
                </a:lnTo>
                <a:lnTo>
                  <a:pt x="0" y="16"/>
                </a:lnTo>
                <a:lnTo>
                  <a:pt x="0" y="0"/>
                </a:lnTo>
                <a:lnTo>
                  <a:pt x="8" y="0"/>
                </a:lnTo>
                <a:lnTo>
                  <a:pt x="16" y="8"/>
                </a:lnTo>
                <a:lnTo>
                  <a:pt x="24" y="8"/>
                </a:lnTo>
                <a:lnTo>
                  <a:pt x="32" y="24"/>
                </a:lnTo>
                <a:lnTo>
                  <a:pt x="32" y="32"/>
                </a:lnTo>
                <a:lnTo>
                  <a:pt x="24" y="47"/>
                </a:lnTo>
                <a:lnTo>
                  <a:pt x="24" y="63"/>
                </a:lnTo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2" name="组合 8"/>
          <p:cNvGrpSpPr/>
          <p:nvPr/>
        </p:nvGrpSpPr>
        <p:grpSpPr>
          <a:xfrm>
            <a:off x="307975" y="6350"/>
            <a:ext cx="3248025" cy="646113"/>
            <a:chOff x="308629" y="6819"/>
            <a:chExt cx="3246908" cy="646549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0" y="6819"/>
              <a:ext cx="3226277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热身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warm-up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368"/>
              <a:ext cx="3246908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 bwMode="auto">
          <a:xfrm>
            <a:off x="328613" y="749300"/>
            <a:ext cx="115316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给下面的词语选择对的图片</a:t>
            </a:r>
            <a:endParaRPr kumimoji="0" lang="en-US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Match the pictures with the words/phrases.</a:t>
            </a:r>
            <a:endParaRPr kumimoji="0" lang="zh-CN" altLang="en-US" sz="14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92164" name="TextBox 23"/>
          <p:cNvSpPr txBox="1"/>
          <p:nvPr/>
        </p:nvSpPr>
        <p:spPr>
          <a:xfrm>
            <a:off x="7840663" y="5029200"/>
            <a:ext cx="3322637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 </a:t>
            </a:r>
            <a:r>
              <a:rPr lang="en-US" altLang="zh-CN" sz="2000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lǎoshī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⑤老师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165" name="TextBox 24"/>
          <p:cNvSpPr txBox="1"/>
          <p:nvPr/>
        </p:nvSpPr>
        <p:spPr>
          <a:xfrm>
            <a:off x="7821613" y="5897563"/>
            <a:ext cx="2909887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xuéshenɡ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⑥学生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1" name="Picture 5" descr="C:\Documents and Settings\Administrator.CAOFAN\桌面\hsk一级\2课\2-05山-前图43956478（20）.jpg"/>
          <p:cNvPicPr>
            <a:picLocks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03338" y="3475038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2167" name="TextBox 25"/>
          <p:cNvSpPr txBox="1"/>
          <p:nvPr/>
        </p:nvSpPr>
        <p:spPr>
          <a:xfrm>
            <a:off x="7821613" y="2233613"/>
            <a:ext cx="2909887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m</a:t>
            </a:r>
            <a:r>
              <a:rPr lang="en-US" altLang="zh-CN" sz="2000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ěiɡuó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②美国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2" name="Picture 6" descr="C:\Documents and Settings\Administrator.CAOFAN\桌面\hsk一级\2课\2-06钟-微图mf829727（18）.jpg"/>
          <p:cNvPicPr>
            <a:picLocks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339850" y="5226050"/>
            <a:ext cx="2051050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2169" name="TextBox 27"/>
          <p:cNvSpPr txBox="1"/>
          <p:nvPr/>
        </p:nvSpPr>
        <p:spPr>
          <a:xfrm>
            <a:off x="7829550" y="4137025"/>
            <a:ext cx="37719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 měiɡuó rén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④美国   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3" name="Picture 7" descr="C:\Documents and Settings\Administrator.CAOFAN\桌面\hsk一级\2课\2-07羊-前图7629013（20）.jpg"/>
          <p:cNvPicPr>
            <a:picLocks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4481513" y="5202238"/>
            <a:ext cx="2051050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2171" name="TextBox 28"/>
          <p:cNvSpPr txBox="1"/>
          <p:nvPr/>
        </p:nvSpPr>
        <p:spPr>
          <a:xfrm>
            <a:off x="7821613" y="1416050"/>
            <a:ext cx="2659062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</a:t>
            </a:r>
            <a:r>
              <a:rPr lang="en-US" altLang="zh-CN" sz="2000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hōnɡɡuó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①中国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  <p:pic>
        <p:nvPicPr>
          <p:cNvPr id="14" name="Picture 8" descr="C:\Documents and Settings\Administrator.CAOFAN\桌面\hsk一级\2课\2-08零-前图48346217（20）.jpg"/>
          <p:cNvPicPr>
            <a:picLocks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481513" y="1722438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2173" name="TextBox 29"/>
          <p:cNvSpPr txBox="1"/>
          <p:nvPr/>
        </p:nvSpPr>
        <p:spPr>
          <a:xfrm>
            <a:off x="7840663" y="3230563"/>
            <a:ext cx="42291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</a:t>
            </a:r>
            <a:r>
              <a:rPr lang="en-US" altLang="zh-CN" sz="2000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hōnɡɡuó rén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③中国      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5" name="Picture 9" descr="C:\Documents and Settings\Administrator.CAOFAN\桌面\hsk一级\2课\2-09菜-前图22657124（20）.jpg"/>
          <p:cNvPicPr>
            <a:picLocks noChangeArrowheads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4510088" y="3465513"/>
            <a:ext cx="2051050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9217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355725" y="1741488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2177" name="TextBox 27"/>
          <p:cNvSpPr txBox="1"/>
          <p:nvPr/>
        </p:nvSpPr>
        <p:spPr>
          <a:xfrm>
            <a:off x="1336675" y="172243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92178" name="TextBox 28"/>
          <p:cNvSpPr txBox="1"/>
          <p:nvPr/>
        </p:nvSpPr>
        <p:spPr>
          <a:xfrm>
            <a:off x="1290638" y="345598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92179" name="TextBox 29"/>
          <p:cNvSpPr txBox="1"/>
          <p:nvPr/>
        </p:nvSpPr>
        <p:spPr>
          <a:xfrm>
            <a:off x="1317625" y="5207000"/>
            <a:ext cx="400050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92180" name="TextBox 30"/>
          <p:cNvSpPr txBox="1"/>
          <p:nvPr/>
        </p:nvSpPr>
        <p:spPr>
          <a:xfrm>
            <a:off x="4471988" y="1703388"/>
            <a:ext cx="398462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D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92181" name="TextBox 31"/>
          <p:cNvSpPr txBox="1"/>
          <p:nvPr/>
        </p:nvSpPr>
        <p:spPr>
          <a:xfrm>
            <a:off x="4478338" y="3451225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E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92182" name="TextBox 32"/>
          <p:cNvSpPr txBox="1"/>
          <p:nvPr/>
        </p:nvSpPr>
        <p:spPr>
          <a:xfrm>
            <a:off x="4473575" y="5187950"/>
            <a:ext cx="398463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F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/>
          <p:nvPr/>
        </p:nvSpPr>
        <p:spPr>
          <a:xfrm>
            <a:off x="3213100" y="1719263"/>
            <a:ext cx="9096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jiào</a:t>
            </a:r>
          </a:p>
        </p:txBody>
      </p:sp>
      <p:sp>
        <p:nvSpPr>
          <p:cNvPr id="5148" name="文本框 148"/>
          <p:cNvSpPr/>
          <p:nvPr/>
        </p:nvSpPr>
        <p:spPr>
          <a:xfrm>
            <a:off x="3208338" y="2587625"/>
            <a:ext cx="12715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mínɡzi</a:t>
            </a:r>
          </a:p>
        </p:txBody>
      </p:sp>
      <p:sp>
        <p:nvSpPr>
          <p:cNvPr id="5149" name="文本框 149"/>
          <p:cNvSpPr/>
          <p:nvPr/>
        </p:nvSpPr>
        <p:spPr>
          <a:xfrm>
            <a:off x="3208338" y="3430588"/>
            <a:ext cx="8350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shì</a:t>
            </a:r>
            <a:r>
              <a:rPr lang="en-US" altLang="zh-CN" b="1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</a:p>
        </p:txBody>
      </p:sp>
      <p:cxnSp>
        <p:nvCxnSpPr>
          <p:cNvPr id="94213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" name="组合 5"/>
          <p:cNvGrpSpPr/>
          <p:nvPr/>
        </p:nvGrpSpPr>
        <p:grpSpPr>
          <a:xfrm>
            <a:off x="1112838" y="1719263"/>
            <a:ext cx="1338262" cy="546100"/>
            <a:chOff x="682668" y="3939837"/>
            <a:chExt cx="1338943" cy="545509"/>
          </a:xfrm>
        </p:grpSpPr>
        <p:sp>
          <p:nvSpPr>
            <p:cNvPr id="94248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49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叫</a:t>
              </a: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1112838" y="2563813"/>
            <a:ext cx="1338262" cy="536575"/>
            <a:chOff x="682668" y="4792841"/>
            <a:chExt cx="1338943" cy="536981"/>
          </a:xfrm>
        </p:grpSpPr>
        <p:sp>
          <p:nvSpPr>
            <p:cNvPr id="94246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47" name="文本框 107"/>
            <p:cNvSpPr/>
            <p:nvPr/>
          </p:nvSpPr>
          <p:spPr>
            <a:xfrm>
              <a:off x="912891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名字</a:t>
              </a:r>
            </a:p>
          </p:txBody>
        </p:sp>
      </p:grpSp>
      <p:grpSp>
        <p:nvGrpSpPr>
          <p:cNvPr id="4" name="组合 7"/>
          <p:cNvGrpSpPr/>
          <p:nvPr/>
        </p:nvGrpSpPr>
        <p:grpSpPr>
          <a:xfrm>
            <a:off x="1114425" y="3425825"/>
            <a:ext cx="1338263" cy="530225"/>
            <a:chOff x="683984" y="5619216"/>
            <a:chExt cx="1338943" cy="529811"/>
          </a:xfrm>
        </p:grpSpPr>
        <p:sp>
          <p:nvSpPr>
            <p:cNvPr id="9424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45" name="文本框 110"/>
            <p:cNvSpPr/>
            <p:nvPr/>
          </p:nvSpPr>
          <p:spPr>
            <a:xfrm>
              <a:off x="1089493" y="5622657"/>
              <a:ext cx="543054" cy="526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 anchor="ctr" anchorCtr="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是</a:t>
              </a:r>
            </a:p>
          </p:txBody>
        </p:sp>
      </p:grpSp>
      <p:grpSp>
        <p:nvGrpSpPr>
          <p:cNvPr id="94217" name="组合 8"/>
          <p:cNvGrpSpPr/>
          <p:nvPr/>
        </p:nvGrpSpPr>
        <p:grpSpPr>
          <a:xfrm>
            <a:off x="307975" y="6350"/>
            <a:ext cx="7964757" cy="646331"/>
            <a:chOff x="308629" y="6819"/>
            <a:chExt cx="3833696" cy="646549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2443308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lvl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      </a:t>
              </a:r>
              <a:r>
                <a:rPr lang="en-US" altLang="zh-CN" sz="3600" dirty="0"/>
                <a:t>de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/>
          <p:nvPr/>
        </p:nvSpPr>
        <p:spPr>
          <a:xfrm>
            <a:off x="8975725" y="1739900"/>
            <a:ext cx="12715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shénme</a:t>
            </a:r>
          </a:p>
        </p:txBody>
      </p:sp>
      <p:sp>
        <p:nvSpPr>
          <p:cNvPr id="37" name="文本框 148"/>
          <p:cNvSpPr/>
          <p:nvPr/>
        </p:nvSpPr>
        <p:spPr>
          <a:xfrm>
            <a:off x="8975725" y="2608263"/>
            <a:ext cx="5476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wǒ</a:t>
            </a:r>
          </a:p>
        </p:txBody>
      </p:sp>
      <p:sp>
        <p:nvSpPr>
          <p:cNvPr id="38" name="文本框 149"/>
          <p:cNvSpPr/>
          <p:nvPr/>
        </p:nvSpPr>
        <p:spPr>
          <a:xfrm>
            <a:off x="8975725" y="3451225"/>
            <a:ext cx="12715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lǎoshī</a:t>
            </a:r>
          </a:p>
        </p:txBody>
      </p:sp>
      <p:grpSp>
        <p:nvGrpSpPr>
          <p:cNvPr id="6" name="组合 38"/>
          <p:cNvGrpSpPr/>
          <p:nvPr/>
        </p:nvGrpSpPr>
        <p:grpSpPr>
          <a:xfrm>
            <a:off x="6715125" y="1739900"/>
            <a:ext cx="1338263" cy="546100"/>
            <a:chOff x="682668" y="3939837"/>
            <a:chExt cx="1338943" cy="545509"/>
          </a:xfrm>
        </p:grpSpPr>
        <p:sp>
          <p:nvSpPr>
            <p:cNvPr id="94240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41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什么</a:t>
              </a:r>
            </a:p>
          </p:txBody>
        </p:sp>
      </p:grpSp>
      <p:grpSp>
        <p:nvGrpSpPr>
          <p:cNvPr id="7" name="组合 41"/>
          <p:cNvGrpSpPr/>
          <p:nvPr/>
        </p:nvGrpSpPr>
        <p:grpSpPr>
          <a:xfrm>
            <a:off x="6715125" y="2584450"/>
            <a:ext cx="1338263" cy="536575"/>
            <a:chOff x="682668" y="4792841"/>
            <a:chExt cx="1338943" cy="536981"/>
          </a:xfrm>
        </p:grpSpPr>
        <p:sp>
          <p:nvSpPr>
            <p:cNvPr id="94238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39" name="文本框 107"/>
            <p:cNvSpPr/>
            <p:nvPr/>
          </p:nvSpPr>
          <p:spPr>
            <a:xfrm>
              <a:off x="1054857" y="4792841"/>
              <a:ext cx="543053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我</a:t>
              </a:r>
            </a:p>
          </p:txBody>
        </p:sp>
      </p:grpSp>
      <p:grpSp>
        <p:nvGrpSpPr>
          <p:cNvPr id="8" name="组合 44"/>
          <p:cNvGrpSpPr/>
          <p:nvPr/>
        </p:nvGrpSpPr>
        <p:grpSpPr>
          <a:xfrm>
            <a:off x="6716713" y="3446463"/>
            <a:ext cx="1338262" cy="528637"/>
            <a:chOff x="683984" y="5619216"/>
            <a:chExt cx="1338943" cy="529811"/>
          </a:xfrm>
        </p:grpSpPr>
        <p:sp>
          <p:nvSpPr>
            <p:cNvPr id="94236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37" name="文本框 110"/>
            <p:cNvSpPr/>
            <p:nvPr/>
          </p:nvSpPr>
          <p:spPr>
            <a:xfrm>
              <a:off x="912085" y="5622657"/>
              <a:ext cx="903912" cy="526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老师</a:t>
              </a:r>
            </a:p>
          </p:txBody>
        </p:sp>
      </p:grpSp>
      <p:sp>
        <p:nvSpPr>
          <p:cNvPr id="30" name="文本框 149"/>
          <p:cNvSpPr/>
          <p:nvPr/>
        </p:nvSpPr>
        <p:spPr>
          <a:xfrm>
            <a:off x="3201988" y="4324350"/>
            <a:ext cx="5476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ma</a:t>
            </a:r>
          </a:p>
        </p:txBody>
      </p:sp>
      <p:grpSp>
        <p:nvGrpSpPr>
          <p:cNvPr id="9" name="组合 7"/>
          <p:cNvGrpSpPr/>
          <p:nvPr/>
        </p:nvGrpSpPr>
        <p:grpSpPr>
          <a:xfrm>
            <a:off x="1109663" y="4319588"/>
            <a:ext cx="1338262" cy="528637"/>
            <a:chOff x="683984" y="5619216"/>
            <a:chExt cx="1338943" cy="529811"/>
          </a:xfrm>
        </p:grpSpPr>
        <p:sp>
          <p:nvSpPr>
            <p:cNvPr id="9423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35" name="文本框 110"/>
            <p:cNvSpPr/>
            <p:nvPr/>
          </p:nvSpPr>
          <p:spPr>
            <a:xfrm>
              <a:off x="1089493" y="5622657"/>
              <a:ext cx="543054" cy="526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吗</a:t>
              </a:r>
            </a:p>
          </p:txBody>
        </p:sp>
      </p:grpSp>
      <p:sp>
        <p:nvSpPr>
          <p:cNvPr id="39" name="文本框 149"/>
          <p:cNvSpPr/>
          <p:nvPr/>
        </p:nvSpPr>
        <p:spPr>
          <a:xfrm>
            <a:off x="8970963" y="4344988"/>
            <a:ext cx="16922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xuéshenɡ</a:t>
            </a:r>
          </a:p>
        </p:txBody>
      </p:sp>
      <p:grpSp>
        <p:nvGrpSpPr>
          <p:cNvPr id="10" name="组合 44"/>
          <p:cNvGrpSpPr/>
          <p:nvPr/>
        </p:nvGrpSpPr>
        <p:grpSpPr>
          <a:xfrm>
            <a:off x="6711950" y="4340225"/>
            <a:ext cx="1338263" cy="544513"/>
            <a:chOff x="683984" y="5619216"/>
            <a:chExt cx="1338943" cy="545600"/>
          </a:xfrm>
        </p:grpSpPr>
        <p:sp>
          <p:nvSpPr>
            <p:cNvPr id="94232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33" name="文本框 110"/>
            <p:cNvSpPr/>
            <p:nvPr/>
          </p:nvSpPr>
          <p:spPr>
            <a:xfrm>
              <a:off x="927859" y="5638445"/>
              <a:ext cx="903912" cy="5263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学生</a:t>
              </a:r>
            </a:p>
          </p:txBody>
        </p:sp>
      </p:grpSp>
      <p:sp>
        <p:nvSpPr>
          <p:cNvPr id="49" name="文本框 149"/>
          <p:cNvSpPr/>
          <p:nvPr/>
        </p:nvSpPr>
        <p:spPr>
          <a:xfrm>
            <a:off x="3217863" y="5207000"/>
            <a:ext cx="8350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rén</a:t>
            </a:r>
            <a:r>
              <a:rPr lang="en-US" altLang="zh-CN" b="1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</a:p>
        </p:txBody>
      </p:sp>
      <p:grpSp>
        <p:nvGrpSpPr>
          <p:cNvPr id="11" name="组合 7"/>
          <p:cNvGrpSpPr/>
          <p:nvPr/>
        </p:nvGrpSpPr>
        <p:grpSpPr>
          <a:xfrm>
            <a:off x="1125538" y="5202238"/>
            <a:ext cx="1338262" cy="530225"/>
            <a:chOff x="683984" y="5619216"/>
            <a:chExt cx="1338943" cy="529811"/>
          </a:xfrm>
        </p:grpSpPr>
        <p:sp>
          <p:nvSpPr>
            <p:cNvPr id="9423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4231" name="文本框 110"/>
            <p:cNvSpPr/>
            <p:nvPr/>
          </p:nvSpPr>
          <p:spPr>
            <a:xfrm>
              <a:off x="1042170" y="5622657"/>
              <a:ext cx="543054" cy="526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人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xit" presetSubtype="54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/>
      <p:bldP spid="5141" grpId="1" bldLvl="0"/>
      <p:bldP spid="5141" grpId="2" bldLvl="0"/>
      <p:bldP spid="5141" grpId="3" bldLvl="0"/>
      <p:bldP spid="5141" grpId="4" bldLvl="0"/>
      <p:bldP spid="5141" grpId="5"/>
      <p:bldP spid="5148" grpId="0" bldLvl="0"/>
      <p:bldP spid="5148" grpId="1" bldLvl="0"/>
      <p:bldP spid="5148" grpId="2" bldLvl="0"/>
      <p:bldP spid="5148" grpId="3" bldLvl="0"/>
      <p:bldP spid="5148" grpId="4" bldLvl="0"/>
      <p:bldP spid="5148" grpId="5"/>
      <p:bldP spid="5149" grpId="0" bldLvl="0"/>
      <p:bldP spid="5149" grpId="1" bldLvl="0"/>
      <p:bldP spid="5149" grpId="2" bldLvl="0"/>
      <p:bldP spid="5149" grpId="3" bldLvl="0"/>
      <p:bldP spid="5149" grpId="4" bldLvl="0"/>
      <p:bldP spid="5149" grpId="5"/>
      <p:bldP spid="36" grpId="0" bldLvl="0"/>
      <p:bldP spid="36" grpId="1" bldLvl="0"/>
      <p:bldP spid="36" grpId="2" bldLvl="0"/>
      <p:bldP spid="36" grpId="3" bldLvl="0"/>
      <p:bldP spid="36" grpId="4" bldLvl="0"/>
      <p:bldP spid="36" grpId="5"/>
      <p:bldP spid="37" grpId="0" bldLvl="0"/>
      <p:bldP spid="37" grpId="1" bldLvl="0"/>
      <p:bldP spid="37" grpId="2" bldLvl="0"/>
      <p:bldP spid="37" grpId="3" bldLvl="0"/>
      <p:bldP spid="37" grpId="4" bldLvl="0"/>
      <p:bldP spid="37" grpId="5"/>
      <p:bldP spid="38" grpId="0" bldLvl="0"/>
      <p:bldP spid="38" grpId="1" bldLvl="0"/>
      <p:bldP spid="38" grpId="2" bldLvl="0"/>
      <p:bldP spid="38" grpId="3" bldLvl="0"/>
      <p:bldP spid="38" grpId="4" bldLvl="0"/>
      <p:bldP spid="38" grpId="5"/>
      <p:bldP spid="30" grpId="0" bldLvl="0"/>
      <p:bldP spid="30" grpId="1" bldLvl="0"/>
      <p:bldP spid="30" grpId="2" bldLvl="0"/>
      <p:bldP spid="30" grpId="3" bldLvl="0"/>
      <p:bldP spid="30" grpId="4" bldLvl="0"/>
      <p:bldP spid="30" grpId="5"/>
      <p:bldP spid="39" grpId="0" bldLvl="0"/>
      <p:bldP spid="39" grpId="1" bldLvl="0"/>
      <p:bldP spid="39" grpId="2" bldLvl="0"/>
      <p:bldP spid="39" grpId="3" bldLvl="0"/>
      <p:bldP spid="39" grpId="4" bldLvl="0"/>
      <p:bldP spid="39" grpId="5"/>
      <p:bldP spid="49" grpId="0" bldLvl="0"/>
      <p:bldP spid="49" grpId="1" bldLvl="0"/>
      <p:bldP spid="49" grpId="2" bldLvl="0"/>
      <p:bldP spid="49" grpId="3" bldLvl="0"/>
      <p:bldP spid="49" grpId="4" bldLvl="0"/>
      <p:bldP spid="49" grpId="5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/>
          <p:nvPr/>
        </p:nvSpPr>
        <p:spPr>
          <a:xfrm>
            <a:off x="3213100" y="1719263"/>
            <a:ext cx="11779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lǐ</a:t>
            </a: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yuè</a:t>
            </a:r>
            <a:endParaRPr lang="en-US" altLang="zh-CN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5148" name="文本框 148"/>
          <p:cNvSpPr/>
          <p:nvPr/>
        </p:nvSpPr>
        <p:spPr>
          <a:xfrm>
            <a:off x="3208338" y="3738563"/>
            <a:ext cx="14970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měi ɡuó</a:t>
            </a:r>
          </a:p>
        </p:txBody>
      </p:sp>
      <p:cxnSp>
        <p:nvCxnSpPr>
          <p:cNvPr id="9626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" name="组合 5"/>
          <p:cNvGrpSpPr/>
          <p:nvPr/>
        </p:nvGrpSpPr>
        <p:grpSpPr>
          <a:xfrm>
            <a:off x="1112838" y="1719263"/>
            <a:ext cx="1338262" cy="546100"/>
            <a:chOff x="682668" y="3939837"/>
            <a:chExt cx="1338943" cy="545509"/>
          </a:xfrm>
        </p:grpSpPr>
        <p:sp>
          <p:nvSpPr>
            <p:cNvPr id="96272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6273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李月</a:t>
              </a: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1112838" y="3714750"/>
            <a:ext cx="1338262" cy="536575"/>
            <a:chOff x="682668" y="4792841"/>
            <a:chExt cx="1338943" cy="536981"/>
          </a:xfrm>
        </p:grpSpPr>
        <p:sp>
          <p:nvSpPr>
            <p:cNvPr id="96270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6271" name="文本框 107"/>
            <p:cNvSpPr/>
            <p:nvPr/>
          </p:nvSpPr>
          <p:spPr>
            <a:xfrm>
              <a:off x="912891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美国</a:t>
              </a:r>
            </a:p>
          </p:txBody>
        </p:sp>
      </p:grpSp>
      <p:grpSp>
        <p:nvGrpSpPr>
          <p:cNvPr id="96263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/>
          <p:nvPr/>
        </p:nvSpPr>
        <p:spPr>
          <a:xfrm>
            <a:off x="8975725" y="1739900"/>
            <a:ext cx="19050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zhōnɡ ɡuó</a:t>
            </a:r>
          </a:p>
        </p:txBody>
      </p:sp>
      <p:grpSp>
        <p:nvGrpSpPr>
          <p:cNvPr id="5" name="组合 38"/>
          <p:cNvGrpSpPr/>
          <p:nvPr/>
        </p:nvGrpSpPr>
        <p:grpSpPr>
          <a:xfrm>
            <a:off x="6715125" y="1739900"/>
            <a:ext cx="1338263" cy="546100"/>
            <a:chOff x="682668" y="3939837"/>
            <a:chExt cx="1338943" cy="545509"/>
          </a:xfrm>
        </p:grpSpPr>
        <p:sp>
          <p:nvSpPr>
            <p:cNvPr id="96266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6267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中国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54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/>
      <p:bldP spid="5141" grpId="1" bldLvl="0"/>
      <p:bldP spid="5141" grpId="2" bldLvl="0"/>
      <p:bldP spid="5141" grpId="3" bldLvl="0"/>
      <p:bldP spid="5141" grpId="4" bldLvl="0"/>
      <p:bldP spid="5141" grpId="5"/>
      <p:bldP spid="5148" grpId="0" bldLvl="0"/>
      <p:bldP spid="5148" grpId="1" bldLvl="0"/>
      <p:bldP spid="5148" grpId="2" bldLvl="0"/>
      <p:bldP spid="5148" grpId="3" bldLvl="0"/>
      <p:bldP spid="5148" grpId="4" bldLvl="0"/>
      <p:bldP spid="5148" grpId="5"/>
      <p:bldP spid="36" grpId="0" bldLvl="0"/>
      <p:bldP spid="36" grpId="1" bldLvl="0"/>
      <p:bldP spid="36" grpId="2" bldLvl="0"/>
      <p:bldP spid="36" grpId="3" bldLvl="0"/>
      <p:bldP spid="36" grpId="4" bldLvl="0"/>
      <p:bldP spid="36" grpId="5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3382963" y="1306513"/>
            <a:ext cx="3444875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9830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8308" name="组合 23"/>
          <p:cNvGrpSpPr/>
          <p:nvPr/>
        </p:nvGrpSpPr>
        <p:grpSpPr>
          <a:xfrm>
            <a:off x="1866900" y="1306513"/>
            <a:ext cx="1338263" cy="546100"/>
            <a:chOff x="682668" y="3939837"/>
            <a:chExt cx="1338943" cy="545509"/>
          </a:xfrm>
        </p:grpSpPr>
        <p:sp>
          <p:nvSpPr>
            <p:cNvPr id="98318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8319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叫</a:t>
              </a:r>
            </a:p>
          </p:txBody>
        </p:sp>
      </p:grpSp>
      <p:sp>
        <p:nvSpPr>
          <p:cNvPr id="98309" name="文本框 88"/>
          <p:cNvSpPr/>
          <p:nvPr/>
        </p:nvSpPr>
        <p:spPr>
          <a:xfrm>
            <a:off x="2111375" y="22669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名字</a:t>
            </a:r>
          </a:p>
        </p:txBody>
      </p:sp>
      <p:sp>
        <p:nvSpPr>
          <p:cNvPr id="98310" name="文本框 107"/>
          <p:cNvSpPr/>
          <p:nvPr/>
        </p:nvSpPr>
        <p:spPr>
          <a:xfrm>
            <a:off x="2111375" y="3246438"/>
            <a:ext cx="903288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老师</a:t>
            </a:r>
          </a:p>
        </p:txBody>
      </p:sp>
      <p:grpSp>
        <p:nvGrpSpPr>
          <p:cNvPr id="98311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152"/>
          <p:cNvSpPr/>
          <p:nvPr/>
        </p:nvSpPr>
        <p:spPr>
          <a:xfrm>
            <a:off x="3587750" y="1338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叫李月</a:t>
            </a:r>
          </a:p>
        </p:txBody>
      </p:sp>
      <p:sp>
        <p:nvSpPr>
          <p:cNvPr id="30" name="文本框 152"/>
          <p:cNvSpPr/>
          <p:nvPr/>
        </p:nvSpPr>
        <p:spPr>
          <a:xfrm>
            <a:off x="5119688" y="1355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我叫李月</a:t>
            </a:r>
          </a:p>
        </p:txBody>
      </p:sp>
      <p:sp>
        <p:nvSpPr>
          <p:cNvPr id="98314" name="文本框 107"/>
          <p:cNvSpPr/>
          <p:nvPr/>
        </p:nvSpPr>
        <p:spPr>
          <a:xfrm>
            <a:off x="2128838" y="425608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学生</a:t>
            </a:r>
          </a:p>
        </p:txBody>
      </p:sp>
      <p:sp>
        <p:nvSpPr>
          <p:cNvPr id="98315" name="文本框 107"/>
          <p:cNvSpPr/>
          <p:nvPr/>
        </p:nvSpPr>
        <p:spPr>
          <a:xfrm>
            <a:off x="2274888" y="53451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87750" y="958215"/>
            <a:ext cx="12376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jiào lǐ yuè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20005" y="970280"/>
            <a:ext cx="2438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jiào lǐ yuè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28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圆角矩形 32"/>
          <p:cNvSpPr/>
          <p:nvPr/>
        </p:nvSpPr>
        <p:spPr>
          <a:xfrm>
            <a:off x="1866900" y="2263775"/>
            <a:ext cx="1338263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2" name="AutoShape 25"/>
          <p:cNvSpPr/>
          <p:nvPr/>
        </p:nvSpPr>
        <p:spPr>
          <a:xfrm>
            <a:off x="3383280" y="2219960"/>
            <a:ext cx="6895465" cy="57912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100356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357" name="文本框 88"/>
          <p:cNvSpPr/>
          <p:nvPr/>
        </p:nvSpPr>
        <p:spPr>
          <a:xfrm>
            <a:off x="2095500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叫</a:t>
            </a:r>
          </a:p>
        </p:txBody>
      </p:sp>
      <p:sp>
        <p:nvSpPr>
          <p:cNvPr id="100358" name="文本框 88"/>
          <p:cNvSpPr/>
          <p:nvPr/>
        </p:nvSpPr>
        <p:spPr>
          <a:xfrm>
            <a:off x="2111375" y="22669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名字</a:t>
            </a:r>
          </a:p>
        </p:txBody>
      </p:sp>
      <p:sp>
        <p:nvSpPr>
          <p:cNvPr id="100359" name="文本框 107"/>
          <p:cNvSpPr/>
          <p:nvPr/>
        </p:nvSpPr>
        <p:spPr>
          <a:xfrm>
            <a:off x="2111375" y="3246438"/>
            <a:ext cx="903288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老师</a:t>
            </a:r>
          </a:p>
        </p:txBody>
      </p:sp>
      <p:grpSp>
        <p:nvGrpSpPr>
          <p:cNvPr id="10036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361" name="文本框 152"/>
          <p:cNvSpPr/>
          <p:nvPr/>
        </p:nvSpPr>
        <p:spPr>
          <a:xfrm>
            <a:off x="3587750" y="1338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叫李月</a:t>
            </a:r>
          </a:p>
        </p:txBody>
      </p:sp>
      <p:sp>
        <p:nvSpPr>
          <p:cNvPr id="100362" name="文本框 152"/>
          <p:cNvSpPr/>
          <p:nvPr/>
        </p:nvSpPr>
        <p:spPr>
          <a:xfrm>
            <a:off x="5119688" y="1355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我叫李月</a:t>
            </a:r>
          </a:p>
        </p:txBody>
      </p:sp>
      <p:sp>
        <p:nvSpPr>
          <p:cNvPr id="100363" name="文本框 107"/>
          <p:cNvSpPr/>
          <p:nvPr/>
        </p:nvSpPr>
        <p:spPr>
          <a:xfrm>
            <a:off x="2128838" y="425608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学生</a:t>
            </a:r>
          </a:p>
        </p:txBody>
      </p:sp>
      <p:sp>
        <p:nvSpPr>
          <p:cNvPr id="100364" name="文本框 107"/>
          <p:cNvSpPr/>
          <p:nvPr/>
        </p:nvSpPr>
        <p:spPr>
          <a:xfrm>
            <a:off x="2274888" y="53451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人</a:t>
            </a:r>
          </a:p>
        </p:txBody>
      </p:sp>
      <p:sp>
        <p:nvSpPr>
          <p:cNvPr id="19" name="文本框 152"/>
          <p:cNvSpPr/>
          <p:nvPr/>
        </p:nvSpPr>
        <p:spPr>
          <a:xfrm>
            <a:off x="3582988" y="2293938"/>
            <a:ext cx="141446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什么名字</a:t>
            </a:r>
          </a:p>
        </p:txBody>
      </p:sp>
      <p:sp>
        <p:nvSpPr>
          <p:cNvPr id="20" name="文本框 152"/>
          <p:cNvSpPr/>
          <p:nvPr/>
        </p:nvSpPr>
        <p:spPr>
          <a:xfrm>
            <a:off x="5295900" y="2289175"/>
            <a:ext cx="17224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叫什么名字</a:t>
            </a:r>
          </a:p>
        </p:txBody>
      </p:sp>
      <p:sp>
        <p:nvSpPr>
          <p:cNvPr id="21" name="文本框 152"/>
          <p:cNvSpPr/>
          <p:nvPr/>
        </p:nvSpPr>
        <p:spPr>
          <a:xfrm>
            <a:off x="7402513" y="2284413"/>
            <a:ext cx="262826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你叫什么名字？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83280" y="1865630"/>
            <a:ext cx="192024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shén me mínɡ zì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95900" y="1861185"/>
            <a:ext cx="2364105" cy="358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jiào shén me mínɡ zì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45095" y="1818005"/>
            <a:ext cx="2679065" cy="360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nǐ jiào shén me mínɡ zì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圆角矩形 32"/>
          <p:cNvSpPr/>
          <p:nvPr/>
        </p:nvSpPr>
        <p:spPr>
          <a:xfrm>
            <a:off x="1866900" y="322421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2" name="AutoShape 25"/>
          <p:cNvSpPr/>
          <p:nvPr/>
        </p:nvSpPr>
        <p:spPr>
          <a:xfrm>
            <a:off x="3383280" y="3215005"/>
            <a:ext cx="4441190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102404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2405" name="文本框 88"/>
          <p:cNvSpPr/>
          <p:nvPr/>
        </p:nvSpPr>
        <p:spPr>
          <a:xfrm>
            <a:off x="2095500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叫</a:t>
            </a:r>
          </a:p>
        </p:txBody>
      </p:sp>
      <p:sp>
        <p:nvSpPr>
          <p:cNvPr id="102406" name="文本框 88"/>
          <p:cNvSpPr/>
          <p:nvPr/>
        </p:nvSpPr>
        <p:spPr>
          <a:xfrm>
            <a:off x="2111375" y="22669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名字</a:t>
            </a:r>
          </a:p>
        </p:txBody>
      </p:sp>
      <p:sp>
        <p:nvSpPr>
          <p:cNvPr id="102407" name="文本框 107"/>
          <p:cNvSpPr/>
          <p:nvPr/>
        </p:nvSpPr>
        <p:spPr>
          <a:xfrm>
            <a:off x="2111375" y="3246438"/>
            <a:ext cx="903288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老师</a:t>
            </a:r>
          </a:p>
        </p:txBody>
      </p:sp>
      <p:grpSp>
        <p:nvGrpSpPr>
          <p:cNvPr id="10240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09" name="文本框 152"/>
          <p:cNvSpPr/>
          <p:nvPr/>
        </p:nvSpPr>
        <p:spPr>
          <a:xfrm>
            <a:off x="3587750" y="1338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叫李月</a:t>
            </a:r>
          </a:p>
        </p:txBody>
      </p:sp>
      <p:sp>
        <p:nvSpPr>
          <p:cNvPr id="102410" name="文本框 152"/>
          <p:cNvSpPr/>
          <p:nvPr/>
        </p:nvSpPr>
        <p:spPr>
          <a:xfrm>
            <a:off x="5119688" y="1355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我叫李月</a:t>
            </a:r>
          </a:p>
        </p:txBody>
      </p:sp>
      <p:sp>
        <p:nvSpPr>
          <p:cNvPr id="102411" name="文本框 107"/>
          <p:cNvSpPr/>
          <p:nvPr/>
        </p:nvSpPr>
        <p:spPr>
          <a:xfrm>
            <a:off x="2128838" y="425608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学生</a:t>
            </a:r>
          </a:p>
        </p:txBody>
      </p:sp>
      <p:sp>
        <p:nvSpPr>
          <p:cNvPr id="102412" name="文本框 107"/>
          <p:cNvSpPr/>
          <p:nvPr/>
        </p:nvSpPr>
        <p:spPr>
          <a:xfrm>
            <a:off x="2274888" y="53451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人</a:t>
            </a:r>
          </a:p>
        </p:txBody>
      </p:sp>
      <p:sp>
        <p:nvSpPr>
          <p:cNvPr id="102413" name="文本框 152"/>
          <p:cNvSpPr/>
          <p:nvPr/>
        </p:nvSpPr>
        <p:spPr>
          <a:xfrm>
            <a:off x="3582988" y="2293938"/>
            <a:ext cx="141446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什么名字</a:t>
            </a:r>
          </a:p>
        </p:txBody>
      </p:sp>
      <p:sp>
        <p:nvSpPr>
          <p:cNvPr id="102414" name="文本框 152"/>
          <p:cNvSpPr/>
          <p:nvPr/>
        </p:nvSpPr>
        <p:spPr>
          <a:xfrm>
            <a:off x="5295900" y="2289175"/>
            <a:ext cx="17224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叫什么名字</a:t>
            </a:r>
          </a:p>
        </p:txBody>
      </p:sp>
      <p:sp>
        <p:nvSpPr>
          <p:cNvPr id="102415" name="文本框 152"/>
          <p:cNvSpPr/>
          <p:nvPr/>
        </p:nvSpPr>
        <p:spPr>
          <a:xfrm>
            <a:off x="7402513" y="2284413"/>
            <a:ext cx="23399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你叫什么名字？</a:t>
            </a:r>
          </a:p>
        </p:txBody>
      </p:sp>
      <p:sp>
        <p:nvSpPr>
          <p:cNvPr id="18" name="文本框 152"/>
          <p:cNvSpPr/>
          <p:nvPr/>
        </p:nvSpPr>
        <p:spPr>
          <a:xfrm>
            <a:off x="3562350" y="3251200"/>
            <a:ext cx="14144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中国老师</a:t>
            </a:r>
          </a:p>
        </p:txBody>
      </p:sp>
      <p:sp>
        <p:nvSpPr>
          <p:cNvPr id="22" name="文本框 152"/>
          <p:cNvSpPr/>
          <p:nvPr/>
        </p:nvSpPr>
        <p:spPr>
          <a:xfrm>
            <a:off x="5351463" y="3246438"/>
            <a:ext cx="17119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美国老师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00095" y="2819400"/>
            <a:ext cx="2743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zhōnɡ ɡuó lǎo shī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461635" y="2814955"/>
            <a:ext cx="2438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měi ɡuó lǎo shī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18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圆角矩形 32"/>
          <p:cNvSpPr/>
          <p:nvPr/>
        </p:nvSpPr>
        <p:spPr>
          <a:xfrm>
            <a:off x="1866900" y="426561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2" name="AutoShape 25"/>
          <p:cNvSpPr/>
          <p:nvPr/>
        </p:nvSpPr>
        <p:spPr>
          <a:xfrm>
            <a:off x="3383280" y="4270375"/>
            <a:ext cx="4507865" cy="561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10445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453" name="文本框 88"/>
          <p:cNvSpPr/>
          <p:nvPr/>
        </p:nvSpPr>
        <p:spPr>
          <a:xfrm>
            <a:off x="2095500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叫</a:t>
            </a:r>
          </a:p>
        </p:txBody>
      </p:sp>
      <p:sp>
        <p:nvSpPr>
          <p:cNvPr id="104454" name="文本框 88"/>
          <p:cNvSpPr/>
          <p:nvPr/>
        </p:nvSpPr>
        <p:spPr>
          <a:xfrm>
            <a:off x="2111375" y="22669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名字</a:t>
            </a:r>
          </a:p>
        </p:txBody>
      </p:sp>
      <p:sp>
        <p:nvSpPr>
          <p:cNvPr id="104455" name="文本框 107"/>
          <p:cNvSpPr/>
          <p:nvPr/>
        </p:nvSpPr>
        <p:spPr>
          <a:xfrm>
            <a:off x="2111375" y="3246438"/>
            <a:ext cx="903288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老师</a:t>
            </a:r>
          </a:p>
        </p:txBody>
      </p:sp>
      <p:grpSp>
        <p:nvGrpSpPr>
          <p:cNvPr id="104456" name="组合 8"/>
          <p:cNvGrpSpPr/>
          <p:nvPr/>
        </p:nvGrpSpPr>
        <p:grpSpPr>
          <a:xfrm>
            <a:off x="307975" y="6350"/>
            <a:ext cx="7988532" cy="646331"/>
            <a:chOff x="308629" y="6819"/>
            <a:chExt cx="3833696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65765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lvl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    </a:t>
              </a:r>
              <a:r>
                <a:rPr lang="en-US" altLang="zh-CN" sz="3600" dirty="0" err="1"/>
                <a:t>yìn</a:t>
              </a:r>
              <a:r>
                <a:rPr lang="en-US" altLang="zh-CN" sz="3600" dirty="0"/>
                <a:t> </a:t>
              </a:r>
              <a:r>
                <a:rPr lang="en-US" altLang="zh-CN" sz="3600" dirty="0" err="1"/>
                <a:t>dù</a:t>
              </a:r>
              <a:r>
                <a:rPr lang="en-US" altLang="zh-CN" sz="3600" dirty="0"/>
                <a:t>   </a:t>
              </a:r>
              <a:r>
                <a:rPr lang="en-US" altLang="zh-CN" sz="3600" dirty="0" err="1"/>
                <a:t>xīn</a:t>
              </a:r>
              <a:r>
                <a:rPr lang="en-US" altLang="zh-CN" sz="3600" dirty="0"/>
                <a:t> </a:t>
              </a:r>
              <a:r>
                <a:rPr lang="en-US" altLang="zh-CN" sz="3600" dirty="0" err="1"/>
                <a:t>jiā</a:t>
              </a:r>
              <a:r>
                <a:rPr lang="en-US" altLang="zh-CN" sz="3600" dirty="0"/>
                <a:t> </a:t>
              </a:r>
              <a:r>
                <a:rPr lang="en-US" altLang="zh-CN" sz="3600" dirty="0" err="1"/>
                <a:t>pō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457" name="文本框 152"/>
          <p:cNvSpPr/>
          <p:nvPr/>
        </p:nvSpPr>
        <p:spPr>
          <a:xfrm>
            <a:off x="3587750" y="1338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叫李月</a:t>
            </a:r>
          </a:p>
        </p:txBody>
      </p:sp>
      <p:sp>
        <p:nvSpPr>
          <p:cNvPr id="104458" name="文本框 152"/>
          <p:cNvSpPr/>
          <p:nvPr/>
        </p:nvSpPr>
        <p:spPr>
          <a:xfrm>
            <a:off x="5119688" y="1355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我叫李月</a:t>
            </a:r>
          </a:p>
        </p:txBody>
      </p:sp>
      <p:sp>
        <p:nvSpPr>
          <p:cNvPr id="104459" name="文本框 107"/>
          <p:cNvSpPr/>
          <p:nvPr/>
        </p:nvSpPr>
        <p:spPr>
          <a:xfrm>
            <a:off x="2128838" y="425608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学生</a:t>
            </a:r>
          </a:p>
        </p:txBody>
      </p:sp>
      <p:sp>
        <p:nvSpPr>
          <p:cNvPr id="104460" name="文本框 107"/>
          <p:cNvSpPr/>
          <p:nvPr/>
        </p:nvSpPr>
        <p:spPr>
          <a:xfrm>
            <a:off x="2274888" y="53451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人</a:t>
            </a:r>
          </a:p>
        </p:txBody>
      </p:sp>
      <p:sp>
        <p:nvSpPr>
          <p:cNvPr id="104461" name="文本框 152"/>
          <p:cNvSpPr/>
          <p:nvPr/>
        </p:nvSpPr>
        <p:spPr>
          <a:xfrm>
            <a:off x="3582988" y="2293938"/>
            <a:ext cx="141446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什么名字</a:t>
            </a:r>
          </a:p>
        </p:txBody>
      </p:sp>
      <p:sp>
        <p:nvSpPr>
          <p:cNvPr id="104462" name="文本框 152"/>
          <p:cNvSpPr/>
          <p:nvPr/>
        </p:nvSpPr>
        <p:spPr>
          <a:xfrm>
            <a:off x="5295900" y="2289175"/>
            <a:ext cx="17224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叫什么名字</a:t>
            </a:r>
          </a:p>
        </p:txBody>
      </p:sp>
      <p:sp>
        <p:nvSpPr>
          <p:cNvPr id="104463" name="文本框 152"/>
          <p:cNvSpPr/>
          <p:nvPr/>
        </p:nvSpPr>
        <p:spPr>
          <a:xfrm>
            <a:off x="7402513" y="2284413"/>
            <a:ext cx="23399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你叫什么名字？</a:t>
            </a:r>
          </a:p>
        </p:txBody>
      </p:sp>
      <p:sp>
        <p:nvSpPr>
          <p:cNvPr id="104464" name="文本框 152"/>
          <p:cNvSpPr/>
          <p:nvPr/>
        </p:nvSpPr>
        <p:spPr>
          <a:xfrm>
            <a:off x="3562350" y="3251200"/>
            <a:ext cx="14144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中国老师</a:t>
            </a:r>
          </a:p>
        </p:txBody>
      </p:sp>
      <p:sp>
        <p:nvSpPr>
          <p:cNvPr id="104465" name="文本框 152"/>
          <p:cNvSpPr/>
          <p:nvPr/>
        </p:nvSpPr>
        <p:spPr>
          <a:xfrm>
            <a:off x="5351463" y="324643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美国老师</a:t>
            </a:r>
          </a:p>
        </p:txBody>
      </p:sp>
      <p:sp>
        <p:nvSpPr>
          <p:cNvPr id="23" name="文本框 152"/>
          <p:cNvSpPr/>
          <p:nvPr/>
        </p:nvSpPr>
        <p:spPr>
          <a:xfrm>
            <a:off x="3571875" y="43180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中国学生</a:t>
            </a:r>
          </a:p>
        </p:txBody>
      </p:sp>
      <p:sp>
        <p:nvSpPr>
          <p:cNvPr id="24" name="文本框 152"/>
          <p:cNvSpPr/>
          <p:nvPr/>
        </p:nvSpPr>
        <p:spPr>
          <a:xfrm>
            <a:off x="5330825" y="4298950"/>
            <a:ext cx="194246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美国学生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05480" y="3831590"/>
            <a:ext cx="2593975" cy="348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zhōnɡ ɡuó xué shēnɡ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99455" y="3831590"/>
            <a:ext cx="2743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měi ɡuó xué shēnɡ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3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圆角矩形 32"/>
          <p:cNvSpPr/>
          <p:nvPr/>
        </p:nvSpPr>
        <p:spPr>
          <a:xfrm>
            <a:off x="1866900" y="53371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32" name="AutoShape 25"/>
          <p:cNvSpPr/>
          <p:nvPr/>
        </p:nvSpPr>
        <p:spPr>
          <a:xfrm>
            <a:off x="3382963" y="5341938"/>
            <a:ext cx="3635375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10650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6501" name="文本框 88"/>
          <p:cNvSpPr/>
          <p:nvPr/>
        </p:nvSpPr>
        <p:spPr>
          <a:xfrm>
            <a:off x="2095500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叫</a:t>
            </a:r>
          </a:p>
        </p:txBody>
      </p:sp>
      <p:sp>
        <p:nvSpPr>
          <p:cNvPr id="106502" name="文本框 88"/>
          <p:cNvSpPr/>
          <p:nvPr/>
        </p:nvSpPr>
        <p:spPr>
          <a:xfrm>
            <a:off x="2111375" y="22669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名字</a:t>
            </a:r>
          </a:p>
        </p:txBody>
      </p:sp>
      <p:sp>
        <p:nvSpPr>
          <p:cNvPr id="106503" name="文本框 107"/>
          <p:cNvSpPr/>
          <p:nvPr/>
        </p:nvSpPr>
        <p:spPr>
          <a:xfrm>
            <a:off x="2111375" y="3246438"/>
            <a:ext cx="903288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老师</a:t>
            </a:r>
          </a:p>
        </p:txBody>
      </p:sp>
      <p:grpSp>
        <p:nvGrpSpPr>
          <p:cNvPr id="106504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505" name="文本框 152"/>
          <p:cNvSpPr/>
          <p:nvPr/>
        </p:nvSpPr>
        <p:spPr>
          <a:xfrm>
            <a:off x="3587750" y="1338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叫李月</a:t>
            </a:r>
          </a:p>
        </p:txBody>
      </p:sp>
      <p:sp>
        <p:nvSpPr>
          <p:cNvPr id="106506" name="文本框 152"/>
          <p:cNvSpPr/>
          <p:nvPr/>
        </p:nvSpPr>
        <p:spPr>
          <a:xfrm>
            <a:off x="5119688" y="1355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我叫李月</a:t>
            </a:r>
          </a:p>
        </p:txBody>
      </p:sp>
      <p:sp>
        <p:nvSpPr>
          <p:cNvPr id="106507" name="文本框 107"/>
          <p:cNvSpPr/>
          <p:nvPr/>
        </p:nvSpPr>
        <p:spPr>
          <a:xfrm>
            <a:off x="2128838" y="425608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学生</a:t>
            </a:r>
          </a:p>
        </p:txBody>
      </p:sp>
      <p:sp>
        <p:nvSpPr>
          <p:cNvPr id="106508" name="文本框 107"/>
          <p:cNvSpPr/>
          <p:nvPr/>
        </p:nvSpPr>
        <p:spPr>
          <a:xfrm>
            <a:off x="2274888" y="53451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人</a:t>
            </a:r>
          </a:p>
        </p:txBody>
      </p:sp>
      <p:sp>
        <p:nvSpPr>
          <p:cNvPr id="106509" name="文本框 152"/>
          <p:cNvSpPr/>
          <p:nvPr/>
        </p:nvSpPr>
        <p:spPr>
          <a:xfrm>
            <a:off x="3582988" y="2293938"/>
            <a:ext cx="141446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什么名字</a:t>
            </a:r>
          </a:p>
        </p:txBody>
      </p:sp>
      <p:sp>
        <p:nvSpPr>
          <p:cNvPr id="106510" name="文本框 152"/>
          <p:cNvSpPr/>
          <p:nvPr/>
        </p:nvSpPr>
        <p:spPr>
          <a:xfrm>
            <a:off x="5295900" y="2289175"/>
            <a:ext cx="17224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叫什么名字</a:t>
            </a:r>
          </a:p>
        </p:txBody>
      </p:sp>
      <p:sp>
        <p:nvSpPr>
          <p:cNvPr id="106511" name="文本框 152"/>
          <p:cNvSpPr/>
          <p:nvPr/>
        </p:nvSpPr>
        <p:spPr>
          <a:xfrm>
            <a:off x="7402513" y="2284413"/>
            <a:ext cx="23399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你叫什么名字？</a:t>
            </a:r>
          </a:p>
        </p:txBody>
      </p:sp>
      <p:sp>
        <p:nvSpPr>
          <p:cNvPr id="106512" name="文本框 152"/>
          <p:cNvSpPr/>
          <p:nvPr/>
        </p:nvSpPr>
        <p:spPr>
          <a:xfrm>
            <a:off x="3562350" y="3251200"/>
            <a:ext cx="14144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中国老师</a:t>
            </a:r>
          </a:p>
        </p:txBody>
      </p:sp>
      <p:sp>
        <p:nvSpPr>
          <p:cNvPr id="106513" name="文本框 152"/>
          <p:cNvSpPr/>
          <p:nvPr/>
        </p:nvSpPr>
        <p:spPr>
          <a:xfrm>
            <a:off x="5351463" y="324643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美国老师</a:t>
            </a:r>
          </a:p>
        </p:txBody>
      </p:sp>
      <p:sp>
        <p:nvSpPr>
          <p:cNvPr id="106514" name="文本框 152"/>
          <p:cNvSpPr/>
          <p:nvPr/>
        </p:nvSpPr>
        <p:spPr>
          <a:xfrm>
            <a:off x="3571875" y="43180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中国学生</a:t>
            </a:r>
          </a:p>
        </p:txBody>
      </p:sp>
      <p:sp>
        <p:nvSpPr>
          <p:cNvPr id="106515" name="文本框 152"/>
          <p:cNvSpPr/>
          <p:nvPr/>
        </p:nvSpPr>
        <p:spPr>
          <a:xfrm>
            <a:off x="5330825" y="4298950"/>
            <a:ext cx="14144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美国学生</a:t>
            </a:r>
          </a:p>
        </p:txBody>
      </p:sp>
      <p:sp>
        <p:nvSpPr>
          <p:cNvPr id="25" name="文本框 152"/>
          <p:cNvSpPr/>
          <p:nvPr/>
        </p:nvSpPr>
        <p:spPr>
          <a:xfrm>
            <a:off x="3567113" y="5370513"/>
            <a:ext cx="11080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</a:t>
            </a:r>
          </a:p>
        </p:txBody>
      </p:sp>
      <p:sp>
        <p:nvSpPr>
          <p:cNvPr id="26" name="文本框 152"/>
          <p:cNvSpPr/>
          <p:nvPr/>
        </p:nvSpPr>
        <p:spPr>
          <a:xfrm>
            <a:off x="5292725" y="538162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05480" y="4908550"/>
            <a:ext cx="1659255" cy="360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zhōnɡ ɡuó rén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92725" y="4943475"/>
            <a:ext cx="1981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měi ɡuó rén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25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圆角矩形 32"/>
          <p:cNvSpPr/>
          <p:nvPr/>
        </p:nvSpPr>
        <p:spPr>
          <a:xfrm>
            <a:off x="1866900" y="42560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08547" name="圆角矩形 32"/>
          <p:cNvSpPr/>
          <p:nvPr/>
        </p:nvSpPr>
        <p:spPr>
          <a:xfrm>
            <a:off x="1866900" y="3251200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08548" name="圆角矩形 32"/>
          <p:cNvSpPr/>
          <p:nvPr/>
        </p:nvSpPr>
        <p:spPr>
          <a:xfrm>
            <a:off x="1866900" y="2266950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08549" name="圆角矩形 32"/>
          <p:cNvSpPr/>
          <p:nvPr/>
        </p:nvSpPr>
        <p:spPr>
          <a:xfrm>
            <a:off x="1866900" y="13223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08550" name="圆角矩形 32"/>
          <p:cNvSpPr/>
          <p:nvPr/>
        </p:nvSpPr>
        <p:spPr>
          <a:xfrm>
            <a:off x="1866900" y="5337175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10855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8552" name="文本框 88"/>
          <p:cNvSpPr/>
          <p:nvPr/>
        </p:nvSpPr>
        <p:spPr>
          <a:xfrm>
            <a:off x="2095500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叫</a:t>
            </a:r>
          </a:p>
        </p:txBody>
      </p:sp>
      <p:sp>
        <p:nvSpPr>
          <p:cNvPr id="108553" name="文本框 88"/>
          <p:cNvSpPr/>
          <p:nvPr/>
        </p:nvSpPr>
        <p:spPr>
          <a:xfrm>
            <a:off x="2111375" y="22669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名字</a:t>
            </a:r>
          </a:p>
        </p:txBody>
      </p:sp>
      <p:sp>
        <p:nvSpPr>
          <p:cNvPr id="108554" name="文本框 107"/>
          <p:cNvSpPr/>
          <p:nvPr/>
        </p:nvSpPr>
        <p:spPr>
          <a:xfrm>
            <a:off x="2111375" y="3246438"/>
            <a:ext cx="903288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老师</a:t>
            </a:r>
          </a:p>
        </p:txBody>
      </p:sp>
      <p:grpSp>
        <p:nvGrpSpPr>
          <p:cNvPr id="108555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556" name="文本框 152"/>
          <p:cNvSpPr/>
          <p:nvPr/>
        </p:nvSpPr>
        <p:spPr>
          <a:xfrm>
            <a:off x="3587750" y="1338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叫李月</a:t>
            </a:r>
          </a:p>
        </p:txBody>
      </p:sp>
      <p:sp>
        <p:nvSpPr>
          <p:cNvPr id="108557" name="文本框 152"/>
          <p:cNvSpPr/>
          <p:nvPr/>
        </p:nvSpPr>
        <p:spPr>
          <a:xfrm>
            <a:off x="5119688" y="1355725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我叫李月</a:t>
            </a:r>
          </a:p>
        </p:txBody>
      </p:sp>
      <p:sp>
        <p:nvSpPr>
          <p:cNvPr id="108558" name="文本框 107"/>
          <p:cNvSpPr/>
          <p:nvPr/>
        </p:nvSpPr>
        <p:spPr>
          <a:xfrm>
            <a:off x="2128838" y="4256088"/>
            <a:ext cx="903287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学生</a:t>
            </a:r>
          </a:p>
        </p:txBody>
      </p:sp>
      <p:sp>
        <p:nvSpPr>
          <p:cNvPr id="108559" name="文本框 107"/>
          <p:cNvSpPr/>
          <p:nvPr/>
        </p:nvSpPr>
        <p:spPr>
          <a:xfrm>
            <a:off x="2274888" y="5345113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人</a:t>
            </a:r>
          </a:p>
        </p:txBody>
      </p:sp>
      <p:sp>
        <p:nvSpPr>
          <p:cNvPr id="108560" name="文本框 152"/>
          <p:cNvSpPr/>
          <p:nvPr/>
        </p:nvSpPr>
        <p:spPr>
          <a:xfrm>
            <a:off x="3582988" y="2293938"/>
            <a:ext cx="141446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什么名字</a:t>
            </a:r>
          </a:p>
        </p:txBody>
      </p:sp>
      <p:sp>
        <p:nvSpPr>
          <p:cNvPr id="108561" name="文本框 152"/>
          <p:cNvSpPr/>
          <p:nvPr/>
        </p:nvSpPr>
        <p:spPr>
          <a:xfrm>
            <a:off x="5295900" y="2289175"/>
            <a:ext cx="17224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叫什么名字</a:t>
            </a:r>
          </a:p>
        </p:txBody>
      </p:sp>
      <p:sp>
        <p:nvSpPr>
          <p:cNvPr id="108562" name="文本框 152"/>
          <p:cNvSpPr/>
          <p:nvPr/>
        </p:nvSpPr>
        <p:spPr>
          <a:xfrm>
            <a:off x="7402513" y="2284413"/>
            <a:ext cx="23399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你叫什么名字？</a:t>
            </a:r>
          </a:p>
        </p:txBody>
      </p:sp>
      <p:sp>
        <p:nvSpPr>
          <p:cNvPr id="108563" name="文本框 152"/>
          <p:cNvSpPr/>
          <p:nvPr/>
        </p:nvSpPr>
        <p:spPr>
          <a:xfrm>
            <a:off x="3562350" y="3251200"/>
            <a:ext cx="14144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中国老师</a:t>
            </a:r>
          </a:p>
        </p:txBody>
      </p:sp>
      <p:sp>
        <p:nvSpPr>
          <p:cNvPr id="108564" name="文本框 152"/>
          <p:cNvSpPr/>
          <p:nvPr/>
        </p:nvSpPr>
        <p:spPr>
          <a:xfrm>
            <a:off x="5351463" y="3246438"/>
            <a:ext cx="14160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美国老师</a:t>
            </a:r>
          </a:p>
        </p:txBody>
      </p:sp>
      <p:sp>
        <p:nvSpPr>
          <p:cNvPr id="108565" name="文本框 152"/>
          <p:cNvSpPr/>
          <p:nvPr/>
        </p:nvSpPr>
        <p:spPr>
          <a:xfrm>
            <a:off x="3571875" y="4318000"/>
            <a:ext cx="14160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中国学生</a:t>
            </a:r>
          </a:p>
        </p:txBody>
      </p:sp>
      <p:sp>
        <p:nvSpPr>
          <p:cNvPr id="108566" name="文本框 152"/>
          <p:cNvSpPr/>
          <p:nvPr/>
        </p:nvSpPr>
        <p:spPr>
          <a:xfrm>
            <a:off x="5330825" y="4298950"/>
            <a:ext cx="14144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美国学生</a:t>
            </a:r>
          </a:p>
        </p:txBody>
      </p:sp>
      <p:sp>
        <p:nvSpPr>
          <p:cNvPr id="108567" name="文本框 152"/>
          <p:cNvSpPr/>
          <p:nvPr/>
        </p:nvSpPr>
        <p:spPr>
          <a:xfrm>
            <a:off x="3567113" y="5370513"/>
            <a:ext cx="110807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中国人</a:t>
            </a:r>
          </a:p>
        </p:txBody>
      </p:sp>
      <p:sp>
        <p:nvSpPr>
          <p:cNvPr id="108568" name="文本框 152"/>
          <p:cNvSpPr/>
          <p:nvPr/>
        </p:nvSpPr>
        <p:spPr>
          <a:xfrm>
            <a:off x="5292725" y="538162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美国人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594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914400"/>
            <a:ext cx="9324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疑问代词“什么”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Interrogative Pronoun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“什么”   </a:t>
            </a:r>
            <a:r>
              <a:rPr kumimoji="0" lang="en-US" altLang="zh-CN" kern="1200" cap="none" spc="0" normalizeH="0" baseline="0" noProof="0" dirty="0" err="1">
                <a:latin typeface="+mn-ea"/>
                <a:ea typeface="+mn-ea"/>
                <a:cs typeface="+mn-cs"/>
              </a:rPr>
              <a:t>tao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kern="1200" cap="none" spc="0" normalizeH="0" baseline="0" noProof="0" dirty="0" err="1">
                <a:latin typeface="+mn-ea"/>
                <a:ea typeface="+mn-ea"/>
                <a:cs typeface="+mn-cs"/>
              </a:rPr>
              <a:t>lun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7755" y="1558925"/>
            <a:ext cx="7721600" cy="47942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什么？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subject+verb+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什么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675" y="2159000"/>
            <a:ext cx="7762240" cy="488950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什么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名词？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subject+verb+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什么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+noun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1671637" y="3279775"/>
            <a:ext cx="10338226" cy="26479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86088" y="3562350"/>
            <a:ext cx="7295336" cy="6778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）你叫什么名字？</a:t>
            </a:r>
            <a:r>
              <a:rPr lang="en-US" altLang="zh-CN" dirty="0" err="1"/>
              <a:t>nǐ</a:t>
            </a:r>
            <a:r>
              <a:rPr lang="en-US" altLang="zh-CN" dirty="0"/>
              <a:t> </a:t>
            </a:r>
            <a:r>
              <a:rPr lang="en-US" altLang="zh-CN" dirty="0" err="1"/>
              <a:t>jiào</a:t>
            </a:r>
            <a:r>
              <a:rPr lang="en-US" altLang="zh-CN" dirty="0"/>
              <a:t> </a:t>
            </a:r>
            <a:r>
              <a:rPr lang="en-US" altLang="zh-CN" dirty="0" err="1"/>
              <a:t>shén</a:t>
            </a:r>
            <a:r>
              <a:rPr lang="en-US" altLang="zh-CN" dirty="0"/>
              <a:t> me </a:t>
            </a:r>
            <a:r>
              <a:rPr lang="en-US" altLang="zh-CN" dirty="0" err="1"/>
              <a:t>míng</a:t>
            </a:r>
            <a:r>
              <a:rPr lang="en-US" altLang="zh-CN" dirty="0"/>
              <a:t> zi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00375" y="4271963"/>
            <a:ext cx="8853371" cy="52228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）这（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zhè, </a:t>
            </a:r>
            <a:r>
              <a:rPr lang="en-US" altLang="zh-CN" sz="24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this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）是什么？</a:t>
            </a:r>
            <a:r>
              <a:rPr lang="en-US" altLang="zh-CN" dirty="0"/>
              <a:t> </a:t>
            </a:r>
            <a:r>
              <a:rPr lang="en-US" altLang="zh-CN" dirty="0" err="1"/>
              <a:t>zhè</a:t>
            </a:r>
            <a:r>
              <a:rPr lang="en-US" altLang="zh-CN" dirty="0"/>
              <a:t> </a:t>
            </a:r>
            <a:r>
              <a:rPr lang="en-US" altLang="zh-CN" dirty="0" err="1"/>
              <a:t>shì</a:t>
            </a:r>
            <a:r>
              <a:rPr lang="en-US" altLang="zh-CN" dirty="0"/>
              <a:t> </a:t>
            </a:r>
            <a:r>
              <a:rPr lang="en-US" altLang="zh-CN" dirty="0" err="1"/>
              <a:t>shén</a:t>
            </a:r>
            <a:r>
              <a:rPr lang="en-US" altLang="zh-CN" dirty="0"/>
              <a:t> me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78150" y="4887913"/>
            <a:ext cx="9031713" cy="52228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）这是什么书（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shū, </a:t>
            </a:r>
            <a:r>
              <a:rPr lang="en-US" altLang="zh-CN" sz="24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book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）？</a:t>
            </a:r>
            <a:r>
              <a:rPr lang="en-US" altLang="zh-CN" dirty="0" err="1"/>
              <a:t>zhè</a:t>
            </a:r>
            <a:r>
              <a:rPr lang="en-US" altLang="zh-CN" dirty="0"/>
              <a:t> </a:t>
            </a:r>
            <a:r>
              <a:rPr lang="en-US" altLang="zh-CN" dirty="0" err="1"/>
              <a:t>shì</a:t>
            </a:r>
            <a:r>
              <a:rPr lang="en-US" altLang="zh-CN" dirty="0"/>
              <a:t> </a:t>
            </a:r>
            <a:r>
              <a:rPr lang="en-US" altLang="zh-CN" dirty="0" err="1"/>
              <a:t>shén</a:t>
            </a:r>
            <a:r>
              <a:rPr lang="en-US" altLang="zh-CN" dirty="0"/>
              <a:t> me </a:t>
            </a:r>
            <a:r>
              <a:rPr lang="en-US" altLang="zh-CN" dirty="0" err="1"/>
              <a:t>shū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39695" y="65278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shén me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64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914400"/>
            <a:ext cx="83137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“是”字句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Sentence with </a:t>
            </a:r>
            <a:r>
              <a:rPr lang="zh-CN" altLang="en-US" noProof="0" dirty="0">
                <a:latin typeface="+mn-ea"/>
                <a:ea typeface="+mn-ea"/>
                <a:sym typeface="+mn-ea"/>
              </a:rPr>
              <a:t>“是”  </a:t>
            </a:r>
            <a:r>
              <a:rPr lang="en-US" altLang="zh-CN" noProof="0" dirty="0">
                <a:latin typeface="+mn-ea"/>
                <a:ea typeface="+mn-ea"/>
                <a:sym typeface="+mn-ea"/>
              </a:rPr>
              <a:t>be – am, is, are/yes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40043" y="1686864"/>
            <a:ext cx="2916653" cy="46166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（不）是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endParaRPr kumimoji="0" lang="zh-CN" altLang="en-US" sz="2400" b="1" kern="1200" cap="none" spc="0" normalizeH="0" baseline="0" noProof="0" dirty="0"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032000" y="2778125"/>
          <a:ext cx="8128000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4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080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2E75B6">
                        <a:alpha val="850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Predicate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0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（不）是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+mn-lt"/>
                        </a:rPr>
                        <a:t>Noun/Noun Phrase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李月</a:t>
                      </a:r>
                      <a:r>
                        <a:rPr lang="en-US" altLang="zh-CN" sz="2400" dirty="0" err="1"/>
                        <a:t>Lǐ</a:t>
                      </a:r>
                      <a:r>
                        <a:rPr lang="en-US" altLang="zh-CN" sz="2400" dirty="0"/>
                        <a:t> Yuè</a:t>
                      </a:r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是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老师。</a:t>
                      </a:r>
                      <a:r>
                        <a:rPr lang="en-US" altLang="zh-CN" sz="2400" dirty="0" err="1"/>
                        <a:t>lǎo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shī</a:t>
                      </a:r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7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  <a:r>
                        <a:rPr lang="en-US" altLang="zh-CN" sz="2400" dirty="0" err="1"/>
                        <a:t>wǒ</a:t>
                      </a:r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是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美国人。</a:t>
                      </a:r>
                      <a:r>
                        <a:rPr lang="en-US" altLang="zh-CN" sz="2400" dirty="0" err="1"/>
                        <a:t>Měi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guó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rén</a:t>
                      </a:r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不是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老师。</a:t>
                      </a:r>
                      <a:r>
                        <a:rPr lang="en-US" altLang="zh-CN" sz="2400" dirty="0" err="1"/>
                        <a:t>lǎo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shī</a:t>
                      </a:r>
                      <a:endParaRPr lang="zh-CN" altLang="en-US" sz="24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4915" y="688975"/>
            <a:ext cx="609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shì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64410" y="1386205"/>
            <a:ext cx="1576705" cy="577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/>
              <a:t>b</a:t>
            </a:r>
            <a:r>
              <a:rPr lang="en-US" altLang="en-US"/>
              <a:t>ú</a:t>
            </a:r>
            <a:r>
              <a:rPr lang="en-US" altLang="zh-CN"/>
              <a:t>      sh</a:t>
            </a:r>
            <a:r>
              <a:rPr lang="en-US" altLang="en-US"/>
              <a:t>ì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69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14691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用“吗”的疑问句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Interrogative Sentences with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“吗”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576811"/>
              </p:ext>
            </p:extLst>
          </p:nvPr>
        </p:nvGraphicFramePr>
        <p:xfrm>
          <a:off x="1970088" y="2714625"/>
          <a:ext cx="8128000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080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Subject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E75B6">
                        <a:alpha val="85882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Predicate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>
                        <a:alpha val="85882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Verb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Noun/Noun Phrase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</a:rPr>
                        <a:t>吗？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88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nǐ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你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shì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是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měi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guó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rén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美国人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ma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吗？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7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你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是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zhōng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guó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rén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中国人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吗？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你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是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lǎo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dirty="0" err="1"/>
                        <a:t>shī</a:t>
                      </a:r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老师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吗？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64193" y="1581354"/>
            <a:ext cx="1350403" cy="46166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3955" y="65278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    mɑ 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73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16739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740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81175" y="2351088"/>
            <a:ext cx="4524375" cy="2330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1" kern="1200" cap="none" spc="0" normalizeH="0" baseline="0" noProof="0" dirty="0">
                <a:latin typeface="SimSun-ExtG" panose="02010609060101010101" charset="-122"/>
                <a:ea typeface="SimSun-ExtG" panose="02010609060101010101" charset="-122"/>
                <a:cs typeface="GB Pinyinok-D"/>
                <a:sym typeface="宋体" panose="02010600030101010101" pitchFamily="2" charset="-122"/>
              </a:rPr>
              <a:t>n</a:t>
            </a:r>
            <a:r>
              <a:rPr kumimoji="0" lang="en-US" altLang="zh-CN" sz="2400" kern="1200" cap="none" spc="0" normalizeH="0" baseline="0" noProof="0" dirty="0" err="1">
                <a:latin typeface="SimSun-ExtG" panose="02010609060101010101" charset="-122"/>
                <a:ea typeface="SimSun-ExtG" panose="02010609060101010101" charset="-122"/>
                <a:cs typeface="+mn-cs"/>
                <a:sym typeface="宋体" panose="02010600030101010101" pitchFamily="2" charset="-122"/>
              </a:rPr>
              <a:t>ǐ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jiào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shén me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mínɡ zi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R="0" defTabSz="914400" eaLnBrk="1" hangingPunct="1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 叫    什么    名字？</a:t>
            </a:r>
          </a:p>
          <a:p>
            <a:pPr marR="0" defTabSz="914400" eaLnBrk="1" hangingPunct="1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w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ǒ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jiào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l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ǐ yuè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R="0" defTabSz="914400" eaLnBrk="1" hangingPunct="1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rgbClr val="7F7F7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kern="1200" cap="none" spc="0" normalizeH="0" baseline="0" noProof="0" dirty="0">
                <a:solidFill>
                  <a:srgbClr val="7F7F7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 </a:t>
            </a:r>
            <a:r>
              <a:rPr kumimoji="0" lang="zh-CN" altLang="en-US" sz="2800" b="1" kern="1200" cap="none" spc="0" normalizeH="0" baseline="0" noProof="0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 叫   李月。</a:t>
            </a:r>
            <a:endParaRPr kumimoji="0" lang="zh-CN" altLang="en-US" sz="2400" b="1" kern="1200" cap="none" spc="0" normalizeH="0" baseline="0" noProof="0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9763" y="2359025"/>
            <a:ext cx="2703513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6743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在学校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school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76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17763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764" name="Rectangle 2"/>
          <p:cNvSpPr/>
          <p:nvPr/>
        </p:nvSpPr>
        <p:spPr>
          <a:xfrm>
            <a:off x="1057275" y="1620838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/>
          <p:nvPr/>
        </p:nvSpPr>
        <p:spPr>
          <a:xfrm>
            <a:off x="1781175" y="2335213"/>
            <a:ext cx="4524375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你叫什么名字？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7F7F7F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</a:t>
            </a:r>
            <a:endParaRPr lang="en-US" altLang="zh-CN" sz="2400" dirty="0">
              <a:solidFill>
                <a:srgbClr val="7F7F7F"/>
              </a:solidFill>
              <a:latin typeface="GB Pinyinok-D"/>
              <a:ea typeface="GB Pinyinok-D"/>
              <a:sym typeface="宋体" panose="02010600030101010101" pitchFamily="2" charset="-122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： </a:t>
            </a:r>
            <a:r>
              <a:rPr lang="zh-CN" altLang="en-US" b="1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我叫李月</a:t>
            </a:r>
            <a:r>
              <a:rPr lang="en-US" altLang="zh-CN" b="1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.</a:t>
            </a:r>
            <a:endParaRPr lang="zh-CN" altLang="en-US" sz="2400" b="1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7766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在学校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school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9763" y="2359025"/>
            <a:ext cx="2703513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78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18787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788" name="Rectangle 2"/>
          <p:cNvSpPr/>
          <p:nvPr/>
        </p:nvSpPr>
        <p:spPr>
          <a:xfrm>
            <a:off x="1057275" y="1620838"/>
            <a:ext cx="9332913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560513" y="2935288"/>
            <a:ext cx="6323013" cy="2330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n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lǎo shī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ma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是   老师   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w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lǎo shī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xué shen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</a:rPr>
              <a:t>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不  是   老师，  我  是    学生。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8963" y="2090738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8791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在教室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classroom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81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19811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812" name="Rectangle 2"/>
          <p:cNvSpPr/>
          <p:nvPr/>
        </p:nvSpPr>
        <p:spPr>
          <a:xfrm>
            <a:off x="1057275" y="1620838"/>
            <a:ext cx="9332913" cy="4668837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560513" y="1973263"/>
            <a:ext cx="6323013" cy="23336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你是老师吗？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我不是老师，我是学生。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19814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在教室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classroom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2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38963" y="2090738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83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083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9317038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276350" y="2982913"/>
            <a:ext cx="9097963" cy="2330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nǐ shì zhōnɡ ɡuó rén ma?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是     中国      人  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w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Zhōnɡ ɡuó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m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ěi ɡuó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不  是       中国    人， 我  是    美国  人。</a:t>
            </a: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0" y="2117725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0839" name="TextBox 14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在学校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school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85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1859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20838"/>
            <a:ext cx="9317038" cy="4654550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276350" y="2241550"/>
            <a:ext cx="9097963" cy="2332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你是中国人吗？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我不是中国人，我是美国人。</a:t>
            </a:r>
          </a:p>
        </p:txBody>
      </p:sp>
      <p:sp>
        <p:nvSpPr>
          <p:cNvPr id="121862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在学校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school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2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0" y="2117725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1057275" y="2241285"/>
            <a:ext cx="9347966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22885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2886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/>
          <p:nvPr/>
        </p:nvSpPr>
        <p:spPr>
          <a:xfrm>
            <a:off x="2168525" y="1925638"/>
            <a:ext cx="9096375" cy="51695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1.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你叫什么名字？  </a:t>
            </a:r>
            <a:r>
              <a:rPr lang="en-US" altLang="zh-CN" dirty="0">
                <a:latin typeface="GB Pinyinok-D"/>
                <a:ea typeface="GB Pinyinok-D"/>
                <a:sym typeface="宋体" panose="02010600030101010101" pitchFamily="2" charset="-122"/>
              </a:rPr>
              <a:t>    </a:t>
            </a:r>
            <a:r>
              <a:rPr lang="en-US" altLang="zh-CN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n</a:t>
            </a:r>
            <a:r>
              <a:rPr lang="en-US" altLang="zh-CN" sz="24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ǐ jiào shén me mínɡ zi?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2.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你是中国人吗？</a:t>
            </a:r>
            <a:r>
              <a:rPr lang="en-US" altLang="zh-CN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n</a:t>
            </a:r>
            <a:r>
              <a:rPr lang="en-US" altLang="zh-CN" sz="24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ǐ shì zhōnɡ ɡuó rén ma?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3.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你是美国人吗？</a:t>
            </a:r>
            <a:r>
              <a:rPr lang="en-US" altLang="zh-CN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n</a:t>
            </a:r>
            <a:r>
              <a:rPr lang="en-US" altLang="zh-CN" sz="24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ǐ shì měi ɡuó rén ma?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4.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你是老师吗？</a:t>
            </a:r>
            <a:r>
              <a:rPr lang="en-US" altLang="zh-CN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  n</a:t>
            </a:r>
            <a:r>
              <a:rPr lang="en-US" altLang="zh-CN" sz="24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ǐ shì lǎo shī ma?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5.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你是学生吗？</a:t>
            </a:r>
            <a:r>
              <a:rPr lang="en-US" altLang="zh-CN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  n</a:t>
            </a:r>
            <a:r>
              <a:rPr lang="en-US" altLang="zh-CN" sz="2400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ǐ shì xué shenɡ ma?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/>
                <a:ea typeface="GB Pinyinok-D"/>
                <a:sym typeface="宋体" panose="02010600030101010101" pitchFamily="2" charset="-122"/>
              </a:rPr>
              <a:t>   </a:t>
            </a:r>
            <a:endParaRPr lang="en-US" altLang="zh-CN" sz="2400" dirty="0">
              <a:solidFill>
                <a:srgbClr val="7F7F7F"/>
              </a:solidFill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7275" y="1071563"/>
            <a:ext cx="84185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根据实际情况回答问题    </a:t>
            </a:r>
            <a:r>
              <a:rPr kumimoji="0" lang="en-US" altLang="zh-CN" sz="2400" b="1" kern="1200" cap="none" spc="0" normalizeH="0" baseline="0" noProof="0" dirty="0" err="1">
                <a:latin typeface="+mn-ea"/>
                <a:ea typeface="+mn-ea"/>
                <a:cs typeface="+mn-cs"/>
              </a:rPr>
              <a:t>gao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1" kern="1200" cap="none" spc="0" normalizeH="0" baseline="0" noProof="0" dirty="0" err="1">
                <a:latin typeface="+mn-ea"/>
                <a:ea typeface="+mn-ea"/>
                <a:cs typeface="+mn-cs"/>
              </a:rPr>
              <a:t>xing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Answer the questions according to the actual situations.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91371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23909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3910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100638" y="2759075"/>
            <a:ext cx="9096375" cy="36925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 jiào Qiáo Dān,      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叫    乔丹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Michael Jordan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），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人。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16100" y="2759075"/>
            <a:ext cx="1979613" cy="25193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73787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24933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4934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19275" y="2741613"/>
            <a:ext cx="1979613" cy="25193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4910138" y="2759075"/>
            <a:ext cx="9097963" cy="37846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jiào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Y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áo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Míng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,      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 叫    姚明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Yao Ming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），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人。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110799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    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wo ye hen </a:t>
            </a:r>
            <a:r>
              <a:rPr kumimoji="0" lang="en-US" altLang="zh-CN" sz="2400" b="1" kern="1200" cap="none" spc="0" normalizeH="0" baseline="0" noProof="0" dirty="0" err="1">
                <a:latin typeface="+mn-ea"/>
                <a:ea typeface="+mn-ea"/>
                <a:cs typeface="+mn-cs"/>
              </a:rPr>
              <a:t>gao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1" kern="1200" cap="none" spc="0" normalizeH="0" baseline="0" noProof="0" dirty="0" err="1">
                <a:latin typeface="+mn-ea"/>
                <a:ea typeface="+mn-ea"/>
                <a:cs typeface="+mn-cs"/>
              </a:rPr>
              <a:t>xing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 ren </a:t>
            </a:r>
            <a:r>
              <a:rPr kumimoji="0" lang="en-US" altLang="zh-CN" sz="2400" b="1" kern="1200" cap="none" spc="0" normalizeH="0" baseline="0" noProof="0" dirty="0" err="1">
                <a:latin typeface="+mn-ea"/>
                <a:ea typeface="+mn-ea"/>
                <a:cs typeface="+mn-cs"/>
              </a:rPr>
              <a:t>shi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400" b="1" kern="1200" cap="none" spc="0" normalizeH="0" baseline="0" noProof="0" dirty="0" err="1">
                <a:latin typeface="+mn-ea"/>
                <a:ea typeface="+mn-ea"/>
                <a:cs typeface="+mn-cs"/>
              </a:rPr>
              <a:t>ni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 </a:t>
            </a: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4" y="2241285"/>
            <a:ext cx="10073787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25957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5958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145088" y="2759075"/>
            <a:ext cx="9097963" cy="3694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xuéshenɡ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我不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，我   是    学生，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人。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2288" y="2759075"/>
            <a:ext cx="2698750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10056202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26981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6982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7050" y="2862263"/>
            <a:ext cx="2700338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5195888" y="2789238"/>
            <a:ext cx="9097963" cy="3694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xuéshenɡ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，我  不 是    学生，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人。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00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8003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1370961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260475" y="2305051"/>
            <a:ext cx="9864725" cy="295338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Calibri" panose="020F0502020204030204" pitchFamily="34" charset="0"/>
                <a:ea typeface="GB Pinyinok-D"/>
                <a:cs typeface="GB Pinyinok-D"/>
                <a:sym typeface="宋体" panose="02010600030101010101" pitchFamily="2" charset="-122"/>
              </a:rPr>
              <a:t>                          w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ǒ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jiào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Lǐyuè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 w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ǒ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z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hōnɡɡuó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 w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ǒ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lǎoshī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  <a:endParaRPr kumimoji="0" lang="en-US" altLang="zh-CN" sz="2000" kern="1200" cap="none" spc="0" normalizeH="0" baseline="0" noProof="0" dirty="0" err="1"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例如：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A: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叫  李月，我  是   中国   人，我  是  老师。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w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ǒ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jiào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Dawèi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m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ěiɡuó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, 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bú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xuéshenɡ</a:t>
            </a:r>
            <a:r>
              <a:rPr kumimoji="0" lang="en-US" altLang="zh-CN" sz="20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 </a:t>
            </a: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B: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叫 大卫，我  是 美国  人，我 不 是  学生。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</a:t>
            </a:r>
            <a:endParaRPr kumimoji="0" lang="en-US" altLang="zh-CN" sz="2400" kern="1200" cap="none" spc="0" normalizeH="0" baseline="0" noProof="0" dirty="0">
              <a:solidFill>
                <a:srgbClr val="7F7F7F"/>
              </a:solidFill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7275" y="1071563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双人活动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Pair Work</a:t>
            </a: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1"/>
          <p:cNvSpPr txBox="1"/>
          <p:nvPr/>
        </p:nvSpPr>
        <p:spPr>
          <a:xfrm>
            <a:off x="3468688" y="266700"/>
            <a:ext cx="6170612" cy="1076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他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她是哪国人？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295650" y="266700"/>
            <a:ext cx="6170613" cy="58420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3005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30053" name="Text Box 9"/>
          <p:cNvSpPr txBox="1"/>
          <p:nvPr/>
        </p:nvSpPr>
        <p:spPr>
          <a:xfrm>
            <a:off x="2022475" y="1036638"/>
            <a:ext cx="7646988" cy="1338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1800" b="1" dirty="0">
                <a:latin typeface="Arial" panose="020B0604020202020204" pitchFamily="34" charset="0"/>
              </a:rPr>
              <a:t>准备一张自己喜欢的明星或者名人的照片。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1800" b="1" dirty="0">
                <a:latin typeface="Arial" panose="020B0604020202020204" pitchFamily="34" charset="0"/>
              </a:rPr>
              <a:t>用本课所学语言点给大家介绍这个人。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1800" b="1" dirty="0">
                <a:latin typeface="Arial" panose="020B0604020202020204" pitchFamily="34" charset="0"/>
              </a:rPr>
              <a:t>大家看照片集体复述所介绍的内容。</a:t>
            </a:r>
          </a:p>
        </p:txBody>
      </p:sp>
      <p:sp>
        <p:nvSpPr>
          <p:cNvPr id="10" name="对角圆角矩形 9"/>
          <p:cNvSpPr/>
          <p:nvPr/>
        </p:nvSpPr>
        <p:spPr>
          <a:xfrm>
            <a:off x="1608138" y="2740025"/>
            <a:ext cx="8061325" cy="2825750"/>
          </a:xfrm>
          <a:prstGeom prst="round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407" name="TextBox 10"/>
          <p:cNvSpPr txBox="1"/>
          <p:nvPr/>
        </p:nvSpPr>
        <p:spPr>
          <a:xfrm>
            <a:off x="3851275" y="3101975"/>
            <a:ext cx="7853363" cy="2030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他</a:t>
            </a:r>
            <a:r>
              <a:rPr lang="en-US" altLang="zh-CN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她叫</a:t>
            </a:r>
            <a:r>
              <a:rPr lang="en-US" altLang="zh-CN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US" altLang="zh-CN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他</a:t>
            </a:r>
            <a:r>
              <a:rPr lang="en-US" altLang="zh-CN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她是</a:t>
            </a:r>
            <a:r>
              <a:rPr lang="en-US" altLang="zh-CN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人（国籍</a:t>
            </a:r>
            <a:r>
              <a:rPr lang="en-US" altLang="zh-CN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nationality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他</a:t>
            </a:r>
            <a:r>
              <a:rPr lang="en-US" altLang="zh-CN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她是</a:t>
            </a:r>
            <a:r>
              <a:rPr lang="en-US" altLang="zh-CN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（职业</a:t>
            </a:r>
            <a:r>
              <a:rPr lang="en-US" altLang="zh-CN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job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）。</a:t>
            </a:r>
            <a:endParaRPr lang="en-US" altLang="zh-CN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00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28003" name="组合 8"/>
          <p:cNvGrpSpPr/>
          <p:nvPr/>
        </p:nvGrpSpPr>
        <p:grpSpPr>
          <a:xfrm>
            <a:off x="307975" y="6350"/>
            <a:ext cx="3216275" cy="646331"/>
            <a:chOff x="308629" y="6819"/>
            <a:chExt cx="3214777" cy="646767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1107480" cy="646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复习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260475" y="1957705"/>
            <a:ext cx="9864725" cy="47434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lstStyle/>
          <a:p>
            <a:pPr marL="457200" marR="0" indent="-457200" defTabSz="914400" eaLnBrk="1" hangingPunct="1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r>
              <a:rPr kumimoji="0" lang="zh-CN" altLang="en-US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李月是老师，还是学生？    </a:t>
            </a:r>
            <a:r>
              <a:rPr kumimoji="0" lang="en-US" altLang="zh-CN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Or      </a:t>
            </a:r>
            <a:endParaRPr kumimoji="0" lang="zh-CN" altLang="en-US" sz="2400" kern="1200" cap="none" spc="0" normalizeH="0" baseline="0" noProof="0" dirty="0">
              <a:latin typeface="GB Pinyinok-D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defRPr/>
            </a:pPr>
            <a:endParaRPr kumimoji="0" lang="en-US" altLang="zh-CN" sz="2400" kern="1200" cap="none" spc="0" normalizeH="0" baseline="0" noProof="0" dirty="0">
              <a:latin typeface="GB Pinyinok-D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defRPr/>
            </a:pPr>
            <a:r>
              <a:rPr lang="en-US" altLang="zh-CN" sz="240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2.  </a:t>
            </a:r>
            <a:r>
              <a:rPr lang="zh-CN" altLang="en-US" sz="240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你叫什么名字？你是哪国人？    </a:t>
            </a:r>
            <a:r>
              <a:rPr lang="en-US" altLang="zh-CN" sz="240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Na = which  </a:t>
            </a:r>
            <a:r>
              <a:rPr lang="en-US" altLang="zh-CN" sz="2400" dirty="0" err="1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guo</a:t>
            </a:r>
            <a:r>
              <a:rPr lang="en-US" altLang="zh-CN" sz="240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= country</a:t>
            </a:r>
            <a:endParaRPr lang="zh-CN" altLang="en-US" sz="2400" dirty="0">
              <a:latin typeface="GB Pinyinok-D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L="457200" marR="0" indent="-457200" defTabSz="914400" eaLnBrk="1" hangingPunct="1">
              <a:lnSpc>
                <a:spcPct val="150000"/>
              </a:lnSpc>
              <a:buClrTx/>
              <a:buSzTx/>
              <a:buFontTx/>
              <a:buAutoNum type="arabicPeriod"/>
              <a:defRPr/>
            </a:pPr>
            <a:endParaRPr lang="en-US" altLang="zh-CN" sz="2400" dirty="0">
              <a:latin typeface="GB Pinyinok-D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defRPr/>
            </a:pPr>
            <a:r>
              <a:rPr kumimoji="0" lang="en-US" altLang="zh-CN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3.  </a:t>
            </a:r>
            <a:r>
              <a:rPr kumimoji="0" lang="zh-CN" altLang="en-US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你是中国学生吗？</a:t>
            </a:r>
            <a:endParaRPr kumimoji="0" lang="en-US" altLang="zh-CN" sz="2400" kern="1200" cap="none" spc="0" normalizeH="0" baseline="0" noProof="0" dirty="0">
              <a:latin typeface="GB Pinyinok-D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defRPr/>
            </a:pPr>
            <a:endParaRPr kumimoji="0" lang="zh-CN" altLang="en-US" sz="2400" kern="1200" cap="none" spc="0" normalizeH="0" baseline="0" noProof="0" dirty="0">
              <a:latin typeface="GB Pinyinok-D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defRPr/>
            </a:pPr>
            <a:r>
              <a:rPr kumimoji="0" lang="en-US" altLang="zh-CN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4.  </a:t>
            </a:r>
            <a:r>
              <a:rPr kumimoji="0" lang="zh-CN" altLang="en-US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你是老师吗？</a:t>
            </a:r>
            <a:endParaRPr kumimoji="0" lang="en-US" altLang="zh-CN" sz="2400" kern="1200" cap="none" spc="0" normalizeH="0" baseline="0" noProof="0" dirty="0">
              <a:latin typeface="GB Pinyinok-D"/>
              <a:ea typeface="GB Pinyinok-D"/>
              <a:cs typeface="GB Pinyinok-D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defRPr/>
            </a:pPr>
            <a:r>
              <a:rPr kumimoji="0" lang="en-US" altLang="zh-CN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</a:t>
            </a:r>
            <a:endParaRPr kumimoji="0" lang="en-US" altLang="zh-CN" sz="2400" kern="1200" cap="none" spc="0" normalizeH="0" baseline="0" noProof="0" dirty="0">
              <a:solidFill>
                <a:srgbClr val="7F7F7F"/>
              </a:solidFill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5843" y="1071563"/>
            <a:ext cx="11407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复习本课学过的词句 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- </a:t>
            </a:r>
            <a:r>
              <a:rPr lang="en-US" altLang="zh-CN" sz="2000" b="1" dirty="0"/>
              <a:t>Review the words and sentences we learned in this lesson</a:t>
            </a:r>
            <a:r>
              <a:rPr kumimoji="0" lang="en-US" altLang="zh-CN" sz="2000" b="1" kern="1200" cap="none" spc="0" normalizeH="0" baseline="0" noProof="0" dirty="0">
                <a:latin typeface="+mn-ea"/>
                <a:ea typeface="+mn-ea"/>
                <a:cs typeface="+mn-cs"/>
              </a:rPr>
              <a:t> </a:t>
            </a:r>
            <a:endParaRPr kumimoji="0" lang="en-US" altLang="zh-CN" sz="20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32585" y="1525270"/>
            <a:ext cx="2056130" cy="427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2000"/>
              <a:t>lǐ yuè shì lǎo shī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88715" y="155892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hái shì xué shēnɡ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18920" y="2720975"/>
            <a:ext cx="28644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jiào shén me mínɡ zì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83405" y="272097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dirty="0" err="1"/>
              <a:t>nǐ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shì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nǎ</a:t>
            </a:r>
            <a:r>
              <a:rPr lang="en-US" altLang="en-US" sz="2000" dirty="0"/>
              <a:t> </a:t>
            </a:r>
            <a:r>
              <a:rPr lang="en-US" altLang="en-US" sz="2000" dirty="0" err="1"/>
              <a:t>ɡuó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rén</a:t>
            </a:r>
            <a:endParaRPr lang="en-US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1518920" y="388302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shì zhōnɡ ɡuó xué shēnɡ mɑ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40205" y="5045075"/>
            <a:ext cx="2743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nǐ shì lǎo shī mɑ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8fe382b948377304034e9f4163aaa8daa5f058"/>
  <p:tag name="ISPRING_RESOURCE_PATHS_HASH_2" val="f7423e978123095fb4e4c1cd3cd7238f826769d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1979</Words>
  <Application>Microsoft Office PowerPoint</Application>
  <PresentationFormat>宽屏</PresentationFormat>
  <Paragraphs>469</Paragraphs>
  <Slides>40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40</vt:i4>
      </vt:variant>
    </vt:vector>
  </HeadingPairs>
  <TitlesOfParts>
    <vt:vector size="63" baseType="lpstr">
      <vt:lpstr>Arial Unicode MS</vt:lpstr>
      <vt:lpstr>GB Pinyinok-D</vt:lpstr>
      <vt:lpstr>Inter</vt:lpstr>
      <vt:lpstr>SimSun-ExtB</vt:lpstr>
      <vt:lpstr>SimSun-ExtG</vt:lpstr>
      <vt:lpstr>方正舒体</vt:lpstr>
      <vt:lpstr>华文楷体</vt:lpstr>
      <vt:lpstr>华文细黑</vt:lpstr>
      <vt:lpstr>华文新魏</vt:lpstr>
      <vt:lpstr>楷体</vt:lpstr>
      <vt:lpstr>楷体_GB2312</vt:lpstr>
      <vt:lpstr>宋体</vt:lpstr>
      <vt:lpstr>微软雅黑</vt:lpstr>
      <vt:lpstr>Arial</vt:lpstr>
      <vt:lpstr>Bradley Hand ITC</vt:lpstr>
      <vt:lpstr>Calibri</vt:lpstr>
      <vt:lpstr>Calibri Light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第 3 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lisa chen</cp:lastModifiedBy>
  <cp:revision>589</cp:revision>
  <dcterms:created xsi:type="dcterms:W3CDTF">2013-01-25T01:44:00Z</dcterms:created>
  <dcterms:modified xsi:type="dcterms:W3CDTF">2026-04-15T02:17:06Z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41F7AEA2E33246BC8F039FF118ECCD00_12</vt:lpwstr>
  </property>
</Properties>
</file>