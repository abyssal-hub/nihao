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9" r:id="rId6"/>
  </p:sldMasterIdLst>
  <p:notesMasterIdLst>
    <p:notesMasterId r:id="rId14"/>
  </p:notesMasterIdLst>
  <p:sldIdLst>
    <p:sldId id="382" r:id="rId7"/>
    <p:sldId id="732" r:id="rId8"/>
    <p:sldId id="733" r:id="rId9"/>
    <p:sldId id="759" r:id="rId10"/>
    <p:sldId id="760" r:id="rId11"/>
    <p:sldId id="763" r:id="rId12"/>
    <p:sldId id="761" r:id="rId13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4" userDrawn="1">
          <p15:clr>
            <a:srgbClr val="A4A3A4"/>
          </p15:clr>
        </p15:guide>
        <p15:guide id="2" pos="3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8149"/>
    <a:srgbClr val="058576"/>
    <a:srgbClr val="68A042"/>
    <a:srgbClr val="669E40"/>
    <a:srgbClr val="6AA343"/>
    <a:srgbClr val="C198E0"/>
    <a:srgbClr val="69D8FF"/>
    <a:srgbClr val="FFE285"/>
    <a:srgbClr val="939393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13" autoAdjust="0"/>
    <p:restoredTop sz="88309" autoAdjust="0"/>
  </p:normalViewPr>
  <p:slideViewPr>
    <p:cSldViewPr snapToGrid="0" snapToObjects="1" showGuides="1">
      <p:cViewPr varScale="1">
        <p:scale>
          <a:sx n="56" d="100"/>
          <a:sy n="56" d="100"/>
        </p:scale>
        <p:origin x="1276" y="40"/>
      </p:cViewPr>
      <p:guideLst>
        <p:guide orient="horz" pos="264"/>
        <p:guide pos="3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>
              <a:defRPr/>
            </a:pPr>
            <a:fld id="{412235B8-8E38-45C9-8FE8-5956D69C72B2}" type="datetimeFigureOut">
              <a:rPr lang="zh-CN" altLang="en-US"/>
              <a:t>2026/5/13</a:t>
            </a:fld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>
              <a:defRPr/>
            </a:pPr>
            <a:fld id="{0EA2A06F-BCDA-4CB0-AAD0-A255306DBDCB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  <a:t>2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43D0D2-FE93-4EF6-AB0B-125CB036258C}" type="datetime1">
              <a:rPr lang="zh-CN" altLang="en-US"/>
              <a:t>2026/5/13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09D47D-2E66-4BEF-AFCD-4164C0C3999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ABD23E-6279-4020-8615-39625346AC54}" type="datetime1">
              <a:rPr lang="zh-CN" altLang="en-US"/>
              <a:t>2026/5/13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2D7500-7138-4A93-AA4B-A2F029F29361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33567C-6462-4A2C-A3C6-526AAB92FB5B}" type="datetime1">
              <a:rPr lang="zh-CN" altLang="en-US"/>
              <a:t>2026/5/13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DA5085-CD4C-47D8-85F4-747B8718982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DF64BC-BDA7-40EC-8A47-1308A762D8DB}" type="datetime1">
              <a:rPr lang="zh-CN" altLang="en-US"/>
              <a:t>2026/5/13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D0EF05-A89C-4A70-9155-033696F37E3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02A57F-C3F8-48E1-AB11-CE47ED66E6B1}" type="datetime1">
              <a:rPr lang="zh-CN" altLang="en-US"/>
              <a:t>2026/5/13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D139C2-F5F6-435A-B698-0B324F25EF3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E593DE-D9CF-4358-9444-2E2201919058}" type="datetime1">
              <a:rPr lang="zh-CN" altLang="en-US"/>
              <a:t>2026/5/13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36094E-09AF-45BE-A49F-4BC2B93D8AF0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0A90DE-6A1B-4B03-9ACD-2A7106E8383E}" type="datetime1">
              <a:rPr lang="zh-CN" altLang="en-US"/>
              <a:t>2026/5/13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ED563-E8A3-4170-A71D-82A2E31D347A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688C02-910C-4CD5-84D5-30C7CAADCFA3}" type="datetime1">
              <a:rPr lang="zh-CN" altLang="en-US"/>
              <a:t>2026/5/13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56C8F0-D90E-4891-B1C0-18ED745AB53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E542EB-2FF0-4205-9689-A41165767E2E}" type="datetime1">
              <a:rPr lang="zh-CN" altLang="en-US"/>
              <a:t>2026/5/13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736F6D-7B69-43E1-BCD2-F998EF80B03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333FD3-39A2-423B-AFD3-E909D50F39AF}" type="datetime1">
              <a:rPr lang="zh-CN" altLang="en-US"/>
              <a:t>2026/5/13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9A98F4-BFEF-4E86-B54F-8AA8C46F635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EDDFA-0684-4D4C-85AD-062D08A05DEF}" type="datetime1">
              <a:rPr lang="zh-CN" altLang="en-US"/>
              <a:t>2026/5/13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136AC3-70EB-48F1-98D4-85483F2A348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  <a:t>2026/5/13</a:t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938F2A-8EFC-48E3-816C-C9FA9619261B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  <a:t>2026/5/13</a:t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878EAA-DBAE-4DE0-9A84-53B0689F84F7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  <a:t>2026/5/13</a:t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732F41-6EFA-4DC1-A8EB-E70783E8919E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  <a:t>2026/5/13</a:t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CE1545-26B5-484B-9D03-280F1403214D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  <a:t>2026/5/13</a:t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833256-B537-47A5-A50F-3FF51F0A6D3F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  <a:t>2026/5/13</a:t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21D28D-4E65-4A7D-B8F9-0ED3A6349CEF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  <a:t>2026/5/13</a:t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369E97-8761-4B01-B447-2BD01C0B4E12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  <a:t>2026/5/13</a:t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B74440-A00E-4FC5-838A-FBCE85C3791C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  <a:t>2026/5/13</a:t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5D1E19-3023-4546-B6B2-2D7D395706E1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  <a:t>2026/5/13</a:t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7E376C-365F-4107-8771-A15B85316A17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  <a:t>2026/5/13</a:t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A7A8A1-C605-480F-A5DA-7959F944AF15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  <a:t>2026/5/13</a:t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C6DC7F41-410C-4E06-AF7F-F4B697818EC3}" type="slidenum">
              <a:rPr lang="zh-CN" altLang="en-US">
                <a:solidFill>
                  <a:srgbClr val="000000"/>
                </a:solidFill>
              </a:rPr>
              <a:t>‹#›</a:t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43D0D2-FE93-4EF6-AB0B-125CB036258C}" type="datetime1">
              <a:rPr lang="zh-CN" altLang="en-US" smtClean="0"/>
              <a:t>2026/5/13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09D47D-2E66-4BEF-AFCD-4164C0C3999D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ABD23E-6279-4020-8615-39625346AC54}" type="datetime1">
              <a:rPr lang="zh-CN" altLang="en-US" smtClean="0"/>
              <a:t>2026/5/13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2D7500-7138-4A93-AA4B-A2F029F29361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33567C-6462-4A2C-A3C6-526AAB92FB5B}" type="datetime1">
              <a:rPr lang="zh-CN" altLang="en-US" smtClean="0"/>
              <a:t>2026/5/13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DA5085-CD4C-47D8-85F4-747B8718982C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DF64BC-BDA7-40EC-8A47-1308A762D8DB}" type="datetime1">
              <a:rPr lang="zh-CN" altLang="en-US" smtClean="0"/>
              <a:t>2026/5/13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D0EF05-A89C-4A70-9155-033696F37E3E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02A57F-C3F8-48E1-AB11-CE47ED66E6B1}" type="datetime1">
              <a:rPr lang="zh-CN" altLang="en-US" smtClean="0"/>
              <a:t>2026/5/13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D139C2-F5F6-435A-B698-0B324F25EF37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E593DE-D9CF-4358-9444-2E2201919058}" type="datetime1">
              <a:rPr lang="zh-CN" altLang="en-US" smtClean="0"/>
              <a:t>2026/5/13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36094E-09AF-45BE-A49F-4BC2B93D8AF0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0A90DE-6A1B-4B03-9ACD-2A7106E8383E}" type="datetime1">
              <a:rPr lang="zh-CN" altLang="en-US" smtClean="0"/>
              <a:t>2026/5/13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ED563-E8A3-4170-A71D-82A2E31D347A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A688C02-910C-4CD5-84D5-30C7CAADCFA3}" type="datetime1">
              <a:rPr lang="zh-CN" altLang="en-US" smtClean="0"/>
              <a:t>2026/5/13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56C8F0-D90E-4891-B1C0-18ED745AB532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FE542EB-2FF0-4205-9689-A41165767E2E}" type="datetime1">
              <a:rPr lang="zh-CN" altLang="en-US" smtClean="0"/>
              <a:t>2026/5/13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736F6D-7B69-43E1-BCD2-F998EF80B03F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D333FD3-39A2-423B-AFD3-E909D50F39AF}" type="datetime1">
              <a:rPr lang="zh-CN" altLang="en-US" smtClean="0"/>
              <a:t>2026/5/13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9A98F4-BFEF-4E86-B54F-8AA8C46F635E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89EDDFA-0684-4D4C-85AD-062D08A05DEF}" type="datetime1">
              <a:rPr lang="zh-CN" altLang="en-US" smtClean="0"/>
              <a:t>2026/5/13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136AC3-70EB-48F1-98D4-85483F2A3487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6.jpeg"/><Relationship Id="rId26" Type="http://schemas.openxmlformats.org/officeDocument/2006/relationships/image" Target="../media/image14.png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png"/><Relationship Id="rId25" Type="http://schemas.openxmlformats.org/officeDocument/2006/relationships/image" Target="../media/image1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image" Target="../media/image12.png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23" Type="http://schemas.openxmlformats.org/officeDocument/2006/relationships/image" Target="../media/image11.png"/><Relationship Id="rId28" Type="http://schemas.openxmlformats.org/officeDocument/2006/relationships/image" Target="../media/image16.png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Relationship Id="rId22" Type="http://schemas.openxmlformats.org/officeDocument/2006/relationships/image" Target="../media/image10.jpeg"/><Relationship Id="rId27" Type="http://schemas.openxmlformats.org/officeDocument/2006/relationships/image" Target="../media/image15.jpeg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.png"/><Relationship Id="rId18" Type="http://schemas.openxmlformats.org/officeDocument/2006/relationships/image" Target="../media/image20.png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25.xml"/><Relationship Id="rId21" Type="http://schemas.openxmlformats.org/officeDocument/2006/relationships/image" Target="../media/image23.png"/><Relationship Id="rId34" Type="http://schemas.openxmlformats.org/officeDocument/2006/relationships/image" Target="../media/image11.png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10.jpe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image" Target="../media/image26.png"/><Relationship Id="rId32" Type="http://schemas.openxmlformats.org/officeDocument/2006/relationships/image" Target="../media/image9.png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15.jpeg"/><Relationship Id="rId36" Type="http://schemas.openxmlformats.org/officeDocument/2006/relationships/image" Target="../media/image13.png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21.png"/><Relationship Id="rId31" Type="http://schemas.openxmlformats.org/officeDocument/2006/relationships/image" Target="../media/image8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Relationship Id="rId22" Type="http://schemas.openxmlformats.org/officeDocument/2006/relationships/image" Target="../media/image24.png"/><Relationship Id="rId27" Type="http://schemas.openxmlformats.org/officeDocument/2006/relationships/image" Target="../media/image6.jpeg"/><Relationship Id="rId30" Type="http://schemas.openxmlformats.org/officeDocument/2006/relationships/image" Target="../media/image7.png"/><Relationship Id="rId35" Type="http://schemas.openxmlformats.org/officeDocument/2006/relationships/image" Target="../media/image12.png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18" Type="http://schemas.openxmlformats.org/officeDocument/2006/relationships/image" Target="../media/image20.png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36.xml"/><Relationship Id="rId21" Type="http://schemas.openxmlformats.org/officeDocument/2006/relationships/image" Target="../media/image23.png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11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image" Target="../media/image26.png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9.png"/><Relationship Id="rId10" Type="http://schemas.openxmlformats.org/officeDocument/2006/relationships/slideLayout" Target="../slideLayouts/slideLayout43.xml"/><Relationship Id="rId19" Type="http://schemas.openxmlformats.org/officeDocument/2006/relationships/image" Target="../media/image21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Relationship Id="rId22" Type="http://schemas.openxmlformats.org/officeDocument/2006/relationships/image" Target="../media/image24.png"/><Relationship Id="rId27" Type="http://schemas.openxmlformats.org/officeDocument/2006/relationships/image" Target="../media/image8.png"/><Relationship Id="rId30" Type="http://schemas.openxmlformats.org/officeDocument/2006/relationships/image" Target="../media/image1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-4764" y="-19050"/>
            <a:ext cx="12249475" cy="7042150"/>
            <a:chOff x="-4763" y="-19050"/>
            <a:chExt cx="9185276" cy="6877050"/>
          </a:xfrm>
        </p:grpSpPr>
        <p:sp>
          <p:nvSpPr>
            <p:cNvPr id="7" name="矩形 6"/>
            <p:cNvSpPr>
              <a:spLocks noChangeArrowheads="1"/>
            </p:cNvSpPr>
            <p:nvPr userDrawn="1"/>
          </p:nvSpPr>
          <p:spPr bwMode="auto">
            <a:xfrm>
              <a:off x="-4763" y="-19050"/>
              <a:ext cx="9144001" cy="6877050"/>
            </a:xfrm>
            <a:prstGeom prst="rect">
              <a:avLst/>
            </a:prstGeom>
            <a:solidFill>
              <a:srgbClr val="F2F2F2">
                <a:alpha val="89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  <p:sp>
          <p:nvSpPr>
            <p:cNvPr id="8" name="矩形 7"/>
            <p:cNvSpPr>
              <a:spLocks noChangeArrowheads="1"/>
            </p:cNvSpPr>
            <p:nvPr userDrawn="1"/>
          </p:nvSpPr>
          <p:spPr bwMode="auto">
            <a:xfrm>
              <a:off x="0" y="620713"/>
              <a:ext cx="9180513" cy="5040312"/>
            </a:xfrm>
            <a:prstGeom prst="rect">
              <a:avLst/>
            </a:prstGeom>
            <a:solidFill>
              <a:srgbClr val="D8D8D8">
                <a:alpha val="14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  <p:sp>
          <p:nvSpPr>
            <p:cNvPr id="9" name="矩形 3"/>
            <p:cNvSpPr>
              <a:spLocks noChangeArrowheads="1"/>
            </p:cNvSpPr>
            <p:nvPr userDrawn="1"/>
          </p:nvSpPr>
          <p:spPr bwMode="auto">
            <a:xfrm>
              <a:off x="0" y="6167438"/>
              <a:ext cx="2327275" cy="179387"/>
            </a:xfrm>
            <a:prstGeom prst="rect">
              <a:avLst/>
            </a:prstGeom>
            <a:solidFill>
              <a:srgbClr val="F79646">
                <a:alpha val="95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  <p:sp>
          <p:nvSpPr>
            <p:cNvPr id="10" name="矩形 8"/>
            <p:cNvSpPr>
              <a:spLocks noChangeArrowheads="1"/>
            </p:cNvSpPr>
            <p:nvPr userDrawn="1"/>
          </p:nvSpPr>
          <p:spPr bwMode="auto">
            <a:xfrm>
              <a:off x="2327275" y="6167438"/>
              <a:ext cx="2260600" cy="179387"/>
            </a:xfrm>
            <a:prstGeom prst="rect">
              <a:avLst/>
            </a:prstGeom>
            <a:solidFill>
              <a:srgbClr val="4BACC6">
                <a:alpha val="89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  <p:sp>
          <p:nvSpPr>
            <p:cNvPr id="11" name="矩形 9"/>
            <p:cNvSpPr>
              <a:spLocks noChangeArrowheads="1"/>
            </p:cNvSpPr>
            <p:nvPr userDrawn="1"/>
          </p:nvSpPr>
          <p:spPr bwMode="auto">
            <a:xfrm>
              <a:off x="4587875" y="6167438"/>
              <a:ext cx="2260600" cy="179387"/>
            </a:xfrm>
            <a:prstGeom prst="rect">
              <a:avLst/>
            </a:prstGeom>
            <a:solidFill>
              <a:srgbClr val="C0504D">
                <a:alpha val="93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10"/>
            <p:cNvSpPr>
              <a:spLocks noChangeArrowheads="1"/>
            </p:cNvSpPr>
            <p:nvPr userDrawn="1"/>
          </p:nvSpPr>
          <p:spPr bwMode="auto">
            <a:xfrm>
              <a:off x="6848475" y="6167438"/>
              <a:ext cx="2295525" cy="179387"/>
            </a:xfrm>
            <a:prstGeom prst="rect">
              <a:avLst/>
            </a:prstGeom>
            <a:solidFill>
              <a:srgbClr val="000000">
                <a:alpha val="34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6"/>
            <p:cNvSpPr>
              <a:spLocks noChangeArrowheads="1"/>
            </p:cNvSpPr>
            <p:nvPr userDrawn="1"/>
          </p:nvSpPr>
          <p:spPr bwMode="auto">
            <a:xfrm>
              <a:off x="0" y="247650"/>
              <a:ext cx="2260600" cy="71438"/>
            </a:xfrm>
            <a:prstGeom prst="rect">
              <a:avLst/>
            </a:prstGeom>
            <a:solidFill>
              <a:srgbClr val="F79646">
                <a:alpha val="95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7"/>
            <p:cNvSpPr>
              <a:spLocks noChangeArrowheads="1"/>
            </p:cNvSpPr>
            <p:nvPr userDrawn="1"/>
          </p:nvSpPr>
          <p:spPr bwMode="auto">
            <a:xfrm>
              <a:off x="2260600" y="247650"/>
              <a:ext cx="2260600" cy="71438"/>
            </a:xfrm>
            <a:prstGeom prst="rect">
              <a:avLst/>
            </a:prstGeom>
            <a:solidFill>
              <a:srgbClr val="4BACC6">
                <a:alpha val="89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  <p:sp>
          <p:nvSpPr>
            <p:cNvPr id="15" name="矩形 12"/>
            <p:cNvSpPr>
              <a:spLocks noChangeArrowheads="1"/>
            </p:cNvSpPr>
            <p:nvPr userDrawn="1"/>
          </p:nvSpPr>
          <p:spPr bwMode="auto">
            <a:xfrm>
              <a:off x="4521200" y="247650"/>
              <a:ext cx="2260600" cy="71438"/>
            </a:xfrm>
            <a:prstGeom prst="rect">
              <a:avLst/>
            </a:prstGeom>
            <a:solidFill>
              <a:srgbClr val="C0504D">
                <a:alpha val="93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  <p:sp>
          <p:nvSpPr>
            <p:cNvPr id="16" name="矩形 13"/>
            <p:cNvSpPr>
              <a:spLocks noChangeArrowheads="1"/>
            </p:cNvSpPr>
            <p:nvPr userDrawn="1"/>
          </p:nvSpPr>
          <p:spPr bwMode="auto">
            <a:xfrm>
              <a:off x="6781800" y="247650"/>
              <a:ext cx="2362200" cy="71438"/>
            </a:xfrm>
            <a:prstGeom prst="rect">
              <a:avLst/>
            </a:prstGeom>
            <a:solidFill>
              <a:srgbClr val="000000">
                <a:alpha val="34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-212889" y="-29028"/>
            <a:ext cx="12501640" cy="6964589"/>
            <a:chOff x="-232232" y="-159654"/>
            <a:chExt cx="9376230" cy="696458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-232232" y="-159654"/>
              <a:ext cx="9376229" cy="696458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74951" y="-116113"/>
              <a:ext cx="4569047" cy="507633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-138008" y="16916"/>
              <a:ext cx="415238" cy="1586639"/>
            </a:xfrm>
            <a:prstGeom prst="rect">
              <a:avLst/>
            </a:prstGeom>
          </p:spPr>
        </p:pic>
      </p:grp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239065" y="1876372"/>
            <a:ext cx="730747" cy="6096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16" cstate="print"/>
          <a:srcRect t="12482"/>
          <a:stretch>
            <a:fillRect/>
          </a:stretch>
        </p:blipFill>
        <p:spPr>
          <a:xfrm>
            <a:off x="7561923" y="4037186"/>
            <a:ext cx="1325995" cy="794797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16" cstate="print"/>
          <a:srcRect t="12482"/>
          <a:stretch>
            <a:fillRect/>
          </a:stretch>
        </p:blipFill>
        <p:spPr>
          <a:xfrm>
            <a:off x="7652903" y="4037185"/>
            <a:ext cx="1325995" cy="794797"/>
          </a:xfrm>
          <a:prstGeom prst="ellipse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7575355" y="3966231"/>
            <a:ext cx="1282700" cy="790575"/>
          </a:xfrm>
          <a:prstGeom prst="ellipse">
            <a:avLst/>
          </a:prstGeom>
        </p:spPr>
      </p:pic>
      <p:pic>
        <p:nvPicPr>
          <p:cNvPr id="14" name="图片 16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32140">
            <a:off x="2856267" y="3957571"/>
            <a:ext cx="524510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" descr="画儿"/>
          <p:cNvPicPr>
            <a:picLocks noChangeAspect="1" noChangeArrowheads="1"/>
          </p:cNvPicPr>
          <p:nvPr userDrawn="1"/>
        </p:nvPicPr>
        <p:blipFill>
          <a:blip r:embed="rId1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6876" r="6429" b="5901"/>
          <a:stretch>
            <a:fillRect/>
          </a:stretch>
        </p:blipFill>
        <p:spPr bwMode="auto">
          <a:xfrm rot="4001914">
            <a:off x="3831862" y="2027239"/>
            <a:ext cx="498475" cy="97429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图片 14"/>
          <p:cNvPicPr>
            <a:picLocks noChangeAspect="1"/>
          </p:cNvPicPr>
          <p:nvPr userDrawn="1"/>
        </p:nvPicPr>
        <p:blipFill>
          <a:blip r:embed="rId19" cstate="print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2425" y="3750667"/>
            <a:ext cx="1030817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图片 5"/>
          <p:cNvPicPr>
            <a:picLocks noChangeAspect="1"/>
          </p:cNvPicPr>
          <p:nvPr userDrawn="1"/>
        </p:nvPicPr>
        <p:blipFill>
          <a:blip r:embed="rId20" cstate="print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444" y="2140951"/>
            <a:ext cx="1005573" cy="1159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1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377" y="2485972"/>
            <a:ext cx="1841500" cy="2622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5" descr="书"/>
          <p:cNvPicPr>
            <a:picLocks noChangeAspect="1" noChangeArrowheads="1"/>
          </p:cNvPicPr>
          <p:nvPr userDrawn="1"/>
        </p:nvPicPr>
        <p:blipFill>
          <a:blip r:embed="rId2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60000">
            <a:off x="9293606" y="3550978"/>
            <a:ext cx="620113" cy="463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图片 11"/>
          <p:cNvPicPr>
            <a:picLocks noChangeAspect="1"/>
          </p:cNvPicPr>
          <p:nvPr userDrawn="1"/>
        </p:nvPicPr>
        <p:blipFill>
          <a:blip r:embed="rId23" cstate="print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3766">
            <a:off x="8647035" y="4307536"/>
            <a:ext cx="2489200" cy="164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图片 4"/>
          <p:cNvPicPr>
            <a:picLocks noChangeAspect="1"/>
          </p:cNvPicPr>
          <p:nvPr userDrawn="1"/>
        </p:nvPicPr>
        <p:blipFill>
          <a:blip r:embed="rId24" cstate="print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7425" y="1876373"/>
            <a:ext cx="1689100" cy="122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25" cstate="print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519" y="1622280"/>
            <a:ext cx="2567835" cy="2423164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 userDrawn="1"/>
        </p:nvPicPr>
        <p:blipFill rotWithShape="1">
          <a:blip r:embed="rId16" cstate="print"/>
          <a:srcRect t="-5524"/>
          <a:stretch>
            <a:fillRect/>
          </a:stretch>
        </p:blipFill>
        <p:spPr>
          <a:xfrm>
            <a:off x="2820169" y="3016464"/>
            <a:ext cx="1416801" cy="8681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4044550" y="3061700"/>
            <a:ext cx="1361980" cy="839438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5300345" y="3503489"/>
            <a:ext cx="1253332" cy="83018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6442618" y="3919875"/>
            <a:ext cx="1337943" cy="895759"/>
          </a:xfrm>
          <a:prstGeom prst="rect">
            <a:avLst/>
          </a:prstGeom>
        </p:spPr>
      </p:pic>
      <p:pic>
        <p:nvPicPr>
          <p:cNvPr id="27" name="图片 1"/>
          <p:cNvPicPr>
            <a:picLocks noChangeAspect="1" noChangeArrowheads="1"/>
          </p:cNvPicPr>
          <p:nvPr userDrawn="1"/>
        </p:nvPicPr>
        <p:blipFill>
          <a:blip r:embed="rId26" cstate="print">
            <a:clrChange>
              <a:clrFrom>
                <a:srgbClr val="FFF9F2"/>
              </a:clrFrom>
              <a:clrTo>
                <a:srgbClr val="FFF9F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3" t="8031" r="7834" b="28464"/>
          <a:stretch>
            <a:fillRect/>
          </a:stretch>
        </p:blipFill>
        <p:spPr bwMode="auto">
          <a:xfrm>
            <a:off x="6534732" y="4602265"/>
            <a:ext cx="796501" cy="572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8" descr="纸箱子"/>
          <p:cNvPicPr>
            <a:picLocks noChangeAspect="1" noChangeArrowheads="1"/>
          </p:cNvPicPr>
          <p:nvPr userDrawn="1"/>
        </p:nvPicPr>
        <p:blipFill>
          <a:blip r:embed="rId27" cstate="print">
            <a:clrChange>
              <a:clrFrom>
                <a:srgbClr val="FFFDFA"/>
              </a:clrFrom>
              <a:clrTo>
                <a:srgbClr val="FFFD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61" t="3459" r="1027" b="68901"/>
          <a:stretch>
            <a:fillRect/>
          </a:stretch>
        </p:blipFill>
        <p:spPr bwMode="auto">
          <a:xfrm>
            <a:off x="7123822" y="3708705"/>
            <a:ext cx="2537844" cy="130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28" cstate="print"/>
          <a:stretch>
            <a:fillRect/>
          </a:stretch>
        </p:blipFill>
        <p:spPr>
          <a:xfrm>
            <a:off x="9860006" y="3152239"/>
            <a:ext cx="459401" cy="590550"/>
          </a:xfrm>
          <a:prstGeom prst="rect">
            <a:avLst/>
          </a:prstGeom>
        </p:spPr>
      </p:pic>
      <p:sp>
        <p:nvSpPr>
          <p:cNvPr id="30" name="梯形 29"/>
          <p:cNvSpPr/>
          <p:nvPr userDrawn="1"/>
        </p:nvSpPr>
        <p:spPr>
          <a:xfrm rot="12584178">
            <a:off x="2150199" y="2767809"/>
            <a:ext cx="851235" cy="145113"/>
          </a:xfrm>
          <a:prstGeom prst="trapezoid">
            <a:avLst>
              <a:gd name="adj" fmla="val 64630"/>
            </a:avLst>
          </a:prstGeom>
          <a:solidFill>
            <a:srgbClr val="38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2.22222E-6 L 0.17448 0.225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46" y="1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/>
          <p:cNvGrpSpPr/>
          <p:nvPr userDrawn="1"/>
        </p:nvGrpSpPr>
        <p:grpSpPr>
          <a:xfrm rot="9684734">
            <a:off x="33892" y="-1398753"/>
            <a:ext cx="11933665" cy="9376229"/>
            <a:chOff x="710400" y="-2376019"/>
            <a:chExt cx="8950249" cy="9376229"/>
          </a:xfrm>
        </p:grpSpPr>
        <p:grpSp>
          <p:nvGrpSpPr>
            <p:cNvPr id="54" name="组合 53"/>
            <p:cNvGrpSpPr/>
            <p:nvPr userDrawn="1"/>
          </p:nvGrpSpPr>
          <p:grpSpPr>
            <a:xfrm rot="19463416">
              <a:off x="1726934" y="-2376019"/>
              <a:ext cx="7933715" cy="9376229"/>
              <a:chOff x="82930" y="-1121773"/>
              <a:chExt cx="7933715" cy="9376229"/>
            </a:xfrm>
          </p:grpSpPr>
          <p:grpSp>
            <p:nvGrpSpPr>
              <p:cNvPr id="52" name="组合 51"/>
              <p:cNvGrpSpPr/>
              <p:nvPr userDrawn="1"/>
            </p:nvGrpSpPr>
            <p:grpSpPr>
              <a:xfrm rot="21120333">
                <a:off x="82930" y="-1121773"/>
                <a:ext cx="7933715" cy="9376229"/>
                <a:chOff x="92167" y="-1149482"/>
                <a:chExt cx="7933715" cy="9376229"/>
              </a:xfrm>
            </p:grpSpPr>
            <p:grpSp>
              <p:nvGrpSpPr>
                <p:cNvPr id="44" name="组合 43"/>
                <p:cNvGrpSpPr/>
                <p:nvPr userDrawn="1"/>
              </p:nvGrpSpPr>
              <p:grpSpPr>
                <a:xfrm rot="18282251">
                  <a:off x="-629090" y="-428225"/>
                  <a:ext cx="9376229" cy="7933715"/>
                  <a:chOff x="-629090" y="-428225"/>
                  <a:chExt cx="9376229" cy="7933715"/>
                </a:xfrm>
              </p:grpSpPr>
              <p:grpSp>
                <p:nvGrpSpPr>
                  <p:cNvPr id="42" name="组合 41"/>
                  <p:cNvGrpSpPr/>
                  <p:nvPr userDrawn="1"/>
                </p:nvGrpSpPr>
                <p:grpSpPr>
                  <a:xfrm rot="1051382">
                    <a:off x="-629090" y="-428225"/>
                    <a:ext cx="9376229" cy="7933715"/>
                    <a:chOff x="-629090" y="-428225"/>
                    <a:chExt cx="9376229" cy="7933715"/>
                  </a:xfrm>
                </p:grpSpPr>
                <p:grpSp>
                  <p:nvGrpSpPr>
                    <p:cNvPr id="40" name="组合 39"/>
                    <p:cNvGrpSpPr/>
                    <p:nvPr userDrawn="1"/>
                  </p:nvGrpSpPr>
                  <p:grpSpPr>
                    <a:xfrm rot="601921">
                      <a:off x="-629090" y="-428225"/>
                      <a:ext cx="9376229" cy="7933715"/>
                      <a:chOff x="-675270" y="-397912"/>
                      <a:chExt cx="9376229" cy="7933715"/>
                    </a:xfrm>
                  </p:grpSpPr>
                  <p:grpSp>
                    <p:nvGrpSpPr>
                      <p:cNvPr id="38" name="组合 37"/>
                      <p:cNvGrpSpPr/>
                      <p:nvPr userDrawn="1"/>
                    </p:nvGrpSpPr>
                    <p:grpSpPr>
                      <a:xfrm rot="16200000">
                        <a:off x="45987" y="-1119169"/>
                        <a:ext cx="7933715" cy="9376229"/>
                        <a:chOff x="36751" y="-1116788"/>
                        <a:chExt cx="7933715" cy="9376229"/>
                      </a:xfrm>
                    </p:grpSpPr>
                    <p:grpSp>
                      <p:nvGrpSpPr>
                        <p:cNvPr id="32" name="组合 31"/>
                        <p:cNvGrpSpPr/>
                        <p:nvPr userDrawn="1"/>
                      </p:nvGrpSpPr>
                      <p:grpSpPr>
                        <a:xfrm rot="3973089">
                          <a:off x="-199943" y="89032"/>
                          <a:ext cx="9376229" cy="6964589"/>
                          <a:chOff x="-1018649" y="-29029"/>
                          <a:chExt cx="9376229" cy="6964589"/>
                        </a:xfrm>
                      </p:grpSpPr>
                      <p:grpSp>
                        <p:nvGrpSpPr>
                          <p:cNvPr id="3" name="组合 2"/>
                          <p:cNvGrpSpPr/>
                          <p:nvPr userDrawn="1"/>
                        </p:nvGrpSpPr>
                        <p:grpSpPr>
                          <a:xfrm rot="13845033">
                            <a:off x="187171" y="-1234849"/>
                            <a:ext cx="6964589" cy="9376229"/>
                            <a:chOff x="187173" y="-1234849"/>
                            <a:chExt cx="6964589" cy="9376229"/>
                          </a:xfrm>
                        </p:grpSpPr>
                        <p:grpSp>
                          <p:nvGrpSpPr>
                            <p:cNvPr id="7" name="组合 6"/>
                            <p:cNvGrpSpPr/>
                            <p:nvPr userDrawn="1"/>
                          </p:nvGrpSpPr>
                          <p:grpSpPr>
                            <a:xfrm rot="3780253">
                              <a:off x="-1018647" y="-29029"/>
                              <a:ext cx="9376229" cy="6964589"/>
                              <a:chOff x="-232231" y="-159654"/>
                              <a:chExt cx="9376229" cy="6964589"/>
                            </a:xfrm>
                          </p:grpSpPr>
                          <p:pic>
                            <p:nvPicPr>
                              <p:cNvPr id="8" name="图片 7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3" cstate="print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232231" y="-159654"/>
                                <a:ext cx="9376229" cy="6964589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  <p:pic>
                            <p:nvPicPr>
                              <p:cNvPr id="9" name="图片 8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 cstate="print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574951" y="-116113"/>
                                <a:ext cx="4569047" cy="50763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  <p:pic>
                            <p:nvPicPr>
                              <p:cNvPr id="10" name="图片 9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 cstate="print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138008" y="16916"/>
                                <a:ext cx="415238" cy="1586639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grpSp>
                        <p:pic>
                          <p:nvPicPr>
                            <p:cNvPr id="2" name="图片 1"/>
                            <p:cNvPicPr>
                              <a:picLocks noChangeAspect="1"/>
                            </p:cNvPicPr>
                            <p:nvPr userDrawn="1"/>
                          </p:nvPicPr>
                          <p:blipFill>
                            <a:blip r:embed="rId15" cstate="print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85771" y="1247054"/>
                              <a:ext cx="257175" cy="4017674"/>
                            </a:xfrm>
                            <a:prstGeom prst="rect">
                              <a:avLst/>
                            </a:prstGeom>
                          </p:spPr>
                        </p:pic>
                      </p:grpSp>
                      <p:pic>
                        <p:nvPicPr>
                          <p:cNvPr id="4" name="图片 3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6" cstate="print"/>
                          <a:stretch>
                            <a:fillRect/>
                          </a:stretch>
                        </p:blipFill>
                        <p:spPr>
                          <a:xfrm>
                            <a:off x="4921275" y="1802062"/>
                            <a:ext cx="333375" cy="1514475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31" name="图片 30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7" cstate="print"/>
                          <a:stretch>
                            <a:fillRect/>
                          </a:stretch>
                        </p:blipFill>
                        <p:spPr>
                          <a:xfrm>
                            <a:off x="4506914" y="2559300"/>
                            <a:ext cx="1061190" cy="1685925"/>
                          </a:xfrm>
                          <a:prstGeom prst="rect">
                            <a:avLst/>
                          </a:prstGeom>
                        </p:spPr>
                      </p:pic>
                    </p:grpSp>
                    <p:pic>
                      <p:nvPicPr>
                        <p:cNvPr id="37" name="图片 36"/>
                        <p:cNvPicPr>
                          <a:picLocks noChangeAspect="1"/>
                        </p:cNvPicPr>
                        <p:nvPr userDrawn="1"/>
                      </p:nvPicPr>
                      <p:blipFill>
                        <a:blip r:embed="rId18" cstate="print"/>
                        <a:stretch>
                          <a:fillRect/>
                        </a:stretch>
                      </p:blipFill>
                      <p:spPr>
                        <a:xfrm rot="1627250">
                          <a:off x="36751" y="2322588"/>
                          <a:ext cx="1609725" cy="152400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39" name="图片 38"/>
                      <p:cNvPicPr>
                        <a:picLocks noChangeAspect="1"/>
                      </p:cNvPicPr>
                      <p:nvPr userDrawn="1"/>
                    </p:nvPicPr>
                    <p:blipFill>
                      <a:blip r:embed="rId19" cstate="print"/>
                      <a:stretch>
                        <a:fillRect/>
                      </a:stretch>
                    </p:blipFill>
                    <p:spPr>
                      <a:xfrm>
                        <a:off x="2555731" y="5616468"/>
                        <a:ext cx="1000270" cy="381000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41" name="图片 40"/>
                    <p:cNvPicPr>
                      <a:picLocks noChangeAspect="1"/>
                    </p:cNvPicPr>
                    <p:nvPr userDrawn="1"/>
                  </p:nvPicPr>
                  <p:blipFill>
                    <a:blip r:embed="rId20" cstate="print"/>
                    <a:stretch>
                      <a:fillRect/>
                    </a:stretch>
                  </p:blipFill>
                  <p:spPr>
                    <a:xfrm rot="1072378" flipH="1">
                      <a:off x="2945750" y="5276159"/>
                      <a:ext cx="352336" cy="224677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43" name="图片 42"/>
                  <p:cNvPicPr>
                    <a:picLocks noChangeAspect="1"/>
                  </p:cNvPicPr>
                  <p:nvPr userDrawn="1"/>
                </p:nvPicPr>
                <p:blipFill>
                  <a:blip r:embed="rId21" cstate="print"/>
                  <a:stretch>
                    <a:fillRect/>
                  </a:stretch>
                </p:blipFill>
                <p:spPr>
                  <a:xfrm rot="21302292">
                    <a:off x="2759164" y="4828529"/>
                    <a:ext cx="285750" cy="332252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45" name="图片 44"/>
                <p:cNvPicPr>
                  <a:picLocks noChangeAspect="1"/>
                </p:cNvPicPr>
                <p:nvPr userDrawn="1"/>
              </p:nvPicPr>
              <p:blipFill>
                <a:blip r:embed="rId22" cstate="print"/>
                <a:stretch>
                  <a:fillRect/>
                </a:stretch>
              </p:blipFill>
              <p:spPr>
                <a:xfrm>
                  <a:off x="3303098" y="473793"/>
                  <a:ext cx="209550" cy="942975"/>
                </a:xfrm>
                <a:prstGeom prst="rect">
                  <a:avLst/>
                </a:prstGeom>
              </p:spPr>
            </p:pic>
            <p:pic>
              <p:nvPicPr>
                <p:cNvPr id="50" name="图片 49"/>
                <p:cNvPicPr>
                  <a:picLocks noChangeAspect="1"/>
                </p:cNvPicPr>
                <p:nvPr userDrawn="1"/>
              </p:nvPicPr>
              <p:blipFill>
                <a:blip r:embed="rId23" cstate="print"/>
                <a:stretch>
                  <a:fillRect/>
                </a:stretch>
              </p:blipFill>
              <p:spPr>
                <a:xfrm rot="21407908">
                  <a:off x="3070145" y="637317"/>
                  <a:ext cx="227667" cy="122926"/>
                </a:xfrm>
                <a:prstGeom prst="rect">
                  <a:avLst/>
                </a:prstGeom>
              </p:spPr>
            </p:pic>
            <p:pic>
              <p:nvPicPr>
                <p:cNvPr id="51" name="图片 50"/>
                <p:cNvPicPr>
                  <a:picLocks noChangeAspect="1"/>
                </p:cNvPicPr>
                <p:nvPr userDrawn="1"/>
              </p:nvPicPr>
              <p:blipFill>
                <a:blip r:embed="rId23" cstate="print"/>
                <a:stretch>
                  <a:fillRect/>
                </a:stretch>
              </p:blipFill>
              <p:spPr>
                <a:xfrm rot="13322952" flipV="1">
                  <a:off x="3070405" y="710668"/>
                  <a:ext cx="312621" cy="118251"/>
                </a:xfrm>
                <a:prstGeom prst="trapezoid">
                  <a:avLst>
                    <a:gd name="adj" fmla="val 76515"/>
                  </a:avLst>
                </a:prstGeom>
              </p:spPr>
            </p:pic>
          </p:grpSp>
          <p:pic>
            <p:nvPicPr>
              <p:cNvPr id="53" name="图片 52"/>
              <p:cNvPicPr>
                <a:picLocks noChangeAspect="1"/>
              </p:cNvPicPr>
              <p:nvPr userDrawn="1"/>
            </p:nvPicPr>
            <p:blipFill>
              <a:blip r:embed="rId24" cstate="print"/>
              <a:stretch>
                <a:fillRect/>
              </a:stretch>
            </p:blipFill>
            <p:spPr>
              <a:xfrm>
                <a:off x="2344123" y="657147"/>
                <a:ext cx="320561" cy="272488"/>
              </a:xfrm>
              <a:prstGeom prst="rect">
                <a:avLst/>
              </a:prstGeom>
            </p:spPr>
          </p:pic>
        </p:grpSp>
        <p:pic>
          <p:nvPicPr>
            <p:cNvPr id="55" name="图片 54"/>
            <p:cNvPicPr>
              <a:picLocks noChangeAspect="1"/>
            </p:cNvPicPr>
            <p:nvPr userDrawn="1"/>
          </p:nvPicPr>
          <p:blipFill>
            <a:blip r:embed="rId25" cstate="print"/>
            <a:stretch>
              <a:fillRect/>
            </a:stretch>
          </p:blipFill>
          <p:spPr>
            <a:xfrm rot="21094279">
              <a:off x="710400" y="1070305"/>
              <a:ext cx="1938935" cy="132200"/>
            </a:xfrm>
            <a:prstGeom prst="trapezoid">
              <a:avLst/>
            </a:prstGeom>
          </p:spPr>
        </p:pic>
      </p:grpSp>
      <p:pic>
        <p:nvPicPr>
          <p:cNvPr id="57" name="图片 56"/>
          <p:cNvPicPr>
            <a:picLocks noChangeAspect="1" noChangeArrowheads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32140">
            <a:off x="2828226" y="3936356"/>
            <a:ext cx="524510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58" name="Picture 4" descr="画儿"/>
          <p:cNvPicPr>
            <a:picLocks noChangeAspect="1" noChangeArrowheads="1"/>
          </p:cNvPicPr>
          <p:nvPr userDrawn="1"/>
        </p:nvPicPr>
        <p:blipFill>
          <a:blip r:embed="rId2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6876" r="6429" b="5901"/>
          <a:stretch>
            <a:fillRect/>
          </a:stretch>
        </p:blipFill>
        <p:spPr bwMode="auto">
          <a:xfrm rot="4001915">
            <a:off x="3853221" y="2092211"/>
            <a:ext cx="498475" cy="97366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59" name="Picture 8" descr="纸箱子"/>
          <p:cNvPicPr>
            <a:picLocks noChangeAspect="1" noChangeArrowheads="1"/>
          </p:cNvPicPr>
          <p:nvPr userDrawn="1"/>
        </p:nvPicPr>
        <p:blipFill>
          <a:blip r:embed="rId28" cstate="print">
            <a:clrChange>
              <a:clrFrom>
                <a:srgbClr val="FFFDFA"/>
              </a:clrFrom>
              <a:clrTo>
                <a:srgbClr val="FFFD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61" t="3458" r="1027" b="68900"/>
          <a:stretch>
            <a:fillRect/>
          </a:stretch>
        </p:blipFill>
        <p:spPr bwMode="auto">
          <a:xfrm>
            <a:off x="6492176" y="5180957"/>
            <a:ext cx="2537883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0" name="图片 59"/>
          <p:cNvPicPr>
            <a:picLocks noChangeAspect="1" noChangeArrowheads="1"/>
          </p:cNvPicPr>
          <p:nvPr userDrawn="1"/>
        </p:nvPicPr>
        <p:blipFill>
          <a:blip r:embed="rId29" cstate="print">
            <a:clrChange>
              <a:clrFrom>
                <a:srgbClr val="FFF9F2"/>
              </a:clrFrom>
              <a:clrTo>
                <a:srgbClr val="FFF9F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2" t="8031" r="7834" b="28464"/>
          <a:stretch>
            <a:fillRect/>
          </a:stretch>
        </p:blipFill>
        <p:spPr bwMode="auto">
          <a:xfrm>
            <a:off x="6492176" y="4747570"/>
            <a:ext cx="795867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1" name="图片 60"/>
          <p:cNvPicPr>
            <a:picLocks noChangeAspect="1" noChangeArrowheads="1"/>
          </p:cNvPicPr>
          <p:nvPr userDrawn="1"/>
        </p:nvPicPr>
        <p:blipFill>
          <a:blip r:embed="rId30" cstate="print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026" y="3817295"/>
            <a:ext cx="1032933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2" name="图片 61"/>
          <p:cNvPicPr>
            <a:picLocks noChangeAspect="1" noChangeArrowheads="1"/>
          </p:cNvPicPr>
          <p:nvPr userDrawn="1"/>
        </p:nvPicPr>
        <p:blipFill>
          <a:blip r:embed="rId31" cstate="print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760" y="2207570"/>
            <a:ext cx="1005417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3" name="图片 62"/>
          <p:cNvPicPr>
            <a:picLocks noChangeAspect="1" noChangeArrowheads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0793" y="2326632"/>
            <a:ext cx="1841500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4" name="Picture 5" descr="书"/>
          <p:cNvPicPr>
            <a:picLocks noChangeAspect="1" noChangeArrowheads="1"/>
          </p:cNvPicPr>
          <p:nvPr userDrawn="1"/>
        </p:nvPicPr>
        <p:blipFill>
          <a:blip r:embed="rId3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60000">
            <a:off x="8562277" y="3247381"/>
            <a:ext cx="62018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5" name="图片 64"/>
          <p:cNvPicPr>
            <a:picLocks noChangeAspect="1" noChangeArrowheads="1"/>
          </p:cNvPicPr>
          <p:nvPr userDrawn="1"/>
        </p:nvPicPr>
        <p:blipFill>
          <a:blip r:embed="rId34" cstate="print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3766">
            <a:off x="8759125" y="4361806"/>
            <a:ext cx="2489200" cy="164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6" name="图片 65"/>
          <p:cNvPicPr>
            <a:picLocks noChangeAspect="1" noChangeArrowheads="1"/>
          </p:cNvPicPr>
          <p:nvPr userDrawn="1"/>
        </p:nvPicPr>
        <p:blipFill>
          <a:blip r:embed="rId35" cstate="print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459" y="1936106"/>
            <a:ext cx="1689100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7" name="图片 66"/>
          <p:cNvPicPr>
            <a:picLocks noChangeAspect="1" noChangeArrowheads="1"/>
          </p:cNvPicPr>
          <p:nvPr userDrawn="1"/>
        </p:nvPicPr>
        <p:blipFill>
          <a:blip r:embed="rId36" cstate="print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6792" y="1786882"/>
            <a:ext cx="2474384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/>
          <p:cNvGrpSpPr/>
          <p:nvPr userDrawn="1"/>
        </p:nvGrpSpPr>
        <p:grpSpPr>
          <a:xfrm rot="9684734">
            <a:off x="33892" y="-1398753"/>
            <a:ext cx="11933665" cy="9376229"/>
            <a:chOff x="710400" y="-2376019"/>
            <a:chExt cx="8950249" cy="9376229"/>
          </a:xfrm>
        </p:grpSpPr>
        <p:grpSp>
          <p:nvGrpSpPr>
            <p:cNvPr id="54" name="组合 53"/>
            <p:cNvGrpSpPr/>
            <p:nvPr userDrawn="1"/>
          </p:nvGrpSpPr>
          <p:grpSpPr>
            <a:xfrm rot="19463416">
              <a:off x="1726934" y="-2376019"/>
              <a:ext cx="7933715" cy="9376229"/>
              <a:chOff x="82930" y="-1121773"/>
              <a:chExt cx="7933715" cy="9376229"/>
            </a:xfrm>
          </p:grpSpPr>
          <p:grpSp>
            <p:nvGrpSpPr>
              <p:cNvPr id="52" name="组合 51"/>
              <p:cNvGrpSpPr/>
              <p:nvPr userDrawn="1"/>
            </p:nvGrpSpPr>
            <p:grpSpPr>
              <a:xfrm rot="21120333">
                <a:off x="82930" y="-1121773"/>
                <a:ext cx="7933715" cy="9376229"/>
                <a:chOff x="92167" y="-1149482"/>
                <a:chExt cx="7933715" cy="9376229"/>
              </a:xfrm>
            </p:grpSpPr>
            <p:grpSp>
              <p:nvGrpSpPr>
                <p:cNvPr id="44" name="组合 43"/>
                <p:cNvGrpSpPr/>
                <p:nvPr userDrawn="1"/>
              </p:nvGrpSpPr>
              <p:grpSpPr>
                <a:xfrm rot="18282251">
                  <a:off x="-629090" y="-428225"/>
                  <a:ext cx="9376229" cy="7933715"/>
                  <a:chOff x="-629090" y="-428225"/>
                  <a:chExt cx="9376229" cy="7933715"/>
                </a:xfrm>
              </p:grpSpPr>
              <p:grpSp>
                <p:nvGrpSpPr>
                  <p:cNvPr id="42" name="组合 41"/>
                  <p:cNvGrpSpPr/>
                  <p:nvPr userDrawn="1"/>
                </p:nvGrpSpPr>
                <p:grpSpPr>
                  <a:xfrm rot="1051382">
                    <a:off x="-629090" y="-428225"/>
                    <a:ext cx="9376229" cy="7933715"/>
                    <a:chOff x="-629090" y="-428225"/>
                    <a:chExt cx="9376229" cy="7933715"/>
                  </a:xfrm>
                </p:grpSpPr>
                <p:grpSp>
                  <p:nvGrpSpPr>
                    <p:cNvPr id="40" name="组合 39"/>
                    <p:cNvGrpSpPr/>
                    <p:nvPr userDrawn="1"/>
                  </p:nvGrpSpPr>
                  <p:grpSpPr>
                    <a:xfrm rot="601921">
                      <a:off x="-629090" y="-428225"/>
                      <a:ext cx="9376229" cy="7933715"/>
                      <a:chOff x="-675270" y="-397912"/>
                      <a:chExt cx="9376229" cy="7933715"/>
                    </a:xfrm>
                  </p:grpSpPr>
                  <p:grpSp>
                    <p:nvGrpSpPr>
                      <p:cNvPr id="38" name="组合 37"/>
                      <p:cNvGrpSpPr/>
                      <p:nvPr userDrawn="1"/>
                    </p:nvGrpSpPr>
                    <p:grpSpPr>
                      <a:xfrm rot="16200000">
                        <a:off x="45987" y="-1119169"/>
                        <a:ext cx="7933715" cy="9376229"/>
                        <a:chOff x="36751" y="-1116788"/>
                        <a:chExt cx="7933715" cy="9376229"/>
                      </a:xfrm>
                    </p:grpSpPr>
                    <p:grpSp>
                      <p:nvGrpSpPr>
                        <p:cNvPr id="32" name="组合 31"/>
                        <p:cNvGrpSpPr/>
                        <p:nvPr userDrawn="1"/>
                      </p:nvGrpSpPr>
                      <p:grpSpPr>
                        <a:xfrm rot="3973089">
                          <a:off x="-199943" y="89032"/>
                          <a:ext cx="9376229" cy="6964589"/>
                          <a:chOff x="-1018649" y="-29029"/>
                          <a:chExt cx="9376229" cy="6964589"/>
                        </a:xfrm>
                      </p:grpSpPr>
                      <p:grpSp>
                        <p:nvGrpSpPr>
                          <p:cNvPr id="3" name="组合 2"/>
                          <p:cNvGrpSpPr/>
                          <p:nvPr userDrawn="1"/>
                        </p:nvGrpSpPr>
                        <p:grpSpPr>
                          <a:xfrm rot="13845033">
                            <a:off x="187171" y="-1234849"/>
                            <a:ext cx="6964589" cy="9376229"/>
                            <a:chOff x="187173" y="-1234849"/>
                            <a:chExt cx="6964589" cy="9376229"/>
                          </a:xfrm>
                        </p:grpSpPr>
                        <p:grpSp>
                          <p:nvGrpSpPr>
                            <p:cNvPr id="7" name="组合 6"/>
                            <p:cNvGrpSpPr/>
                            <p:nvPr userDrawn="1"/>
                          </p:nvGrpSpPr>
                          <p:grpSpPr>
                            <a:xfrm rot="3780253">
                              <a:off x="-1018647" y="-29029"/>
                              <a:ext cx="9376229" cy="6964589"/>
                              <a:chOff x="-232231" y="-159654"/>
                              <a:chExt cx="9376229" cy="6964589"/>
                            </a:xfrm>
                          </p:grpSpPr>
                          <p:pic>
                            <p:nvPicPr>
                              <p:cNvPr id="8" name="图片 7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3" cstate="print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232231" y="-159654"/>
                                <a:ext cx="9376229" cy="6964589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  <p:pic>
                            <p:nvPicPr>
                              <p:cNvPr id="9" name="图片 8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 cstate="print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574951" y="-116113"/>
                                <a:ext cx="4569047" cy="50763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  <p:pic>
                            <p:nvPicPr>
                              <p:cNvPr id="10" name="图片 9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 cstate="print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138008" y="16916"/>
                                <a:ext cx="415238" cy="1586639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grpSp>
                        <p:pic>
                          <p:nvPicPr>
                            <p:cNvPr id="2" name="图片 1"/>
                            <p:cNvPicPr>
                              <a:picLocks noChangeAspect="1"/>
                            </p:cNvPicPr>
                            <p:nvPr userDrawn="1"/>
                          </p:nvPicPr>
                          <p:blipFill>
                            <a:blip r:embed="rId15" cstate="print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85771" y="1247054"/>
                              <a:ext cx="257175" cy="4017674"/>
                            </a:xfrm>
                            <a:prstGeom prst="rect">
                              <a:avLst/>
                            </a:prstGeom>
                          </p:spPr>
                        </p:pic>
                      </p:grpSp>
                      <p:pic>
                        <p:nvPicPr>
                          <p:cNvPr id="4" name="图片 3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6" cstate="print"/>
                          <a:stretch>
                            <a:fillRect/>
                          </a:stretch>
                        </p:blipFill>
                        <p:spPr>
                          <a:xfrm>
                            <a:off x="4921275" y="1802062"/>
                            <a:ext cx="333375" cy="1514475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31" name="图片 30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7" cstate="print"/>
                          <a:stretch>
                            <a:fillRect/>
                          </a:stretch>
                        </p:blipFill>
                        <p:spPr>
                          <a:xfrm>
                            <a:off x="4506914" y="2559300"/>
                            <a:ext cx="1061190" cy="1685925"/>
                          </a:xfrm>
                          <a:prstGeom prst="rect">
                            <a:avLst/>
                          </a:prstGeom>
                        </p:spPr>
                      </p:pic>
                    </p:grpSp>
                    <p:pic>
                      <p:nvPicPr>
                        <p:cNvPr id="37" name="图片 36"/>
                        <p:cNvPicPr>
                          <a:picLocks noChangeAspect="1"/>
                        </p:cNvPicPr>
                        <p:nvPr userDrawn="1"/>
                      </p:nvPicPr>
                      <p:blipFill>
                        <a:blip r:embed="rId18" cstate="print"/>
                        <a:stretch>
                          <a:fillRect/>
                        </a:stretch>
                      </p:blipFill>
                      <p:spPr>
                        <a:xfrm rot="1627250">
                          <a:off x="36751" y="2322588"/>
                          <a:ext cx="1609725" cy="152400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39" name="图片 38"/>
                      <p:cNvPicPr>
                        <a:picLocks noChangeAspect="1"/>
                      </p:cNvPicPr>
                      <p:nvPr userDrawn="1"/>
                    </p:nvPicPr>
                    <p:blipFill>
                      <a:blip r:embed="rId19" cstate="print"/>
                      <a:stretch>
                        <a:fillRect/>
                      </a:stretch>
                    </p:blipFill>
                    <p:spPr>
                      <a:xfrm>
                        <a:off x="2555731" y="5616468"/>
                        <a:ext cx="1000270" cy="381000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41" name="图片 40"/>
                    <p:cNvPicPr>
                      <a:picLocks noChangeAspect="1"/>
                    </p:cNvPicPr>
                    <p:nvPr userDrawn="1"/>
                  </p:nvPicPr>
                  <p:blipFill>
                    <a:blip r:embed="rId20" cstate="print"/>
                    <a:stretch>
                      <a:fillRect/>
                    </a:stretch>
                  </p:blipFill>
                  <p:spPr>
                    <a:xfrm rot="1072378" flipH="1">
                      <a:off x="2945750" y="5276159"/>
                      <a:ext cx="352336" cy="224677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43" name="图片 42"/>
                  <p:cNvPicPr>
                    <a:picLocks noChangeAspect="1"/>
                  </p:cNvPicPr>
                  <p:nvPr userDrawn="1"/>
                </p:nvPicPr>
                <p:blipFill>
                  <a:blip r:embed="rId21" cstate="print"/>
                  <a:stretch>
                    <a:fillRect/>
                  </a:stretch>
                </p:blipFill>
                <p:spPr>
                  <a:xfrm rot="21302292">
                    <a:off x="2759164" y="4828529"/>
                    <a:ext cx="285750" cy="332252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45" name="图片 44"/>
                <p:cNvPicPr>
                  <a:picLocks noChangeAspect="1"/>
                </p:cNvPicPr>
                <p:nvPr userDrawn="1"/>
              </p:nvPicPr>
              <p:blipFill>
                <a:blip r:embed="rId22" cstate="print"/>
                <a:stretch>
                  <a:fillRect/>
                </a:stretch>
              </p:blipFill>
              <p:spPr>
                <a:xfrm>
                  <a:off x="3303098" y="473793"/>
                  <a:ext cx="209550" cy="942975"/>
                </a:xfrm>
                <a:prstGeom prst="rect">
                  <a:avLst/>
                </a:prstGeom>
              </p:spPr>
            </p:pic>
            <p:pic>
              <p:nvPicPr>
                <p:cNvPr id="50" name="图片 49"/>
                <p:cNvPicPr>
                  <a:picLocks noChangeAspect="1"/>
                </p:cNvPicPr>
                <p:nvPr userDrawn="1"/>
              </p:nvPicPr>
              <p:blipFill>
                <a:blip r:embed="rId23" cstate="print"/>
                <a:stretch>
                  <a:fillRect/>
                </a:stretch>
              </p:blipFill>
              <p:spPr>
                <a:xfrm rot="21407908">
                  <a:off x="3070145" y="637317"/>
                  <a:ext cx="227667" cy="122926"/>
                </a:xfrm>
                <a:prstGeom prst="rect">
                  <a:avLst/>
                </a:prstGeom>
              </p:spPr>
            </p:pic>
            <p:pic>
              <p:nvPicPr>
                <p:cNvPr id="51" name="图片 50"/>
                <p:cNvPicPr>
                  <a:picLocks noChangeAspect="1"/>
                </p:cNvPicPr>
                <p:nvPr userDrawn="1"/>
              </p:nvPicPr>
              <p:blipFill>
                <a:blip r:embed="rId23" cstate="print"/>
                <a:stretch>
                  <a:fillRect/>
                </a:stretch>
              </p:blipFill>
              <p:spPr>
                <a:xfrm rot="13322952" flipV="1">
                  <a:off x="3070405" y="710668"/>
                  <a:ext cx="312621" cy="118251"/>
                </a:xfrm>
                <a:prstGeom prst="trapezoid">
                  <a:avLst>
                    <a:gd name="adj" fmla="val 76515"/>
                  </a:avLst>
                </a:prstGeom>
              </p:spPr>
            </p:pic>
          </p:grpSp>
          <p:pic>
            <p:nvPicPr>
              <p:cNvPr id="53" name="图片 52"/>
              <p:cNvPicPr>
                <a:picLocks noChangeAspect="1"/>
              </p:cNvPicPr>
              <p:nvPr userDrawn="1"/>
            </p:nvPicPr>
            <p:blipFill>
              <a:blip r:embed="rId24" cstate="print"/>
              <a:stretch>
                <a:fillRect/>
              </a:stretch>
            </p:blipFill>
            <p:spPr>
              <a:xfrm>
                <a:off x="2344123" y="657147"/>
                <a:ext cx="320561" cy="272488"/>
              </a:xfrm>
              <a:prstGeom prst="rect">
                <a:avLst/>
              </a:prstGeom>
            </p:spPr>
          </p:pic>
        </p:grpSp>
        <p:pic>
          <p:nvPicPr>
            <p:cNvPr id="55" name="图片 54"/>
            <p:cNvPicPr>
              <a:picLocks noChangeAspect="1"/>
            </p:cNvPicPr>
            <p:nvPr userDrawn="1"/>
          </p:nvPicPr>
          <p:blipFill>
            <a:blip r:embed="rId25" cstate="print"/>
            <a:stretch>
              <a:fillRect/>
            </a:stretch>
          </p:blipFill>
          <p:spPr>
            <a:xfrm rot="21094279">
              <a:off x="710400" y="1070305"/>
              <a:ext cx="1938935" cy="132200"/>
            </a:xfrm>
            <a:prstGeom prst="trapezoid">
              <a:avLst/>
            </a:prstGeom>
          </p:spPr>
        </p:pic>
      </p:grpSp>
      <p:pic>
        <p:nvPicPr>
          <p:cNvPr id="57" name="图片 56"/>
          <p:cNvPicPr>
            <a:picLocks noChangeAspect="1" noChangeArrowheads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32140">
            <a:off x="2828226" y="3936356"/>
            <a:ext cx="524510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2" name="图片 61"/>
          <p:cNvPicPr>
            <a:picLocks noChangeAspect="1" noChangeArrowheads="1"/>
          </p:cNvPicPr>
          <p:nvPr userDrawn="1"/>
        </p:nvPicPr>
        <p:blipFill>
          <a:blip r:embed="rId27" cstate="print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760" y="2207570"/>
            <a:ext cx="1005417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3" name="图片 62"/>
          <p:cNvPicPr>
            <a:picLocks noChangeAspect="1" noChangeArrowheads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0793" y="2326632"/>
            <a:ext cx="1841500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5" name="图片 64"/>
          <p:cNvPicPr>
            <a:picLocks noChangeAspect="1" noChangeArrowheads="1"/>
          </p:cNvPicPr>
          <p:nvPr userDrawn="1"/>
        </p:nvPicPr>
        <p:blipFill>
          <a:blip r:embed="rId29" cstate="print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3766">
            <a:off x="8759125" y="4361806"/>
            <a:ext cx="2489200" cy="164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7" name="图片 66"/>
          <p:cNvPicPr>
            <a:picLocks noChangeAspect="1" noChangeArrowheads="1"/>
          </p:cNvPicPr>
          <p:nvPr userDrawn="1"/>
        </p:nvPicPr>
        <p:blipFill>
          <a:blip r:embed="rId30" cstate="print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6792" y="1786882"/>
            <a:ext cx="2474384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>
                <a:sym typeface="Arial" panose="020B0604020202020204" pitchFamily="34" charset="0"/>
              </a:rPr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Arial" panose="020B0604020202020204" pitchFamily="34" charset="0"/>
              </a:rPr>
              <a:t>第二级</a:t>
            </a:r>
          </a:p>
          <a:p>
            <a:pPr lvl="2"/>
            <a:r>
              <a:rPr lang="zh-CN" altLang="zh-CN">
                <a:sym typeface="Arial" panose="020B0604020202020204" pitchFamily="34" charset="0"/>
              </a:rPr>
              <a:t>第三级</a:t>
            </a:r>
          </a:p>
          <a:p>
            <a:pPr lvl="3"/>
            <a:r>
              <a:rPr lang="zh-CN" altLang="zh-CN">
                <a:sym typeface="Arial" panose="020B0604020202020204" pitchFamily="34" charset="0"/>
              </a:rPr>
              <a:t>第四级</a:t>
            </a:r>
          </a:p>
          <a:p>
            <a:pPr lvl="4"/>
            <a:r>
              <a:rPr lang="zh-CN" altLang="zh-CN">
                <a:sym typeface="Arial" panose="020B0604020202020204" pitchFamily="34" charset="0"/>
              </a:rPr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>
              <a:buFont typeface="Arial" panose="020B0604020202020204" pitchFamily="34" charset="0"/>
              <a:buNone/>
            </a:pPr>
            <a:fld id="{8F7D39E1-9FE5-46CE-B22C-448D41BE7A37}" type="datetime1">
              <a:rPr lang="zh-CN" altLang="en-US" smtClean="0">
                <a:solidFill>
                  <a:srgbClr val="000000"/>
                </a:solidFill>
              </a:rPr>
              <a:t>2026/5/13</a:t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>
              <a:buFont typeface="Arial" panose="020B0604020202020204" pitchFamily="34" charset="0"/>
              <a:buNone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buFont typeface="Arial" panose="020B0604020202020204" pitchFamily="34" charset="0"/>
              <a:buNone/>
            </a:pPr>
            <a:fld id="{457252CE-D233-4B03-9C2A-50FE7E74FFF5}" type="slidenum">
              <a:rPr lang="zh-CN" altLang="en-US" smtClean="0">
                <a:solidFill>
                  <a:srgbClr val="000000"/>
                </a:solidFill>
              </a:rPr>
              <a:t>‹#›</a:t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ransition spd="slow"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426EDF3-37C0-4BBF-91FF-526CB16E0D33}" type="datetime1">
              <a:rPr lang="zh-CN" altLang="en-US" smtClean="0"/>
              <a:t>2026/5/13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73B5C9D-7D49-4AD2-80D3-35C2956F659B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816248" y="1030288"/>
            <a:ext cx="93090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《HSK标准教程》第</a:t>
            </a:r>
            <a:r>
              <a:rPr lang="en-US" altLang="zh-CN" sz="2400" b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</a:t>
            </a:r>
            <a:r>
              <a:rPr lang="zh-CN" altLang="en-US" sz="2400" b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册  </a:t>
            </a:r>
            <a:r>
              <a:rPr lang="en-US" altLang="zh-CN" sz="2400" b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Lesson 1-4 </a:t>
            </a:r>
            <a:endParaRPr lang="zh-CN" altLang="en-US" sz="2400" b="1" dirty="0">
              <a:solidFill>
                <a:srgbClr val="D09E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33152" y="707623"/>
            <a:ext cx="754806" cy="813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Dialogue – </a:t>
            </a:r>
            <a:r>
              <a:rPr lang="zh-CN" altLang="en-US" dirty="0"/>
              <a:t>对话练习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447790" y="2040255"/>
            <a:ext cx="3182620" cy="4775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 sz="3600"/>
              <a:t>duì huà liàn xí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AutoShape 4"/>
          <p:cNvCxnSpPr>
            <a:cxnSpLocks noChangeShapeType="1"/>
          </p:cNvCxnSpPr>
          <p:nvPr/>
        </p:nvCxnSpPr>
        <p:spPr bwMode="auto">
          <a:xfrm flipH="1" flipV="1">
            <a:off x="119914" y="0"/>
            <a:ext cx="12700" cy="6872288"/>
          </a:xfrm>
          <a:prstGeom prst="straightConnector1">
            <a:avLst/>
          </a:prstGeom>
          <a:noFill/>
          <a:ln w="228600">
            <a:solidFill>
              <a:srgbClr val="008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9" name="组合 8"/>
          <p:cNvGrpSpPr/>
          <p:nvPr/>
        </p:nvGrpSpPr>
        <p:grpSpPr>
          <a:xfrm>
            <a:off x="308629" y="433539"/>
            <a:ext cx="11801475" cy="727075"/>
            <a:chOff x="308629" y="-166"/>
            <a:chExt cx="11801475" cy="727075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584" y="-166"/>
              <a:ext cx="11780520" cy="727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场景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 1</a:t>
              </a: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：课堂初次见面（问候</a:t>
              </a:r>
              <a:r>
                <a:rPr lang="en-US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→</a:t>
              </a: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问名字</a:t>
              </a:r>
              <a:r>
                <a:rPr lang="en-US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→</a:t>
              </a: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问国籍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)</a:t>
              </a: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329565" y="1225550"/>
            <a:ext cx="11861800" cy="5288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en-US" altLang="zh-CN" sz="3200" dirty="0"/>
              <a:t>: Hello!</a:t>
            </a:r>
          </a:p>
          <a:p>
            <a:r>
              <a:rPr lang="en-US" altLang="zh-CN" sz="3200" b="1" dirty="0">
                <a:solidFill>
                  <a:srgbClr val="288149"/>
                </a:solidFill>
              </a:rPr>
              <a:t>B</a:t>
            </a:r>
            <a:r>
              <a:rPr lang="en-US" altLang="zh-CN" sz="3200" dirty="0"/>
              <a:t>: Hello!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en-US" altLang="zh-CN" sz="3200" dirty="0"/>
              <a:t>: What's your name?</a:t>
            </a:r>
          </a:p>
          <a:p>
            <a:r>
              <a:rPr lang="en-US" altLang="zh-CN" sz="3200" b="1" dirty="0">
                <a:solidFill>
                  <a:srgbClr val="288149"/>
                </a:solidFill>
              </a:rPr>
              <a:t>B</a:t>
            </a:r>
            <a:r>
              <a:rPr lang="en-US" altLang="zh-CN" sz="3200" dirty="0"/>
              <a:t>: My name is Li Yue. And you?   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en-US" altLang="zh-CN" sz="3200" dirty="0"/>
              <a:t>: My name is Lisa. Where are you from?</a:t>
            </a:r>
          </a:p>
          <a:p>
            <a:r>
              <a:rPr lang="en-US" altLang="zh-CN" sz="3200" b="1" dirty="0">
                <a:solidFill>
                  <a:srgbClr val="288149"/>
                </a:solidFill>
              </a:rPr>
              <a:t>B</a:t>
            </a:r>
            <a:r>
              <a:rPr lang="en-US" altLang="zh-CN" sz="3200" dirty="0"/>
              <a:t>: I'm Chinese. Are you American?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en-US" altLang="zh-CN" sz="3200" dirty="0"/>
              <a:t>: Yes, I'm American. Are you a teacher?</a:t>
            </a:r>
          </a:p>
          <a:p>
            <a:r>
              <a:rPr lang="en-US" altLang="zh-CN" sz="3200" b="1" dirty="0">
                <a:solidFill>
                  <a:srgbClr val="288149"/>
                </a:solidFill>
              </a:rPr>
              <a:t>B</a:t>
            </a:r>
            <a:r>
              <a:rPr lang="en-US" altLang="zh-CN" sz="3200" dirty="0"/>
              <a:t>: I'm a teacher. Are you a student?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en-US" altLang="zh-CN" sz="3200" dirty="0"/>
              <a:t>: I'm a student. Does class begin now? Class begin = </a:t>
            </a:r>
            <a:r>
              <a:rPr lang="en-US" altLang="zh-CN" sz="3200" dirty="0" err="1"/>
              <a:t>shang</a:t>
            </a:r>
            <a:r>
              <a:rPr lang="en-US" altLang="zh-CN" sz="3200" dirty="0"/>
              <a:t> </a:t>
            </a:r>
            <a:r>
              <a:rPr lang="en-US" altLang="zh-CN" sz="3200" dirty="0" err="1"/>
              <a:t>ke</a:t>
            </a:r>
            <a:endParaRPr lang="en-US" altLang="zh-CN" sz="3200" dirty="0"/>
          </a:p>
          <a:p>
            <a:r>
              <a:rPr lang="en-US" altLang="zh-CN" sz="3200" b="1" dirty="0">
                <a:solidFill>
                  <a:srgbClr val="288149"/>
                </a:solidFill>
              </a:rPr>
              <a:t>B</a:t>
            </a:r>
            <a:r>
              <a:rPr lang="en-US" altLang="zh-CN" sz="3200" dirty="0"/>
              <a:t>: Class starts now. Read after me! Follow me read follow=gen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1709420" y="30480"/>
            <a:ext cx="3810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kè tánɡ chū cì jiàn miàn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5372735" y="48895"/>
            <a:ext cx="54927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(wèn hòu - wèn mínɡ zì - wèn ɡuó jí)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AutoShape 4"/>
          <p:cNvCxnSpPr>
            <a:cxnSpLocks noChangeShapeType="1"/>
          </p:cNvCxnSpPr>
          <p:nvPr/>
        </p:nvCxnSpPr>
        <p:spPr bwMode="auto">
          <a:xfrm flipH="1" flipV="1">
            <a:off x="119914" y="0"/>
            <a:ext cx="12700" cy="6872288"/>
          </a:xfrm>
          <a:prstGeom prst="straightConnector1">
            <a:avLst/>
          </a:prstGeom>
          <a:noFill/>
          <a:ln w="228600">
            <a:solidFill>
              <a:srgbClr val="008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组合 8"/>
          <p:cNvGrpSpPr/>
          <p:nvPr/>
        </p:nvGrpSpPr>
        <p:grpSpPr>
          <a:xfrm>
            <a:off x="308610" y="558800"/>
            <a:ext cx="11847192" cy="728980"/>
            <a:chOff x="308629" y="143958"/>
            <a:chExt cx="2958099" cy="728868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399" y="143958"/>
              <a:ext cx="2937329" cy="6450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场景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 2</a:t>
              </a: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：课后休息聊兴趣（下课</a:t>
              </a:r>
              <a:r>
                <a:rPr lang="en-US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→</a:t>
              </a: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邀约</a:t>
              </a:r>
              <a:r>
                <a:rPr lang="en-US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→</a:t>
              </a: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聊喜欢的运动）</a:t>
              </a: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872826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/>
          <p:nvPr/>
        </p:nvSpPr>
        <p:spPr>
          <a:xfrm>
            <a:off x="9029700" y="1680845"/>
            <a:ext cx="3094990" cy="3932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zh-CN" b="1" dirty="0">
              <a:solidFill>
                <a:schemeClr val="tx1"/>
              </a:solidFill>
              <a:latin typeface="GB Pinyinok-D" pitchFamily="2" charset="-122"/>
              <a:ea typeface="GB Pinyinok-D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7210" y="1371600"/>
            <a:ext cx="11584305" cy="5227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37210" y="1680210"/>
            <a:ext cx="11569065" cy="5120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Class is over! Let’s take a break/rest now    </a:t>
            </a:r>
            <a:r>
              <a:rPr lang="zh-CN" altLang="en-US" sz="3200" dirty="0"/>
              <a:t>上 下</a:t>
            </a:r>
            <a:endParaRPr lang="en-US" altLang="zh-CN" sz="3200" dirty="0"/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Okay! Do you like football?    Football = </a:t>
            </a:r>
            <a:r>
              <a:rPr lang="en-US" altLang="zh-CN" sz="3200" dirty="0" err="1"/>
              <a:t>zu</a:t>
            </a:r>
            <a:r>
              <a:rPr lang="en-US" altLang="zh-CN" sz="3200" dirty="0"/>
              <a:t> </a:t>
            </a:r>
            <a:r>
              <a:rPr lang="en-US" altLang="zh-CN" sz="3200" dirty="0" err="1"/>
              <a:t>qiu</a:t>
            </a:r>
            <a:r>
              <a:rPr lang="en-US" altLang="zh-CN" sz="3200" dirty="0"/>
              <a:t> 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I like football. Do you like football?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I don't like football. I like basketball.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Are we friends?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Yes, we are friends.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112645" y="190500"/>
            <a:ext cx="41148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kè hòu xiū xī liáo xìnɡ qù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788660" y="19050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(xià kè - yāo yuē - liáo xǐ huān de yùn dònɡ)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AutoShape 4"/>
          <p:cNvCxnSpPr>
            <a:cxnSpLocks noChangeShapeType="1"/>
          </p:cNvCxnSpPr>
          <p:nvPr/>
        </p:nvCxnSpPr>
        <p:spPr bwMode="auto">
          <a:xfrm flipH="1" flipV="1">
            <a:off x="119914" y="0"/>
            <a:ext cx="12700" cy="6872288"/>
          </a:xfrm>
          <a:prstGeom prst="straightConnector1">
            <a:avLst/>
          </a:prstGeom>
          <a:noFill/>
          <a:ln w="228600">
            <a:solidFill>
              <a:srgbClr val="008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组合 8"/>
          <p:cNvGrpSpPr/>
          <p:nvPr/>
        </p:nvGrpSpPr>
        <p:grpSpPr>
          <a:xfrm>
            <a:off x="308610" y="558800"/>
            <a:ext cx="11847192" cy="728980"/>
            <a:chOff x="308629" y="143958"/>
            <a:chExt cx="2958099" cy="728868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399" y="143958"/>
              <a:ext cx="2937329" cy="6450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场景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 3</a:t>
              </a: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：介绍同学和老师（认人</a:t>
              </a:r>
              <a:r>
                <a:rPr lang="en-US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→</a:t>
              </a: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问名字</a:t>
              </a:r>
              <a:r>
                <a:rPr lang="en-US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→</a:t>
              </a: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国籍）</a:t>
              </a: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872826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/>
          <p:nvPr/>
        </p:nvSpPr>
        <p:spPr>
          <a:xfrm>
            <a:off x="9029700" y="1680845"/>
            <a:ext cx="3094990" cy="3932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zh-CN" sz="1800" b="1" dirty="0">
              <a:solidFill>
                <a:schemeClr val="tx1"/>
              </a:solidFill>
              <a:latin typeface="GB Pinyinok-D" pitchFamily="2" charset="-122"/>
              <a:ea typeface="GB Pinyinok-D" pitchFamily="2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91795" y="1371600"/>
            <a:ext cx="11569065" cy="54908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Do you know him?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No, I don’t. Do you?(I don’t know either)/Yes, I do. His   name is Alex</a:t>
            </a:r>
            <a:r>
              <a:rPr lang="zh-CN" altLang="en-US" sz="3200" dirty="0"/>
              <a:t>。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Is he a Chinese?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He is Chinese</a:t>
            </a:r>
            <a:r>
              <a:rPr lang="zh-CN" altLang="en-US" sz="3200" dirty="0"/>
              <a:t>。</a:t>
            </a:r>
            <a:r>
              <a:rPr lang="en-US" altLang="zh-CN" sz="3200" dirty="0"/>
              <a:t>Is he a student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No, he is not a student</a:t>
            </a:r>
            <a:r>
              <a:rPr lang="zh-CN" altLang="en-US" sz="3200" dirty="0"/>
              <a:t>，</a:t>
            </a:r>
            <a:r>
              <a:rPr lang="en-US" altLang="zh-CN" sz="3200" dirty="0"/>
              <a:t>he is my friend</a:t>
            </a:r>
            <a:r>
              <a:rPr lang="zh-CN" altLang="en-US" sz="3200" dirty="0"/>
              <a:t>。</a:t>
            </a:r>
          </a:p>
          <a:p>
            <a:r>
              <a:rPr lang="zh-CN" altLang="en-US" sz="3200" dirty="0"/>
              <a:t> </a:t>
            </a:r>
            <a:r>
              <a:rPr lang="en-US" altLang="zh-CN" sz="3200" dirty="0"/>
              <a:t>     Who is your Chinese teacher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My Chinese teacher is Li Yue</a:t>
            </a:r>
            <a:r>
              <a:rPr lang="zh-CN" altLang="en-US" sz="3200" dirty="0"/>
              <a:t>。</a:t>
            </a:r>
          </a:p>
          <a:p>
            <a:r>
              <a:rPr lang="zh-CN" altLang="en-US" sz="3200" dirty="0"/>
              <a:t> </a:t>
            </a:r>
            <a:r>
              <a:rPr lang="en-US" altLang="zh-CN" sz="3200" dirty="0"/>
              <a:t>     She is a Chinese</a:t>
            </a:r>
            <a:r>
              <a:rPr lang="zh-CN" altLang="en-US" sz="3200" dirty="0"/>
              <a:t>。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I know her, she is beautiful</a:t>
            </a:r>
            <a:r>
              <a:rPr lang="zh-CN" altLang="en-US" sz="3200" dirty="0"/>
              <a:t>。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yes</a:t>
            </a:r>
            <a:r>
              <a:rPr lang="zh-CN" altLang="en-US" sz="3200" dirty="0"/>
              <a:t>！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002790" y="98425"/>
            <a:ext cx="44196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jiè shào tónɡ xué hé lǎo shī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008370" y="98425"/>
            <a:ext cx="59461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(rèn rén - wèn mínɡ zì -  ɡuó jí)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AutoShape 4"/>
          <p:cNvCxnSpPr>
            <a:cxnSpLocks noChangeShapeType="1"/>
          </p:cNvCxnSpPr>
          <p:nvPr/>
        </p:nvCxnSpPr>
        <p:spPr bwMode="auto">
          <a:xfrm flipH="1" flipV="1">
            <a:off x="119914" y="0"/>
            <a:ext cx="12700" cy="6872288"/>
          </a:xfrm>
          <a:prstGeom prst="straightConnector1">
            <a:avLst/>
          </a:prstGeom>
          <a:noFill/>
          <a:ln w="228600">
            <a:solidFill>
              <a:srgbClr val="008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组合 8"/>
          <p:cNvGrpSpPr/>
          <p:nvPr/>
        </p:nvGrpSpPr>
        <p:grpSpPr>
          <a:xfrm>
            <a:off x="308610" y="558800"/>
            <a:ext cx="11847192" cy="728980"/>
            <a:chOff x="308629" y="143958"/>
            <a:chExt cx="2958099" cy="728868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399" y="143958"/>
              <a:ext cx="2937329" cy="6450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场景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 4</a:t>
              </a: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：聊喜欢的食物（聊吃的</a:t>
              </a:r>
              <a:r>
                <a:rPr lang="en-US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→</a:t>
              </a: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分享喜好）</a:t>
              </a: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872826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/>
          <p:nvPr/>
        </p:nvSpPr>
        <p:spPr>
          <a:xfrm>
            <a:off x="9029700" y="1680845"/>
            <a:ext cx="3094990" cy="3932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zh-CN" sz="1800" b="1" dirty="0">
              <a:solidFill>
                <a:schemeClr val="tx1"/>
              </a:solidFill>
              <a:latin typeface="GB Pinyinok-D" pitchFamily="2" charset="-122"/>
              <a:ea typeface="GB Pinyinok-D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7210" y="1835785"/>
            <a:ext cx="11584305" cy="47637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What do you like to eat?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I like Roasted duck, what about you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I like hotpot</a:t>
            </a:r>
            <a:r>
              <a:rPr lang="zh-CN" altLang="en-US" sz="3200" dirty="0"/>
              <a:t>。</a:t>
            </a:r>
            <a:r>
              <a:rPr lang="en-US" altLang="zh-CN" sz="3200" dirty="0"/>
              <a:t>Is Roasted duck delicious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Yes, it is delicious</a:t>
            </a:r>
            <a:r>
              <a:rPr lang="zh-CN" altLang="en-US" sz="3200" dirty="0"/>
              <a:t>！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Do you like coffee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I don’t like coffee</a:t>
            </a:r>
            <a:r>
              <a:rPr lang="zh-CN" altLang="en-US" sz="3200" dirty="0"/>
              <a:t>，</a:t>
            </a:r>
            <a:r>
              <a:rPr lang="en-US" altLang="zh-CN" sz="3200" dirty="0"/>
              <a:t>I like coke</a:t>
            </a:r>
            <a:r>
              <a:rPr lang="zh-CN" altLang="en-US" sz="3200" dirty="0"/>
              <a:t>。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Do you drink beer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No, thank you!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88290" y="179705"/>
            <a:ext cx="11781790" cy="6677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Do you shower in the evening</a:t>
            </a:r>
            <a:r>
              <a:rPr lang="zh-CN" altLang="en-US" sz="3200" dirty="0"/>
              <a:t>？</a:t>
            </a:r>
            <a:r>
              <a:rPr lang="en-US" altLang="zh-CN" sz="3200" dirty="0"/>
              <a:t>Shower = xi </a:t>
            </a:r>
            <a:r>
              <a:rPr lang="en-US" altLang="zh-CN" sz="3200" dirty="0" err="1"/>
              <a:t>zao</a:t>
            </a:r>
            <a:r>
              <a:rPr lang="en-US" altLang="zh-CN" sz="3200" dirty="0"/>
              <a:t> 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No, I shower in the morning</a:t>
            </a:r>
            <a:r>
              <a:rPr lang="zh-CN" altLang="en-US" sz="3200" dirty="0"/>
              <a:t>。    </a:t>
            </a:r>
            <a:r>
              <a:rPr lang="en-US" altLang="zh-CN" sz="3200" dirty="0"/>
              <a:t>Morning = </a:t>
            </a:r>
            <a:r>
              <a:rPr lang="en-US" altLang="zh-CN" sz="3200" dirty="0" err="1"/>
              <a:t>zao</a:t>
            </a:r>
            <a:r>
              <a:rPr lang="en-US" altLang="zh-CN" sz="3200" dirty="0"/>
              <a:t> </a:t>
            </a:r>
            <a:r>
              <a:rPr lang="en-US" altLang="zh-CN" sz="3200" dirty="0" err="1"/>
              <a:t>shang</a:t>
            </a:r>
            <a:r>
              <a:rPr lang="en-US" altLang="zh-CN" sz="3200" dirty="0"/>
              <a:t> 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What do you eat in the morning?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I eat egg, drink milk, what about you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I eat hamburger</a:t>
            </a:r>
            <a:r>
              <a:rPr lang="zh-CN" altLang="en-US" sz="3200" dirty="0"/>
              <a:t>，</a:t>
            </a:r>
            <a:r>
              <a:rPr lang="en-US" altLang="zh-CN" sz="3200" dirty="0"/>
              <a:t>drink coffee./I don’t eat in the morning.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What do you eat in the evening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I eat hotpot in the evening</a:t>
            </a:r>
            <a:r>
              <a:rPr lang="zh-CN" altLang="en-US" sz="3200" dirty="0"/>
              <a:t>，</a:t>
            </a:r>
            <a:r>
              <a:rPr lang="en-US" altLang="zh-CN" sz="3200" dirty="0"/>
              <a:t>what about you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zh-CN" altLang="en-US" sz="3200" dirty="0"/>
              <a:t>：</a:t>
            </a:r>
            <a:r>
              <a:rPr lang="en-US" altLang="zh-CN" sz="3200" dirty="0"/>
              <a:t>I eat/have fish in the evening</a:t>
            </a:r>
            <a:r>
              <a:rPr lang="zh-CN" altLang="en-US" sz="3200" dirty="0"/>
              <a:t>。</a:t>
            </a:r>
            <a:r>
              <a:rPr lang="en-US" altLang="zh-CN" sz="3200" dirty="0"/>
              <a:t>Is hotpot delicious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dirty="0"/>
              <a:t>：</a:t>
            </a:r>
            <a:r>
              <a:rPr lang="en-US" altLang="zh-CN" sz="3200" dirty="0"/>
              <a:t>Very yummy!</a:t>
            </a:r>
            <a:endParaRPr lang="zh-CN" altLang="en-US" sz="3200" dirty="0"/>
          </a:p>
          <a:p>
            <a:endParaRPr lang="zh-CN" alt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76425" y="15963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534035" y="375920"/>
            <a:ext cx="11487785" cy="5996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en-US" altLang="zh-CN" sz="3200" dirty="0"/>
              <a:t>: Do you read books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en-US" altLang="zh-CN" sz="3200" dirty="0"/>
              <a:t>: Yes</a:t>
            </a:r>
            <a:r>
              <a:rPr lang="zh-CN" altLang="en-US" sz="3200" dirty="0"/>
              <a:t>。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en-US" altLang="zh-CN" sz="3200" dirty="0"/>
              <a:t>: What books do you read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en-US" altLang="zh-CN" sz="3200" dirty="0"/>
              <a:t>: I read Chinese books</a:t>
            </a:r>
            <a:r>
              <a:rPr lang="zh-CN" altLang="en-US" sz="3200" dirty="0"/>
              <a:t>。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en-US" altLang="zh-CN" sz="3200" dirty="0"/>
              <a:t>: Do you like reading books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en-US" altLang="zh-CN" sz="3200" dirty="0"/>
              <a:t>: I do. I don’t like test</a:t>
            </a:r>
            <a:r>
              <a:rPr lang="zh-CN" altLang="en-US" sz="3200" dirty="0"/>
              <a:t>。 </a:t>
            </a:r>
            <a:r>
              <a:rPr lang="en-US" altLang="zh-CN" sz="3200" dirty="0"/>
              <a:t>Test = </a:t>
            </a:r>
            <a:r>
              <a:rPr lang="en-US" altLang="zh-CN" sz="3200" dirty="0" err="1"/>
              <a:t>kao</a:t>
            </a:r>
            <a:r>
              <a:rPr lang="en-US" altLang="zh-CN" sz="3200" dirty="0"/>
              <a:t> </a:t>
            </a:r>
            <a:r>
              <a:rPr lang="en-US" altLang="zh-CN" sz="3200" dirty="0" err="1"/>
              <a:t>shi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en-US" altLang="zh-CN" sz="3200" dirty="0"/>
              <a:t>: I don’t like either</a:t>
            </a:r>
            <a:r>
              <a:rPr lang="zh-CN" altLang="en-US" sz="3200" dirty="0"/>
              <a:t>。   </a:t>
            </a:r>
            <a:r>
              <a:rPr lang="en-US" altLang="zh-CN" sz="3200" dirty="0"/>
              <a:t>Also = too = either 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en-US" altLang="zh-CN" sz="3200" dirty="0"/>
              <a:t>: Do you have an exam on Friday?   Friday =  </a:t>
            </a:r>
            <a:r>
              <a:rPr lang="en-US" altLang="zh-CN" sz="3200" dirty="0" err="1"/>
              <a:t>xing</a:t>
            </a:r>
            <a:r>
              <a:rPr lang="en-US" altLang="zh-CN" sz="3200" dirty="0"/>
              <a:t> qi </a:t>
            </a:r>
            <a:r>
              <a:rPr lang="en-US" altLang="zh-CN" sz="3200" dirty="0" err="1"/>
              <a:t>wu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en-US" altLang="zh-CN" sz="3200" dirty="0"/>
              <a:t>: Yes, what about you</a:t>
            </a:r>
            <a:r>
              <a:rPr lang="zh-CN" altLang="en-US" sz="3200" dirty="0"/>
              <a:t>？</a:t>
            </a:r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en-US" altLang="zh-CN" sz="3200" dirty="0"/>
              <a:t>: I have an exam on Tuesday.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rgbClr val="FF0000"/>
                </a:solidFill>
              </a:rPr>
              <a:t>A</a:t>
            </a:r>
            <a:r>
              <a:rPr lang="en-US" altLang="zh-CN" sz="3200" dirty="0"/>
              <a:t>: Good luck with your exam!       Shun li </a:t>
            </a:r>
            <a:endParaRPr lang="zh-CN" altLang="en-US" sz="3200" dirty="0"/>
          </a:p>
          <a:p>
            <a:r>
              <a:rPr lang="en-US" altLang="zh-CN" sz="3200" b="1" dirty="0">
                <a:solidFill>
                  <a:schemeClr val="accent6"/>
                </a:solidFill>
              </a:rPr>
              <a:t>B</a:t>
            </a:r>
            <a:r>
              <a:rPr lang="en-US" altLang="zh-CN" sz="3200" dirty="0"/>
              <a:t>: Thank </a:t>
            </a:r>
            <a:r>
              <a:rPr lang="en-US" altLang="zh-CN" sz="3200" dirty="0" err="1"/>
              <a:t>you.Good</a:t>
            </a:r>
            <a:r>
              <a:rPr lang="en-US" altLang="zh-CN" sz="3200" dirty="0"/>
              <a:t> luck with your exam!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F0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F0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F0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2111</TotalTime>
  <Words>696</Words>
  <Application>Microsoft Office PowerPoint</Application>
  <PresentationFormat>宽屏</PresentationFormat>
  <Paragraphs>72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GB Pinyinok-D</vt:lpstr>
      <vt:lpstr>宋体</vt:lpstr>
      <vt:lpstr>微软雅黑</vt:lpstr>
      <vt:lpstr>Arial</vt:lpstr>
      <vt:lpstr>Calibri</vt:lpstr>
      <vt:lpstr>Calibri Light</vt:lpstr>
      <vt:lpstr>默认设计模板</vt:lpstr>
      <vt:lpstr>自定义设计方案</vt:lpstr>
      <vt:lpstr>1_自定义设计方案</vt:lpstr>
      <vt:lpstr>2_自定义设计方案</vt:lpstr>
      <vt:lpstr>1_默认设计模板</vt:lpstr>
      <vt:lpstr>3_默认设计模板</vt:lpstr>
      <vt:lpstr>Dialogue – 对话练习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1 课</dc:title>
  <dc:creator>dell</dc:creator>
  <cp:lastModifiedBy>lisa chen</cp:lastModifiedBy>
  <cp:revision>83</cp:revision>
  <dcterms:created xsi:type="dcterms:W3CDTF">2025-12-13T02:40:00Z</dcterms:created>
  <dcterms:modified xsi:type="dcterms:W3CDTF">2026-05-13T12:06:26Z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966AF666E1154D9D80BD6060B12A79C0_13</vt:lpwstr>
  </property>
</Properties>
</file>