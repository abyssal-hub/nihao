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 showGuides="1" snapToGrid="0">
      <p:cViewPr varScale="1">
        <p:scale>
          <a:sx n="81" d="100"/>
          <a:sy n="81" d="100"/>
        </p:scale>
        <p:origin x="72" y="200"/>
      </p:cViewPr>
      <p:guideLst>
        <p:guide orient="horz" pos="214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tableStyles" Target="tableStyle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10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  <a:endParaRPr altLang="en-US" lang="zh-CN"/>
          </a:p>
        </p:txBody>
      </p:sp>
      <p:sp>
        <p:nvSpPr>
          <p:cNvPr id="10486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35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40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41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46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47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48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49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50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51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2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1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5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57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5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5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6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6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24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625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2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30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3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19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62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 fontScale="97727" lnSpcReduction="10000"/>
          </a:bodyPr>
          <a:p>
            <a:r>
              <a:rPr altLang="zh-CN" dirty="0" sz="4400" lang="en-US"/>
              <a:t>A: Hello! Where are you from?</a:t>
            </a:r>
            <a:endParaRPr altLang="zh-CN" dirty="0" sz="4400" lang="en-US"/>
          </a:p>
          <a:p>
            <a:r>
              <a:rPr altLang="zh-CN" dirty="0" sz="4400" lang="en-US"/>
              <a:t>B: I’m American. How about you?</a:t>
            </a:r>
            <a:endParaRPr altLang="zh-CN" dirty="0" sz="4400" lang="en-US"/>
          </a:p>
          <a:p>
            <a:r>
              <a:rPr altLang="zh-CN" dirty="0" sz="4400" lang="en-US"/>
              <a:t>A: I’m Chinese. Can you speak Chinese?</a:t>
            </a:r>
            <a:endParaRPr altLang="zh-CN" dirty="0" sz="4400" lang="en-US"/>
          </a:p>
          <a:p>
            <a:r>
              <a:rPr altLang="zh-CN" dirty="0" sz="4400" lang="en-US"/>
              <a:t>B: I can speak Chinese.</a:t>
            </a:r>
            <a:endParaRPr altLang="zh-CN" dirty="0" sz="4400" lang="en-US"/>
          </a:p>
          <a:p>
            <a:r>
              <a:rPr altLang="zh-CN" dirty="0" sz="4400" lang="en-US"/>
              <a:t>A: Who is your Chinese teacher?</a:t>
            </a:r>
            <a:endParaRPr altLang="zh-CN" dirty="0" sz="4400" lang="en-US"/>
          </a:p>
          <a:p>
            <a:r>
              <a:rPr altLang="zh-CN" dirty="0" sz="4400" lang="en-US"/>
              <a:t>B: She is teacher Li. Do you know her?</a:t>
            </a:r>
            <a:endParaRPr altLang="zh-CN" dirty="0" sz="4400" lang="en-US"/>
          </a:p>
          <a:p>
            <a:r>
              <a:rPr altLang="zh-CN" dirty="0" sz="4400" lang="en-US"/>
              <a:t>A: Yes, I do. She is very friendly.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/>
          <a:p>
            <a:r>
              <a:rPr altLang="zh-CN" dirty="0" sz="4400" lang="en-US"/>
              <a:t>A: Who is she?</a:t>
            </a:r>
            <a:endParaRPr altLang="zh-CN" dirty="0" sz="4400" lang="en-US"/>
          </a:p>
          <a:p>
            <a:r>
              <a:rPr altLang="zh-CN" dirty="0" sz="4400" lang="en-US"/>
              <a:t>B: She is my French teacher.</a:t>
            </a:r>
            <a:endParaRPr altLang="zh-CN" dirty="0" sz="4400" lang="en-US"/>
          </a:p>
          <a:p>
            <a:r>
              <a:rPr altLang="zh-CN" dirty="0" sz="4400" lang="en-US"/>
              <a:t>A: Do you like her class?</a:t>
            </a:r>
            <a:endParaRPr altLang="zh-CN" dirty="0" sz="4400" lang="en-US"/>
          </a:p>
          <a:p>
            <a:r>
              <a:rPr altLang="zh-CN" dirty="0" sz="4400" lang="en-US"/>
              <a:t>B: I like her class. </a:t>
            </a:r>
            <a:endParaRPr altLang="zh-CN" dirty="0" sz="4400" lang="en-US"/>
          </a:p>
          <a:p>
            <a:r>
              <a:rPr altLang="zh-CN" dirty="0" sz="4400" lang="en-US"/>
              <a:t>A: How many years has she been working in the school? </a:t>
            </a:r>
            <a:endParaRPr altLang="zh-CN" dirty="0" sz="4400" lang="en-US"/>
          </a:p>
          <a:p>
            <a:r>
              <a:rPr altLang="zh-CN" dirty="0" sz="4400" lang="en-US"/>
              <a:t>B: Eight years</a:t>
            </a:r>
            <a:endParaRPr altLang="zh-CN" dirty="0" sz="4400" lang="en-US"/>
          </a:p>
          <a:p>
            <a:pPr indent="0" marL="0">
              <a:buNone/>
            </a:pPr>
            <a:endParaRPr altLang="zh-CN" dirty="0" sz="44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/>
          <a:p>
            <a:pPr indent="0" marL="0">
              <a:buNone/>
            </a:pPr>
            <a:r>
              <a:rPr altLang="zh-CN" dirty="0" sz="4400" lang="en-US"/>
              <a:t>A: Is he your classmate?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He is not my classmate.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Who is he?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He is my friend.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Where is he from?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He is American.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/>
          <a:p>
            <a:pPr indent="0" marL="0">
              <a:buNone/>
            </a:pPr>
            <a:r>
              <a:rPr altLang="zh-CN" sz="4400" lang="en-US"/>
              <a:t>A: Whose book is this?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This is my book.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Do you read it every day?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read every day.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What book is this?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This is a Chinese book</a:t>
            </a:r>
            <a:endParaRPr altLang="zh-CN" sz="44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 lnSpcReduction="10000"/>
          </a:bodyPr>
          <a:p>
            <a:pPr indent="0" marL="0">
              <a:buNone/>
            </a:pPr>
            <a:r>
              <a:rPr altLang="zh-CN" sz="4400" lang="en-US"/>
              <a:t>A: How many people are in your family?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There are five people in my family.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Who are they?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Dad, mom, grandpa, grandma and me. What about you?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There are also five people in my family, dad, mom, my little brother, my elder sister and me. </a:t>
            </a:r>
            <a:endParaRPr altLang="zh-CN" sz="4400" lang="en-US"/>
          </a:p>
          <a:p>
            <a:pPr algn="ctr" indent="0" marL="0">
              <a:buNone/>
            </a:pPr>
            <a:r>
              <a:rPr altLang="zh-CN" sz="4400" lang="en-US"/>
              <a:t>    To be continued</a:t>
            </a:r>
            <a:endParaRPr altLang="zh-CN" sz="44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 fontScale="92500"/>
          </a:bodyPr>
          <a:p>
            <a:pPr indent="0" marL="0">
              <a:buNone/>
            </a:pPr>
            <a:r>
              <a:rPr altLang="zh-CN" sz="4400" lang="en-US"/>
              <a:t>B: How old is your little brother and elder sister this year?</a:t>
            </a:r>
            <a:endParaRPr altLang="zh-CN" sz="4400" lang="en-US"/>
          </a:p>
          <a:p>
            <a:pPr indent="0" marL="0">
              <a:buNone/>
            </a:pP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My little brother is eight, my elder sister is sixteen. How are your grandpa and grandma? And how old are they? </a:t>
            </a:r>
            <a:endParaRPr altLang="zh-CN" sz="4400" lang="en-US"/>
          </a:p>
          <a:p>
            <a:pPr indent="0" marL="0">
              <a:buNone/>
            </a:pP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They are well. My grandpa is seventy four years old and my grandma is sixty nine years old. </a:t>
            </a:r>
            <a:endParaRPr altLang="zh-CN" sz="44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 fontScale="92500" lnSpcReduction="10000"/>
          </a:bodyPr>
          <a:p>
            <a:pPr indent="0" marL="0">
              <a:buNone/>
            </a:pPr>
            <a:r>
              <a:rPr altLang="zh-CN" dirty="0" sz="4400" lang="en-US"/>
              <a:t>A: Where does your father work?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My father works in a hospital.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Is he a doctor?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He is a doctor.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Which day is he off?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No idea. He has surgeries every day. 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Does your mother work?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My mother does not work. She used to work in the bank. 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 fontScale="90000"/>
          </a:bodyPr>
          <a:p>
            <a:pPr indent="0" marL="0">
              <a:buNone/>
            </a:pPr>
            <a:r>
              <a:rPr altLang="zh-CN" sz="4400" lang="en-US"/>
              <a:t>A: Can you speak Chinese?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can speak Chinese.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Can you write Chinese characters?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can write Chinese characters.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How do you read this character?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can’t read this character. Do you know?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No, I don’t either. Let’s go and ask Teacher Li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Okay</a:t>
            </a:r>
            <a:endParaRPr altLang="zh-CN" sz="44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/>
          </a:bodyPr>
          <a:p>
            <a:pPr indent="0" marL="0">
              <a:buNone/>
            </a:pPr>
            <a:r>
              <a:rPr altLang="zh-CN" sz="4400" lang="en-US"/>
              <a:t>A: Is Chinese food delicious?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Chinese food is very delicious.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Can you cook Chinese food?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can’t cook Chinese food.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What do you want to eat tonight?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want to eat Cantonese food tonight.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Okay, there is a Cantonese restaurant just ahead. Let’s go try it together. </a:t>
            </a:r>
            <a:endParaRPr altLang="zh-CN" sz="44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/>
          </a:bodyPr>
          <a:p>
            <a:pPr indent="0" marL="0">
              <a:buNone/>
            </a:pPr>
            <a:r>
              <a:rPr altLang="zh-CN" sz="4400" lang="en-US"/>
              <a:t>A: Can you speak Chinese?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No, I can’t. I can speak English and French.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Can your mother speak Chinese?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Yes, she can speak Chinese. She works for a Chinese company.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Can she tutor us?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will ask her. I think she can’t, she doesn’t have time. </a:t>
            </a:r>
            <a:endParaRPr altLang="zh-CN" sz="44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 fontScale="92500" lnSpcReduction="10000"/>
          </a:bodyPr>
          <a:p>
            <a:pPr indent="0" marL="0">
              <a:buNone/>
            </a:pPr>
            <a:r>
              <a:rPr altLang="zh-CN" sz="4400" lang="en-US"/>
              <a:t>A: Excuse me, what’s the date today?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Today is September 1st.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What day is today?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Today is Wednesday.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Do you have class today?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No, I don’t. I have class yesterday and tomorrow. I am off today. 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Great, let’s play basketball together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Okay, there is a playground in front. </a:t>
            </a:r>
            <a:endParaRPr altLang="zh-CN" sz="44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 fontScale="92500"/>
          </a:bodyPr>
          <a:p>
            <a:pPr indent="0" marL="0">
              <a:buNone/>
            </a:pPr>
            <a:r>
              <a:rPr altLang="zh-CN" sz="4400" lang="en-US"/>
              <a:t>A: Where will you go tomorrow morning?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will go to school.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What will you do at school?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will read books at school.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What do you want to do in the afternoon?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want to go to the store tomorrow afternoon.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What do you want to buy?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I want to buy a cup.</a:t>
            </a:r>
            <a:endParaRPr altLang="zh-CN" sz="44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/>
          </a:bodyPr>
          <a:p>
            <a:pPr indent="0" marL="0">
              <a:buNone/>
            </a:pPr>
            <a:r>
              <a:rPr altLang="zh-CN" dirty="0" sz="4400" lang="en-US">
                <a:sym typeface="+mn-ea"/>
              </a:rPr>
              <a:t>A: How much is this cup?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>
                <a:sym typeface="+mn-ea"/>
              </a:rPr>
              <a:t>B: Which one?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>
                <a:sym typeface="+mn-ea"/>
              </a:rPr>
              <a:t>A: The blue one with beautiful flowers on it?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>
                <a:sym typeface="+mn-ea"/>
              </a:rPr>
              <a:t>B: It is twenty four RMB.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>
                <a:sym typeface="+mn-ea"/>
              </a:rPr>
              <a:t>A: Okay, I like it,  I can use it to drink tea everyday.</a:t>
            </a:r>
            <a:endParaRPr altLang="zh-CN" dirty="0" sz="4400" lang="en-US"/>
          </a:p>
          <a:p>
            <a:pPr indent="0" marL="0">
              <a:buNone/>
            </a:pPr>
            <a:endParaRPr altLang="zh-CN" dirty="0" sz="44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/>
          </a:bodyPr>
          <a:p>
            <a:pPr indent="0" marL="0">
              <a:buNone/>
            </a:pPr>
            <a:r>
              <a:rPr altLang="zh-CN" dirty="0" sz="4400" lang="en-US"/>
              <a:t>A: Will you go to school on Sunday?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I won’t go to school.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Where will you go?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I will go to my friend’s home.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What do you do?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We have Chinese class together, we also play soccer in the park. 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内容占位符 2"/>
          <p:cNvSpPr>
            <a:spLocks noGrp="1"/>
          </p:cNvSpPr>
          <p:nvPr>
            <p:ph idx="1"/>
          </p:nvPr>
        </p:nvSpPr>
        <p:spPr>
          <a:xfrm>
            <a:off x="838200" y="494030"/>
            <a:ext cx="10515600" cy="5683250"/>
          </a:xfrm>
        </p:spPr>
        <p:txBody>
          <a:bodyPr>
            <a:normAutofit/>
          </a:bodyPr>
          <a:p>
            <a:pPr indent="0" marL="0">
              <a:buNone/>
            </a:pPr>
            <a:r>
              <a:rPr altLang="zh-CN" dirty="0" sz="4400" lang="en-US"/>
              <a:t>A: What do you want to drink?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I want to drink tea.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What do you want to eat?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I want to eat rice. What about you?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I like to eat noodle, does this restaurant have noodle?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Yes, it does. 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内容占位符 2"/>
          <p:cNvSpPr>
            <a:spLocks noGrp="1"/>
          </p:cNvSpPr>
          <p:nvPr>
            <p:ph idx="1"/>
          </p:nvPr>
        </p:nvSpPr>
        <p:spPr>
          <a:xfrm>
            <a:off x="838200" y="168275"/>
            <a:ext cx="10515600" cy="6466840"/>
          </a:xfrm>
        </p:spPr>
        <p:txBody>
          <a:bodyPr>
            <a:normAutofit fontScale="87500" lnSpcReduction="10000"/>
          </a:bodyPr>
          <a:p>
            <a:pPr indent="0" marL="0">
              <a:buNone/>
            </a:pPr>
            <a:r>
              <a:rPr altLang="zh-CN" dirty="0" sz="4400" lang="en-US"/>
              <a:t>A: I’m off this afternoon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What will you do in the afternoon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I want to go to the store and the bank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There is a store in front of the school,  a bank behind the school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I know that bank, my aunt is working there.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I also go to the bank, let’s go together......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     which one is your aunt?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The person sitting in front of the computer desk is my aunt. On her left side is my uncle, he also works in the bank.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内容占位符 2"/>
          <p:cNvSpPr>
            <a:spLocks noGrp="1"/>
          </p:cNvSpPr>
          <p:nvPr>
            <p:ph idx="1"/>
          </p:nvPr>
        </p:nvSpPr>
        <p:spPr>
          <a:xfrm>
            <a:off x="838200" y="168275"/>
            <a:ext cx="10515600" cy="6466840"/>
          </a:xfrm>
        </p:spPr>
        <p:txBody>
          <a:bodyPr>
            <a:normAutofit fontScale="92500"/>
          </a:bodyPr>
          <a:p>
            <a:pPr indent="0" marL="0">
              <a:buNone/>
            </a:pPr>
            <a:r>
              <a:rPr altLang="zh-CN" dirty="0" sz="4400" lang="en-US"/>
              <a:t>A: How much is that mobile phone?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That mobile phone is nine hundred forty yuan.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Is it expensive?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No idea, let’s go to the shop on the right to check the price.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Okay</a:t>
            </a:r>
            <a:endParaRPr altLang="zh-CN" dirty="0" sz="4400" lang="en-US"/>
          </a:p>
          <a:p>
            <a:pPr algn="ctr" indent="0" marL="0">
              <a:buNone/>
            </a:pPr>
            <a:r>
              <a:rPr altLang="en-US" dirty="0" sz="3600" lang="zh-CN">
                <a:sym typeface="+mn-ea"/>
              </a:rPr>
              <a:t>（</a:t>
            </a:r>
            <a:r>
              <a:rPr altLang="zh-CN" dirty="0" sz="3600" lang="en-US">
                <a:sym typeface="+mn-ea"/>
              </a:rPr>
              <a:t>After checking the price)</a:t>
            </a:r>
            <a:endParaRPr altLang="zh-CN" dirty="0" sz="3600" lang="en-US">
              <a:sym typeface="+mn-ea"/>
            </a:endParaRPr>
          </a:p>
          <a:p>
            <a:pPr algn="l" indent="0" marL="0">
              <a:buNone/>
            </a:pPr>
            <a:r>
              <a:rPr altLang="zh-CN" dirty="0" sz="4400" lang="en-US"/>
              <a:t>A: The shop on the right is expensive. Let’s buy at the shop on the left. I like that mobile phone. 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内容占位符 2"/>
          <p:cNvSpPr>
            <a:spLocks noGrp="1"/>
          </p:cNvSpPr>
          <p:nvPr>
            <p:ph idx="1"/>
          </p:nvPr>
        </p:nvSpPr>
        <p:spPr>
          <a:xfrm>
            <a:off x="838200" y="168275"/>
            <a:ext cx="10515600" cy="6466840"/>
          </a:xfrm>
        </p:spPr>
        <p:txBody>
          <a:bodyPr>
            <a:normAutofit/>
          </a:bodyPr>
          <a:p>
            <a:pPr indent="0" marL="0">
              <a:buNone/>
            </a:pPr>
            <a:r>
              <a:rPr altLang="zh-CN" sz="4400" lang="en-US"/>
              <a:t>A: Where does your son work?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My son works in a hospital.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Is he a doctor?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He is a doctor. What about your daughter?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My daughter is a student, she doesn’t work</a:t>
            </a:r>
            <a:endParaRPr altLang="zh-CN" sz="4400" lang="en-US"/>
          </a:p>
          <a:p>
            <a:pPr indent="0" marL="0">
              <a:buNone/>
            </a:pPr>
            <a:endParaRPr altLang="zh-CN" sz="4400"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内容占位符 2"/>
          <p:cNvSpPr>
            <a:spLocks noGrp="1"/>
          </p:cNvSpPr>
          <p:nvPr>
            <p:ph idx="1"/>
          </p:nvPr>
        </p:nvSpPr>
        <p:spPr>
          <a:xfrm>
            <a:off x="838200" y="168275"/>
            <a:ext cx="10515600" cy="6466840"/>
          </a:xfrm>
        </p:spPr>
        <p:txBody>
          <a:bodyPr>
            <a:normAutofit/>
          </a:bodyPr>
          <a:p>
            <a:pPr indent="0" marL="0">
              <a:buNone/>
            </a:pPr>
            <a:r>
              <a:rPr altLang="zh-CN" sz="4400" lang="en-US"/>
              <a:t>A: Where is the dog?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The dog is under the chair.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Where is the cat?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The cat is over there. She is on the table.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They are sleeping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B: Are they yours?</a:t>
            </a:r>
            <a:endParaRPr altLang="zh-CN" sz="4400" lang="en-US"/>
          </a:p>
          <a:p>
            <a:pPr indent="0" marL="0">
              <a:buNone/>
            </a:pPr>
            <a:r>
              <a:rPr altLang="zh-CN" sz="4400" lang="en-US"/>
              <a:t>A: They are mine.</a:t>
            </a:r>
            <a:endParaRPr altLang="zh-CN" sz="4400"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内容占位符 2"/>
          <p:cNvSpPr>
            <a:spLocks noGrp="1"/>
          </p:cNvSpPr>
          <p:nvPr>
            <p:ph idx="1"/>
          </p:nvPr>
        </p:nvSpPr>
        <p:spPr>
          <a:xfrm>
            <a:off x="838200" y="168275"/>
            <a:ext cx="10515600" cy="6466840"/>
          </a:xfrm>
        </p:spPr>
        <p:txBody>
          <a:bodyPr>
            <a:normAutofit/>
          </a:bodyPr>
          <a:p>
            <a:pPr indent="0" marL="0">
              <a:buNone/>
            </a:pPr>
            <a:r>
              <a:rPr altLang="zh-CN" dirty="0" sz="4400" lang="en-US"/>
              <a:t>A: Is anyone here?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There is no one here.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Can I sit here?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Sure, please sit down.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Is that your computer and book on the table?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Yes, they are mine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内容占位符 2"/>
          <p:cNvSpPr>
            <a:spLocks noGrp="1"/>
          </p:cNvSpPr>
          <p:nvPr>
            <p:ph idx="1"/>
          </p:nvPr>
        </p:nvSpPr>
        <p:spPr>
          <a:xfrm>
            <a:off x="838200" y="168275"/>
            <a:ext cx="10515600" cy="6466840"/>
          </a:xfrm>
        </p:spPr>
        <p:txBody>
          <a:bodyPr>
            <a:normAutofit/>
          </a:bodyPr>
          <a:p>
            <a:pPr indent="0" marL="0">
              <a:buNone/>
            </a:pPr>
            <a:r>
              <a:rPr altLang="zh-CN" dirty="0" sz="4400" lang="en-US"/>
              <a:t>A: Who is that person in front?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That person in front is my wife.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What about that person at the back?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That person at the back is my son. The person on his left is my daughter.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Your daughter is very beautiful. How old are they?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My son is fourteen, my daughter is twenty two.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内容占位符 2"/>
          <p:cNvSpPr>
            <a:spLocks noGrp="1"/>
          </p:cNvSpPr>
          <p:nvPr>
            <p:ph idx="1"/>
          </p:nvPr>
        </p:nvSpPr>
        <p:spPr>
          <a:xfrm>
            <a:off x="838200" y="168275"/>
            <a:ext cx="10515600" cy="6466840"/>
          </a:xfrm>
        </p:spPr>
        <p:txBody>
          <a:bodyPr>
            <a:normAutofit fontScale="92500" lnSpcReduction="20000"/>
          </a:bodyPr>
          <a:p>
            <a:pPr indent="0" marL="0">
              <a:buNone/>
            </a:pPr>
            <a:r>
              <a:rPr altLang="zh-CN" dirty="0" sz="4400" lang="en-US"/>
              <a:t>A: Can you play tennis?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No, I can’t. What about you?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I also can’t. Can you play basketball?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Yes, I can. 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Can you play soccer?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Yes, I can.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Do you want to play basketball or soccer together?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I like soccer, shall we play soccer together on Saturday?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Okay, see you on Saturday!</a:t>
            </a:r>
            <a:endParaRPr altLang="zh-CN" dirty="0" sz="4400"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内容占位符 2"/>
          <p:cNvSpPr>
            <a:spLocks noGrp="1"/>
          </p:cNvSpPr>
          <p:nvPr>
            <p:ph idx="1"/>
          </p:nvPr>
        </p:nvSpPr>
        <p:spPr>
          <a:xfrm>
            <a:off x="838200" y="168275"/>
            <a:ext cx="10515600" cy="6466840"/>
          </a:xfrm>
        </p:spPr>
        <p:txBody>
          <a:bodyPr>
            <a:normAutofit fontScale="90000" lnSpcReduction="20000"/>
          </a:bodyPr>
          <a:p>
            <a:pPr algn="ctr" indent="0" marL="0">
              <a:buNone/>
            </a:pPr>
            <a:r>
              <a:rPr altLang="zh-CN" dirty="0" sz="4400" lang="en-US"/>
              <a:t>(In a restaurant, after meals)</a:t>
            </a: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What fruits do you have today?</a:t>
            </a:r>
            <a:endParaRPr altLang="zh-CN" dirty="0" sz="4400" lang="en-US"/>
          </a:p>
          <a:p>
            <a:pPr indent="0" marL="0">
              <a:buNone/>
            </a:pP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We have apples and bananas. Do you want to eat apples or bananas?</a:t>
            </a:r>
            <a:endParaRPr altLang="zh-CN" dirty="0" sz="4400" lang="en-US"/>
          </a:p>
          <a:p>
            <a:pPr indent="0" marL="0">
              <a:buNone/>
            </a:pP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I want to eat apples.</a:t>
            </a:r>
            <a:endParaRPr altLang="zh-CN" dirty="0" sz="4400" lang="en-US"/>
          </a:p>
          <a:p>
            <a:pPr indent="0" marL="0">
              <a:buNone/>
            </a:pP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B: Okay, how many apples do you want?</a:t>
            </a:r>
            <a:endParaRPr altLang="zh-CN" dirty="0" sz="4400" lang="en-US"/>
          </a:p>
          <a:p>
            <a:pPr indent="0" marL="0">
              <a:buNone/>
            </a:pPr>
            <a:endParaRPr altLang="zh-CN" dirty="0" sz="4400" lang="en-US"/>
          </a:p>
          <a:p>
            <a:pPr indent="0" marL="0">
              <a:buNone/>
            </a:pPr>
            <a:r>
              <a:rPr altLang="zh-CN" dirty="0" sz="4400" lang="en-US"/>
              <a:t>A: Three. </a:t>
            </a:r>
            <a:endParaRPr altLang="zh-CN" dirty="0" sz="44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algn="ctr" blurRad="101600" dir="5400000" dist="50800" rotWithShape="0">
              <a:schemeClr val="phClr">
                <a:alpha val="60000"/>
              </a:schemeClr>
            </a:outerShdw>
          </a:effectLst>
        </a:effectStyle>
        <a:effectStyle>
          <a:effectLst>
            <a:reflection algn="bl" dir="5400000" dist="25400" endA="300" endPos="40000" rotWithShape="0" stA="50000" sy="-100000"/>
          </a:effectLst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wpinno</dc:creator>
  <cp:lastModifiedBy>lisa chen</cp:lastModifiedBy>
  <dcterms:created xsi:type="dcterms:W3CDTF">2023-08-08T20:44:00Z</dcterms:created>
  <dcterms:modified xsi:type="dcterms:W3CDTF">2026-09-26T14:44:37Z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4afe4aa886a142d4959dc3559b888937_23</vt:lpwstr>
  </property>
</Properties>
</file>