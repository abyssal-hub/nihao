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image/jpeg" Extension="jpe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1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4.xml"/>
  <Override ContentType="application/vnd.openxmlformats-officedocument.presentationml.slideMaster+xml" PartName="/ppt/slideMasters/slideMaster6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65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66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67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1.xml"/>
  <Override ContentType="application/vnd.openxmlformats-officedocument.theme+xml" PartName="/ppt/theme/theme1.xml"/>
  <Override ContentType="application/vnd.openxmlformats-officedocument.theme+xml" PartName="/ppt/theme/theme7.xml"/>
  <Override ContentType="application/vnd.openxmlformats-officedocument.theme+xml" PartName="/ppt/theme/theme6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tags+xml" PartName="/ppt/tags/tag8.xml"/>
  <Override ContentType="application/vnd.openxmlformats-officedocument.presentationml.tags+xml" PartName="/ppt/tags/tag2.xml"/>
  <Override ContentType="application/vnd.openxmlformats-officedocument.presentationml.tags+xml" PartName="/ppt/tags/tag9.xml"/>
  <Override ContentType="application/vnd.openxmlformats-officedocument.presentationml.tags+xml" PartName="/ppt/tags/tag10.xml"/>
  <Override ContentType="application/vnd.openxmlformats-officedocument.presentationml.tags+xml" PartName="/ppt/tags/tag7.xml"/>
  <Override ContentType="application/vnd.openxmlformats-officedocument.presentationml.tags+xml" PartName="/ppt/tags/tag6.xml"/>
  <Override ContentType="application/vnd.openxmlformats-officedocument.presentationml.tags+xml" PartName="/ppt/tags/tag3.xml"/>
  <Override ContentType="application/vnd.openxmlformats-officedocument.presentationml.tags+xml" PartName="/ppt/tags/tag4.xml"/>
  <Override ContentType="application/vnd.openxmlformats-officedocument.presentationml.tags+xml" PartName="/ppt/tags/tag5.xml"/>
  <Override ContentType="application/vnd.openxmlformats-officedocument.presentationml.tags+xml" PartName="/ppt/tags/tag11.xml"/>
  <Override ContentType="application/vnd.openxmlformats-officedocument.presentationml.viewProps+xml" PartName="/ppt/viewProps1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  <p:sldMasterId id="2147483660" r:id="rId6"/>
    <p:sldMasterId id="2147483672" r:id="rId7"/>
    <p:sldMasterId id="2147483684" r:id="rId8"/>
    <p:sldMasterId id="2147483696" r:id="rId9"/>
  </p:sldMasterIdLst>
  <p:notesMasterIdLst>
    <p:notesMasterId r:id="rId10"/>
  </p:notesMasterIdLst>
  <p:sldIdLst>
    <p:sldId id="256" r:id="rId11"/>
    <p:sldId id="257" r:id="rId12"/>
    <p:sldId id="258" r:id="rId13"/>
    <p:sldId id="259" r:id="rId14"/>
    <p:sldId id="260" r:id="rId15"/>
    <p:sldId id="261" r:id="rId16"/>
    <p:sldId id="262" r:id="rId17"/>
    <p:sldId id="263" r:id="rId18"/>
    <p:sldId id="264" r:id="rId19"/>
    <p:sldId id="265" r:id="rId20"/>
    <p:sldId id="266" r:id="rId21"/>
    <p:sldId id="267" r:id="rId22"/>
    <p:sldId id="268" r:id="rId23"/>
    <p:sldId id="269" r:id="rId24"/>
    <p:sldId id="270" r:id="rId25"/>
    <p:sldId id="271" r:id="rId26"/>
    <p:sldId id="272" r:id="rId27"/>
    <p:sldId id="273" r:id="rId28"/>
    <p:sldId id="274" r:id="rId29"/>
    <p:sldId id="275" r:id="rId30"/>
    <p:sldId id="276" r:id="rId31"/>
    <p:sldId id="277" r:id="rId32"/>
    <p:sldId id="278" r:id="rId33"/>
    <p:sldId id="279" r:id="rId34"/>
    <p:sldId id="280" r:id="rId35"/>
    <p:sldId id="281" r:id="rId36"/>
    <p:sldId id="282" r:id="rId37"/>
    <p:sldId id="283" r:id="rId38"/>
    <p:sldId id="284" r:id="rId39"/>
    <p:sldId id="285" r:id="rId40"/>
    <p:sldId id="286" r:id="rId41"/>
    <p:sldId id="287" r:id="rId42"/>
    <p:sldId id="288" r:id="rId43"/>
    <p:sldId id="289" r:id="rId44"/>
    <p:sldId id="290" r:id="rId45"/>
    <p:sldId id="291" r:id="rId46"/>
    <p:sldId id="292" r:id="rId47"/>
  </p:sldIdLst>
  <p:sldSz cy="6858000" cx="12192000"/>
  <p:notesSz cx="6858000" cy="9144000"/>
  <p:defaultTextStyle>
    <a:defPPr lvl="0">
      <a:defRPr lang="zh-CN"/>
    </a:defPPr>
    <a:lvl1pPr defTabSz="914400" eaLnBrk="1" hangingPunct="1" indent="0" latinLnBrk="0" lvl="0" marL="0" rtl="0" algn="l" fontAlgn="base">
      <a:lnSpc>
        <a:spcPct val="100000"/>
      </a:lnSpc>
      <a:spcBef>
        <a:spcPct val="0"/>
      </a:spcBef>
      <a:spcAft>
        <a:spcPct val="0"/>
      </a:spcAft>
      <a:buNone/>
      <a:defRPr b="0" i="0" kern="1200" u="none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defTabSz="914400" eaLnBrk="1" hangingPunct="1" indent="0" latinLnBrk="0" lvl="1" marL="457200" rtl="0" algn="l" fontAlgn="base">
      <a:lnSpc>
        <a:spcPct val="100000"/>
      </a:lnSpc>
      <a:spcBef>
        <a:spcPct val="0"/>
      </a:spcBef>
      <a:spcAft>
        <a:spcPct val="0"/>
      </a:spcAft>
      <a:buNone/>
      <a:defRPr b="0" i="0" kern="1200" u="none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defTabSz="914400" eaLnBrk="1" hangingPunct="1" indent="0" latinLnBrk="0" lvl="2" marL="914400" rtl="0" algn="l" fontAlgn="base">
      <a:lnSpc>
        <a:spcPct val="100000"/>
      </a:lnSpc>
      <a:spcBef>
        <a:spcPct val="0"/>
      </a:spcBef>
      <a:spcAft>
        <a:spcPct val="0"/>
      </a:spcAft>
      <a:buNone/>
      <a:defRPr b="0" i="0" kern="1200" u="none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defTabSz="914400" eaLnBrk="1" hangingPunct="1" indent="0" latinLnBrk="0" lvl="3" marL="1371600" rtl="0" algn="l" fontAlgn="base">
      <a:lnSpc>
        <a:spcPct val="100000"/>
      </a:lnSpc>
      <a:spcBef>
        <a:spcPct val="0"/>
      </a:spcBef>
      <a:spcAft>
        <a:spcPct val="0"/>
      </a:spcAft>
      <a:buNone/>
      <a:defRPr b="0" i="0" kern="1200" u="none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defTabSz="914400" eaLnBrk="1" hangingPunct="1" indent="0" latinLnBrk="0" lvl="4" marL="1828800" rtl="0" algn="l" fontAlgn="base">
      <a:lnSpc>
        <a:spcPct val="100000"/>
      </a:lnSpc>
      <a:spcBef>
        <a:spcPct val="0"/>
      </a:spcBef>
      <a:spcAft>
        <a:spcPct val="0"/>
      </a:spcAft>
      <a:buNone/>
      <a:defRPr b="0" i="0" kern="1200" u="none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defTabSz="914400" eaLnBrk="1" hangingPunct="1" indent="0" latinLnBrk="0" lvl="5" marL="2286000" rtl="0" algn="l" fontAlgn="base">
      <a:lnSpc>
        <a:spcPct val="100000"/>
      </a:lnSpc>
      <a:spcBef>
        <a:spcPct val="0"/>
      </a:spcBef>
      <a:spcAft>
        <a:spcPct val="0"/>
      </a:spcAft>
      <a:buNone/>
      <a:defRPr b="0" i="0" kern="1200" u="none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defTabSz="914400" eaLnBrk="1" hangingPunct="1" indent="0" latinLnBrk="0" lvl="6" marL="2743200" rtl="0" algn="l" fontAlgn="base">
      <a:lnSpc>
        <a:spcPct val="100000"/>
      </a:lnSpc>
      <a:spcBef>
        <a:spcPct val="0"/>
      </a:spcBef>
      <a:spcAft>
        <a:spcPct val="0"/>
      </a:spcAft>
      <a:buNone/>
      <a:defRPr b="0" i="0" kern="1200" u="none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defTabSz="914400" eaLnBrk="1" hangingPunct="1" indent="0" latinLnBrk="0" lvl="7" marL="3200400" rtl="0" algn="l" fontAlgn="base">
      <a:lnSpc>
        <a:spcPct val="100000"/>
      </a:lnSpc>
      <a:spcBef>
        <a:spcPct val="0"/>
      </a:spcBef>
      <a:spcAft>
        <a:spcPct val="0"/>
      </a:spcAft>
      <a:buNone/>
      <a:defRPr b="0" i="0" kern="1200" u="none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defTabSz="914400" eaLnBrk="1" hangingPunct="1" indent="0" latinLnBrk="0" lvl="8" marL="3657600" rtl="0" algn="l" fontAlgn="base">
      <a:lnSpc>
        <a:spcPct val="100000"/>
      </a:lnSpc>
      <a:spcBef>
        <a:spcPct val="0"/>
      </a:spcBef>
      <a:spcAft>
        <a:spcPct val="0"/>
      </a:spcAft>
      <a:buNone/>
      <a:defRPr b="0" i="0" kern="1200" u="none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>
        <p15:guide id="1" orient="horz" pos="208">
          <p15:clr>
            <a:srgbClr val="A4A3A4"/>
          </p15:clr>
        </p15:guide>
        <p15:guide id="2" pos="299">
          <p15:clr>
            <a:srgbClr val="A4A3A4"/>
          </p15:clr>
        </p15:guide>
      </p15:sldGuideLst>
    </p:ext>
  </p:extLst>
</p:presentation>
</file>

<file path=ppt/presProps1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1.xml><?xml version="1.0" encoding="utf-8"?>
<a:tblStyleLst xmlns:a="http://schemas.openxmlformats.org/drawingml/2006/main" xmlns:r="http://schemas.openxmlformats.org/officeDocument/2006/relationships" def="{90651C3A-4460-11DB-9652-00E08161165F}">
  <a:tblStyle styleId="{5940675A-B579-460E-94D1-54222C63F5DA}" styleName="无样式，网格型">
    <a:wholeTbl>
      <a:tcTxStyle>
        <a:fontRef idx="minor">
          <a:scrgbClr b="0" g="0" r="0"/>
        </a:fontRef>
        <a:schemeClr val="tx1"/>
      </a:tcTxStyle>
      <a:tcStyle>
        <a:tcBdr>
          <a:left>
            <a:ln cmpd="sng" w="12700">
              <a:solidFill>
                <a:schemeClr val="tx1"/>
              </a:solidFill>
            </a:ln>
          </a:left>
          <a:right>
            <a:ln cmpd="sng" w="12700">
              <a:solidFill>
                <a:schemeClr val="tx1"/>
              </a:solidFill>
            </a:ln>
          </a:right>
          <a:top>
            <a:ln cmpd="sng" w="12700">
              <a:solidFill>
                <a:schemeClr val="tx1"/>
              </a:solidFill>
            </a:ln>
          </a:top>
          <a:bottom>
            <a:ln cmpd="sng" w="12700">
              <a:solidFill>
                <a:schemeClr val="tx1"/>
              </a:solidFill>
            </a:ln>
          </a:bottom>
          <a:insideH>
            <a:ln cmpd="sng" w="12700">
              <a:solidFill>
                <a:schemeClr val="tx1"/>
              </a:solidFill>
            </a:ln>
          </a:insideH>
          <a:insideV>
            <a:ln cmpd="sng" w="12700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cmpd="sng" w="12700">
              <a:solidFill>
                <a:schemeClr val="lt1"/>
              </a:solidFill>
            </a:ln>
          </a:left>
          <a:right>
            <a:ln cmpd="sng" w="12700">
              <a:solidFill>
                <a:schemeClr val="lt1"/>
              </a:solidFill>
            </a:ln>
          </a:right>
          <a:top>
            <a:ln cmpd="sng" w="12700">
              <a:solidFill>
                <a:schemeClr val="lt1"/>
              </a:solidFill>
            </a:ln>
          </a:top>
          <a:bottom>
            <a:ln cmpd="sng" w="12700">
              <a:solidFill>
                <a:schemeClr val="lt1"/>
              </a:solidFill>
            </a:ln>
          </a:bottom>
          <a:insideH>
            <a:ln cmpd="sng" w="12700">
              <a:solidFill>
                <a:schemeClr val="lt1"/>
              </a:solidFill>
            </a:ln>
          </a:insideH>
          <a:insideV>
            <a:ln cmpd="sng" w="12700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cmpd="sng" w="38100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cmpd="sng" w="38100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cmpd="sng" w="12700">
              <a:solidFill>
                <a:schemeClr val="lt1"/>
              </a:solidFill>
            </a:ln>
          </a:left>
          <a:right>
            <a:ln cmpd="sng" w="12700">
              <a:solidFill>
                <a:schemeClr val="lt1"/>
              </a:solidFill>
            </a:ln>
          </a:right>
          <a:top>
            <a:ln cmpd="sng" w="12700">
              <a:solidFill>
                <a:schemeClr val="lt1"/>
              </a:solidFill>
            </a:ln>
          </a:top>
          <a:bottom>
            <a:ln cmpd="sng" w="12700">
              <a:solidFill>
                <a:schemeClr val="lt1"/>
              </a:solidFill>
            </a:ln>
          </a:bottom>
          <a:insideH>
            <a:ln cmpd="sng" w="12700">
              <a:solidFill>
                <a:schemeClr val="lt1"/>
              </a:solidFill>
            </a:ln>
          </a:insideH>
          <a:insideV>
            <a:ln cmpd="sng" w="12700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cmpd="sng" w="38100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cmpd="sng" w="38100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1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08" orient="horz"/>
        <p:guide pos="299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0.xml"/><Relationship Id="rId20" Type="http://schemas.openxmlformats.org/officeDocument/2006/relationships/slide" Target="slides/slide10.xml"/><Relationship Id="rId42" Type="http://schemas.openxmlformats.org/officeDocument/2006/relationships/slide" Target="slides/slide32.xml"/><Relationship Id="rId41" Type="http://schemas.openxmlformats.org/officeDocument/2006/relationships/slide" Target="slides/slide31.xml"/><Relationship Id="rId22" Type="http://schemas.openxmlformats.org/officeDocument/2006/relationships/slide" Target="slides/slide12.xml"/><Relationship Id="rId44" Type="http://schemas.openxmlformats.org/officeDocument/2006/relationships/slide" Target="slides/slide34.xml"/><Relationship Id="rId21" Type="http://schemas.openxmlformats.org/officeDocument/2006/relationships/slide" Target="slides/slide11.xml"/><Relationship Id="rId43" Type="http://schemas.openxmlformats.org/officeDocument/2006/relationships/slide" Target="slides/slide33.xml"/><Relationship Id="rId24" Type="http://schemas.openxmlformats.org/officeDocument/2006/relationships/slide" Target="slides/slide14.xml"/><Relationship Id="rId46" Type="http://schemas.openxmlformats.org/officeDocument/2006/relationships/slide" Target="slides/slide36.xml"/><Relationship Id="rId23" Type="http://schemas.openxmlformats.org/officeDocument/2006/relationships/slide" Target="slides/slide13.xml"/><Relationship Id="rId45" Type="http://schemas.openxmlformats.org/officeDocument/2006/relationships/slide" Target="slides/slide35.xml"/><Relationship Id="rId1" Type="http://schemas.openxmlformats.org/officeDocument/2006/relationships/theme" Target="theme/theme1.xml"/><Relationship Id="rId2" Type="http://schemas.openxmlformats.org/officeDocument/2006/relationships/viewProps" Target="viewProps1.xml"/><Relationship Id="rId3" Type="http://schemas.openxmlformats.org/officeDocument/2006/relationships/presProps" Target="presProps1.xml"/><Relationship Id="rId4" Type="http://schemas.openxmlformats.org/officeDocument/2006/relationships/tableStyles" Target="tableStyles1.xml"/><Relationship Id="rId9" Type="http://schemas.openxmlformats.org/officeDocument/2006/relationships/slideMaster" Target="slideMasters/slideMaster4.xml"/><Relationship Id="rId26" Type="http://schemas.openxmlformats.org/officeDocument/2006/relationships/slide" Target="slides/slide16.xml"/><Relationship Id="rId25" Type="http://schemas.openxmlformats.org/officeDocument/2006/relationships/slide" Target="slides/slide15.xml"/><Relationship Id="rId47" Type="http://schemas.openxmlformats.org/officeDocument/2006/relationships/slide" Target="slides/slide37.xml"/><Relationship Id="rId28" Type="http://schemas.openxmlformats.org/officeDocument/2006/relationships/slide" Target="slides/slide18.xml"/><Relationship Id="rId27" Type="http://schemas.openxmlformats.org/officeDocument/2006/relationships/slide" Target="slides/slide17.xml"/><Relationship Id="rId5" Type="http://schemas.openxmlformats.org/officeDocument/2006/relationships/slideMaster" Target="slideMasters/slideMaster6.xml"/><Relationship Id="rId6" Type="http://schemas.openxmlformats.org/officeDocument/2006/relationships/slideMaster" Target="slideMasters/slideMaster1.xml"/><Relationship Id="rId29" Type="http://schemas.openxmlformats.org/officeDocument/2006/relationships/slide" Target="slides/slide19.xml"/><Relationship Id="rId7" Type="http://schemas.openxmlformats.org/officeDocument/2006/relationships/slideMaster" Target="slideMasters/slideMaster2.xml"/><Relationship Id="rId8" Type="http://schemas.openxmlformats.org/officeDocument/2006/relationships/slideMaster" Target="slideMasters/slideMaster3.xml"/><Relationship Id="rId31" Type="http://schemas.openxmlformats.org/officeDocument/2006/relationships/slide" Target="slides/slide21.xml"/><Relationship Id="rId30" Type="http://schemas.openxmlformats.org/officeDocument/2006/relationships/slide" Target="slides/slide20.xml"/><Relationship Id="rId11" Type="http://schemas.openxmlformats.org/officeDocument/2006/relationships/slide" Target="slides/slide1.xml"/><Relationship Id="rId33" Type="http://schemas.openxmlformats.org/officeDocument/2006/relationships/slide" Target="slides/slide23.xml"/><Relationship Id="rId10" Type="http://schemas.openxmlformats.org/officeDocument/2006/relationships/notesMaster" Target="notesMasters/notesMaster1.xml"/><Relationship Id="rId32" Type="http://schemas.openxmlformats.org/officeDocument/2006/relationships/slide" Target="slides/slide22.xml"/><Relationship Id="rId13" Type="http://schemas.openxmlformats.org/officeDocument/2006/relationships/slide" Target="slides/slide3.xml"/><Relationship Id="rId35" Type="http://schemas.openxmlformats.org/officeDocument/2006/relationships/slide" Target="slides/slide25.xml"/><Relationship Id="rId12" Type="http://schemas.openxmlformats.org/officeDocument/2006/relationships/slide" Target="slides/slide2.xml"/><Relationship Id="rId34" Type="http://schemas.openxmlformats.org/officeDocument/2006/relationships/slide" Target="slides/slide24.xml"/><Relationship Id="rId15" Type="http://schemas.openxmlformats.org/officeDocument/2006/relationships/slide" Target="slides/slide5.xml"/><Relationship Id="rId37" Type="http://schemas.openxmlformats.org/officeDocument/2006/relationships/slide" Target="slides/slide27.xml"/><Relationship Id="rId14" Type="http://schemas.openxmlformats.org/officeDocument/2006/relationships/slide" Target="slides/slide4.xml"/><Relationship Id="rId36" Type="http://schemas.openxmlformats.org/officeDocument/2006/relationships/slide" Target="slides/slide26.xml"/><Relationship Id="rId17" Type="http://schemas.openxmlformats.org/officeDocument/2006/relationships/slide" Target="slides/slide7.xml"/><Relationship Id="rId39" Type="http://schemas.openxmlformats.org/officeDocument/2006/relationships/slide" Target="slides/slide29.xml"/><Relationship Id="rId16" Type="http://schemas.openxmlformats.org/officeDocument/2006/relationships/slide" Target="slides/slide6.xml"/><Relationship Id="rId38" Type="http://schemas.openxmlformats.org/officeDocument/2006/relationships/slide" Target="slides/slide28.xml"/><Relationship Id="rId19" Type="http://schemas.openxmlformats.org/officeDocument/2006/relationships/slide" Target="slides/slide9.xml"/><Relationship Id="rId18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 typeface="Arial" panose="020B0604020202020204" pitchFamily="34" charset="0"/>
              <a:buNone/>
              <a:defRPr sz="12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buFont typeface="Arial" panose="020B0604020202020204" pitchFamily="34" charset="0"/>
              <a:buNone/>
              <a:defRPr sz="120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3F17D4D0-0F69-4F97-ADBC-AB57ED08BFA1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2026/8/12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404" name="Rectangle 4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9525">
            <a:noFill/>
          </a:ln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单击此处编辑母版文本样式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第二级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第三级</a:t>
            </a: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第四级</a:t>
            </a: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第五级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buFont typeface="Arial" panose="020B0604020202020204" pitchFamily="34" charset="0"/>
              <a:buNone/>
              <a:defRPr sz="12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b" anchorCtr="0" compatLnSpc="1"/>
          <a:lstStyle/>
          <a:p>
            <a:pPr lvl="0" algn="r" eaLnBrk="1" hangingPunct="1">
              <a:buNone/>
            </a:pPr>
            <a:fld id="{9A0DB2DC-4C9A-4742-B13C-FB6460FD3503}" type="slidenum">
              <a:rPr lang="zh-CN" altLang="en-US" sz="1200" dirty="0"/>
              <a:t>‹#›</a:t>
            </a:fld>
            <a:endParaRPr lang="zh-CN" altLang="en-US" sz="12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03427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ctr" anchorCtr="0"/>
          <a:lstStyle/>
          <a:p>
            <a:pPr lvl="0"/>
            <a:endParaRPr lang="zh-CN" altLang="en-US" dirty="0"/>
          </a:p>
        </p:txBody>
      </p:sp>
      <p:sp>
        <p:nvSpPr>
          <p:cNvPr id="10342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zh-CN" altLang="en-US" sz="1200" dirty="0"/>
              <a:t>2</a:t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04451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ctr" anchorCtr="0"/>
          <a:lstStyle/>
          <a:p>
            <a:pPr lvl="0"/>
            <a:endParaRPr lang="zh-CN" altLang="en-US" dirty="0"/>
          </a:p>
        </p:txBody>
      </p:sp>
      <p:sp>
        <p:nvSpPr>
          <p:cNvPr id="10445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zh-CN" altLang="en-US" sz="1200" dirty="0"/>
              <a:t>3</a:t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06499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ctr" anchorCtr="0"/>
          <a:lstStyle/>
          <a:p>
            <a:pPr lvl="0"/>
            <a:endParaRPr lang="zh-CN" altLang="en-US" dirty="0"/>
          </a:p>
        </p:txBody>
      </p:sp>
      <p:sp>
        <p:nvSpPr>
          <p:cNvPr id="106500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zh-CN" altLang="en-US" sz="1200" dirty="0"/>
              <a:t>4</a:t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07523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ctr" anchorCtr="0"/>
          <a:lstStyle/>
          <a:p>
            <a:pPr lvl="0"/>
            <a:endParaRPr lang="zh-CN" altLang="en-US" dirty="0"/>
          </a:p>
        </p:txBody>
      </p:sp>
      <p:sp>
        <p:nvSpPr>
          <p:cNvPr id="107524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zh-CN" altLang="en-US" sz="1200" dirty="0"/>
              <a:t>5</a:t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08547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ctr" anchorCtr="0"/>
          <a:lstStyle/>
          <a:p>
            <a:pPr lvl="0"/>
            <a:endParaRPr lang="zh-CN" altLang="en-US" dirty="0"/>
          </a:p>
        </p:txBody>
      </p:sp>
      <p:sp>
        <p:nvSpPr>
          <p:cNvPr id="10854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zh-CN" altLang="en-US" sz="1200" dirty="0"/>
              <a:t>6</a:t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09571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ctr" anchorCtr="0"/>
          <a:lstStyle/>
          <a:p>
            <a:pPr lvl="0"/>
            <a:endParaRPr lang="zh-CN" altLang="en-US" dirty="0"/>
          </a:p>
        </p:txBody>
      </p:sp>
      <p:sp>
        <p:nvSpPr>
          <p:cNvPr id="10957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zh-CN" altLang="en-US" sz="1200" dirty="0"/>
              <a:t>7</a:t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10595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ctr" anchorCtr="0"/>
          <a:lstStyle/>
          <a:p>
            <a:pPr lvl="0"/>
            <a:endParaRPr lang="zh-CN" altLang="en-US" dirty="0"/>
          </a:p>
        </p:txBody>
      </p:sp>
      <p:sp>
        <p:nvSpPr>
          <p:cNvPr id="110596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zh-CN" altLang="en-US" sz="1200" dirty="0"/>
              <a:t>8</a:t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11619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ctr" anchorCtr="0"/>
          <a:lstStyle/>
          <a:p>
            <a:pPr lvl="0"/>
            <a:r>
              <a:rPr lang="en-US" altLang="zh-CN" dirty="0"/>
              <a:t>“</a:t>
            </a:r>
            <a:r>
              <a:rPr lang="zh-CN" altLang="en-US" dirty="0"/>
              <a:t>行李箱</a:t>
            </a:r>
            <a:r>
              <a:rPr lang="en-US" altLang="zh-CN" dirty="0"/>
              <a:t>”</a:t>
            </a:r>
            <a:r>
              <a:rPr lang="zh-CN" altLang="en-US" dirty="0"/>
              <a:t>一词的扩展有些单一、简单</a:t>
            </a:r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111620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zh-CN" altLang="en-US" sz="1200" dirty="0"/>
              <a:t>9</a:t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12643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ctr" anchorCtr="0"/>
          <a:lstStyle/>
          <a:p>
            <a:pPr lvl="0"/>
            <a:r>
              <a:rPr lang="en-US" altLang="zh-CN" dirty="0"/>
              <a:t>“</a:t>
            </a:r>
            <a:r>
              <a:rPr lang="zh-CN" altLang="en-US" dirty="0"/>
              <a:t>行李箱</a:t>
            </a:r>
            <a:r>
              <a:rPr lang="en-US" altLang="zh-CN" dirty="0"/>
              <a:t>”</a:t>
            </a:r>
            <a:r>
              <a:rPr lang="zh-CN" altLang="en-US" dirty="0"/>
              <a:t>一词的扩展有些单一、简单</a:t>
            </a:r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112644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zh-CN" altLang="en-US" sz="1200" dirty="0"/>
              <a:t>10</a:t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13667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ctr" anchorCtr="0"/>
          <a:lstStyle/>
          <a:p>
            <a:pPr lvl="0"/>
            <a:r>
              <a:rPr lang="en-US" altLang="zh-CN" dirty="0"/>
              <a:t>“</a:t>
            </a:r>
            <a:r>
              <a:rPr lang="zh-CN" altLang="en-US" dirty="0"/>
              <a:t>行李箱</a:t>
            </a:r>
            <a:r>
              <a:rPr lang="en-US" altLang="zh-CN" dirty="0"/>
              <a:t>”</a:t>
            </a:r>
            <a:r>
              <a:rPr lang="zh-CN" altLang="en-US" dirty="0"/>
              <a:t>一词的扩展有些单一、简单</a:t>
            </a:r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11366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zh-CN" altLang="en-US" sz="1200" dirty="0"/>
              <a:t>11</a:t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14691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ctr" anchorCtr="0"/>
          <a:lstStyle/>
          <a:p>
            <a:pPr lvl="0"/>
            <a:r>
              <a:rPr lang="en-US" altLang="zh-CN" dirty="0"/>
              <a:t>“</a:t>
            </a:r>
            <a:r>
              <a:rPr lang="zh-CN" altLang="en-US" dirty="0"/>
              <a:t>行李箱</a:t>
            </a:r>
            <a:r>
              <a:rPr lang="en-US" altLang="zh-CN" dirty="0"/>
              <a:t>”</a:t>
            </a:r>
            <a:r>
              <a:rPr lang="zh-CN" altLang="en-US" dirty="0"/>
              <a:t>一词的扩展有些单一、简单</a:t>
            </a:r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11469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zh-CN" altLang="en-US" sz="1200" dirty="0"/>
              <a:t>12</a:t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15715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ctr" anchorCtr="0"/>
          <a:lstStyle/>
          <a:p>
            <a:pPr lvl="0"/>
            <a:r>
              <a:rPr lang="en-US" altLang="zh-CN" dirty="0"/>
              <a:t>“</a:t>
            </a:r>
            <a:r>
              <a:rPr lang="zh-CN" altLang="en-US" dirty="0"/>
              <a:t>行李箱</a:t>
            </a:r>
            <a:r>
              <a:rPr lang="en-US" altLang="zh-CN" dirty="0"/>
              <a:t>”</a:t>
            </a:r>
            <a:r>
              <a:rPr lang="zh-CN" altLang="en-US" dirty="0"/>
              <a:t>一词的扩展有些单一、简单</a:t>
            </a:r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115716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zh-CN" altLang="en-US" sz="1200" dirty="0"/>
              <a:t>13</a:t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16739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ctr" anchorCtr="0"/>
          <a:lstStyle/>
          <a:p>
            <a:pPr lvl="0"/>
            <a:r>
              <a:rPr lang="en-US" altLang="zh-CN" dirty="0"/>
              <a:t>“</a:t>
            </a:r>
            <a:r>
              <a:rPr lang="zh-CN" altLang="en-US" dirty="0"/>
              <a:t>行李箱</a:t>
            </a:r>
            <a:r>
              <a:rPr lang="en-US" altLang="zh-CN" dirty="0"/>
              <a:t>”</a:t>
            </a:r>
            <a:r>
              <a:rPr lang="zh-CN" altLang="en-US" dirty="0"/>
              <a:t>一词的扩展有些单一、简单</a:t>
            </a:r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116740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zh-CN" altLang="en-US" sz="1200" dirty="0"/>
              <a:t>14</a:t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17763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ctr" anchorCtr="0"/>
          <a:lstStyle/>
          <a:p>
            <a:pPr lvl="0"/>
            <a:r>
              <a:rPr lang="en-US" altLang="zh-CN" dirty="0"/>
              <a:t>“</a:t>
            </a:r>
            <a:r>
              <a:rPr lang="zh-CN" altLang="en-US" dirty="0"/>
              <a:t>行李箱</a:t>
            </a:r>
            <a:r>
              <a:rPr lang="en-US" altLang="zh-CN" dirty="0"/>
              <a:t>”</a:t>
            </a:r>
            <a:r>
              <a:rPr lang="zh-CN" altLang="en-US" dirty="0"/>
              <a:t>一词的扩展有些单一、简单</a:t>
            </a:r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117764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zh-CN" altLang="en-US" sz="1200" dirty="0"/>
              <a:t>15</a:t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18787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ctr" anchorCtr="0"/>
          <a:lstStyle/>
          <a:p>
            <a:pPr lvl="0"/>
            <a:r>
              <a:rPr lang="en-US" altLang="zh-CN" dirty="0"/>
              <a:t>“</a:t>
            </a:r>
            <a:r>
              <a:rPr lang="zh-CN" altLang="en-US" dirty="0"/>
              <a:t>行李箱</a:t>
            </a:r>
            <a:r>
              <a:rPr lang="en-US" altLang="zh-CN" dirty="0"/>
              <a:t>”</a:t>
            </a:r>
            <a:r>
              <a:rPr lang="zh-CN" altLang="en-US" dirty="0"/>
              <a:t>一词的扩展有些单一、简单</a:t>
            </a:r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11878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zh-CN" altLang="en-US" sz="1200" dirty="0"/>
              <a:t>16</a:t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19811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ctr" anchorCtr="0"/>
          <a:lstStyle/>
          <a:p>
            <a:pPr lvl="0"/>
            <a:r>
              <a:rPr lang="en-US" altLang="zh-CN" dirty="0"/>
              <a:t>“</a:t>
            </a:r>
            <a:r>
              <a:rPr lang="zh-CN" altLang="en-US" dirty="0"/>
              <a:t>行李箱</a:t>
            </a:r>
            <a:r>
              <a:rPr lang="en-US" altLang="zh-CN" dirty="0"/>
              <a:t>”</a:t>
            </a:r>
            <a:r>
              <a:rPr lang="zh-CN" altLang="en-US" dirty="0"/>
              <a:t>一词的扩展有些单一、简单</a:t>
            </a:r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11981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zh-CN" altLang="en-US" sz="1200" dirty="0"/>
              <a:t>17</a:t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20835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ctr" anchorCtr="0"/>
          <a:lstStyle/>
          <a:p>
            <a:pPr lvl="0"/>
            <a:r>
              <a:rPr lang="en-US" altLang="zh-CN" dirty="0"/>
              <a:t>“</a:t>
            </a:r>
            <a:r>
              <a:rPr lang="zh-CN" altLang="en-US" dirty="0"/>
              <a:t>行李箱</a:t>
            </a:r>
            <a:r>
              <a:rPr lang="en-US" altLang="zh-CN" dirty="0"/>
              <a:t>”</a:t>
            </a:r>
            <a:r>
              <a:rPr lang="zh-CN" altLang="en-US" dirty="0"/>
              <a:t>一词的扩展有些单一、简单</a:t>
            </a:r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120836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zh-CN" altLang="en-US" sz="1200" dirty="0"/>
              <a:t>18</a:t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21859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ctr" anchorCtr="0"/>
          <a:lstStyle/>
          <a:p>
            <a:pPr lvl="0"/>
            <a:r>
              <a:rPr lang="en-US" altLang="zh-CN" dirty="0"/>
              <a:t>“</a:t>
            </a:r>
            <a:r>
              <a:rPr lang="zh-CN" altLang="en-US" dirty="0"/>
              <a:t>行李箱</a:t>
            </a:r>
            <a:r>
              <a:rPr lang="en-US" altLang="zh-CN" dirty="0"/>
              <a:t>”</a:t>
            </a:r>
            <a:r>
              <a:rPr lang="zh-CN" altLang="en-US" dirty="0"/>
              <a:t>一词的扩展有些单一、简单</a:t>
            </a:r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121860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zh-CN" altLang="en-US" sz="1200" dirty="0"/>
              <a:t>19</a:t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22883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ctr" anchorCtr="0"/>
          <a:lstStyle/>
          <a:p>
            <a:pPr lvl="0"/>
            <a:endParaRPr lang="zh-CN" altLang="en-US" dirty="0"/>
          </a:p>
        </p:txBody>
      </p:sp>
      <p:sp>
        <p:nvSpPr>
          <p:cNvPr id="122884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zh-CN" altLang="en-US" sz="1200" dirty="0"/>
              <a:t>20</a:t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24931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ctr" anchorCtr="0"/>
          <a:lstStyle/>
          <a:p>
            <a:pPr lvl="0"/>
            <a:endParaRPr lang="zh-CN" altLang="en-US" dirty="0"/>
          </a:p>
        </p:txBody>
      </p:sp>
      <p:sp>
        <p:nvSpPr>
          <p:cNvPr id="12493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zh-CN" altLang="en-US" sz="1200" dirty="0"/>
              <a:t>21</a:t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23907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ctr" anchorCtr="0"/>
          <a:lstStyle/>
          <a:p>
            <a:pPr lvl="0"/>
            <a:endParaRPr lang="zh-CN" altLang="en-US" dirty="0"/>
          </a:p>
        </p:txBody>
      </p:sp>
      <p:sp>
        <p:nvSpPr>
          <p:cNvPr id="12390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zh-CN" altLang="en-US" sz="1200" dirty="0"/>
              <a:t>22</a:t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25955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ctr" anchorCtr="0"/>
          <a:lstStyle/>
          <a:p>
            <a:pPr lvl="0"/>
            <a:endParaRPr lang="zh-CN" altLang="en-US" dirty="0"/>
          </a:p>
        </p:txBody>
      </p:sp>
      <p:sp>
        <p:nvSpPr>
          <p:cNvPr id="125956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zh-CN" altLang="en-US" sz="1200" dirty="0"/>
              <a:t>23</a:t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26979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ctr" anchorCtr="0"/>
          <a:lstStyle/>
          <a:p>
            <a:pPr lvl="0"/>
            <a:endParaRPr lang="zh-CN" altLang="en-US" dirty="0"/>
          </a:p>
        </p:txBody>
      </p:sp>
      <p:sp>
        <p:nvSpPr>
          <p:cNvPr id="126980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zh-CN" altLang="en-US" sz="1200" dirty="0"/>
              <a:t>36</a:t>
            </a:fld>
            <a:endParaRPr lang="zh-CN" altLang="en-US" sz="1200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17" name="Rectangle 4"/>
          <p:cNvSpPr>
            <a:spLocks noGrp="1" noChangeArrowheads="1"/>
          </p:cNvSpPr>
          <p:nvPr>
            <p:ph type="dt" sz="half" idx="2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8F0EEAF-4045-492A-B8E6-FC3067241FBC}" type="datetime1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2026/8/12</a:t>
            </a:fld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</p:spPr>
        <p:txBody>
          <a:bodyPr/>
          <a:lstStyle/>
          <a:p>
            <a:pPr lvl="0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  <p:transition spd="slow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7" name="Rectangle 4"/>
          <p:cNvSpPr>
            <a:spLocks noGrp="1" noChangeArrowheads="1"/>
          </p:cNvSpPr>
          <p:nvPr>
            <p:ph type="dt" sz="half" idx="2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36C17A3-1182-4794-A190-00720DBE3B26}" type="datetime1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2026/8/12</a:t>
            </a:fld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</p:spPr>
        <p:txBody>
          <a:bodyPr/>
          <a:lstStyle/>
          <a:p>
            <a:pPr lvl="0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  <p:transition spd="slow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7" name="Rectangle 4"/>
          <p:cNvSpPr>
            <a:spLocks noGrp="1" noChangeArrowheads="1"/>
          </p:cNvSpPr>
          <p:nvPr>
            <p:ph type="dt" sz="half" idx="2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9AB5145-B4E2-4056-A7C7-1C77027B9202}" type="datetime1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2026/8/12</a:t>
            </a:fld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</p:spPr>
        <p:txBody>
          <a:bodyPr/>
          <a:lstStyle/>
          <a:p>
            <a:pPr lvl="0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  <p:transition spd="slow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7" name="Rectangle 4"/>
          <p:cNvSpPr>
            <a:spLocks noGrp="1" noChangeArrowheads="1"/>
          </p:cNvSpPr>
          <p:nvPr>
            <p:ph type="dt" sz="half" idx="12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68C3E9E-9D61-487A-A947-5CBBA2A54059}" type="datetime1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2026/8/12</a:t>
            </a:fld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</p:spPr>
        <p:txBody>
          <a:bodyPr/>
          <a:lstStyle/>
          <a:p>
            <a:pPr lvl="0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  <p:transition spd="slow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7" name="Rectangle 4"/>
          <p:cNvSpPr>
            <a:spLocks noGrp="1" noChangeArrowheads="1"/>
          </p:cNvSpPr>
          <p:nvPr>
            <p:ph type="dt" sz="half" idx="12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24BC116-E1A1-4AFD-AB5E-CD3763EA9D35}" type="datetime1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2026/8/12</a:t>
            </a:fld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Rectangle 5"/>
          <p:cNvSpPr>
            <a:spLocks noGrp="1" noChangeArrowheads="1"/>
          </p:cNvSpPr>
          <p:nvPr>
            <p:ph type="ftr" sz="quarter" idx="13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" name="Rectangle 6"/>
          <p:cNvSpPr>
            <a:spLocks noGrp="1" noChangeArrowheads="1"/>
          </p:cNvSpPr>
          <p:nvPr>
            <p:ph type="sldNum" sz="quarter" idx="14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</p:spPr>
        <p:txBody>
          <a:bodyPr/>
          <a:lstStyle/>
          <a:p>
            <a:pPr lvl="0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  <p:transition spd="slow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7" name="Rectangle 4"/>
          <p:cNvSpPr>
            <a:spLocks noGrp="1" noChangeArrowheads="1"/>
          </p:cNvSpPr>
          <p:nvPr>
            <p:ph type="dt" sz="half" idx="2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CC05F0B-5052-466E-B748-BBDE6E2E45AD}" type="datetime1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2026/8/12</a:t>
            </a:fld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</p:spPr>
        <p:txBody>
          <a:bodyPr/>
          <a:lstStyle/>
          <a:p>
            <a:pPr lvl="0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  <p:transition spd="slow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4"/>
          <p:cNvSpPr>
            <a:spLocks noGrp="1" noChangeArrowheads="1"/>
          </p:cNvSpPr>
          <p:nvPr>
            <p:ph type="dt" sz="half" idx="2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E49DDF0-0088-41E9-A6C5-7F655847DF64}" type="datetime1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2026/8/12</a:t>
            </a:fld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</p:spPr>
        <p:txBody>
          <a:bodyPr/>
          <a:lstStyle/>
          <a:p>
            <a:pPr lvl="0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  <p:transition spd="slow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7" name="Rectangle 4"/>
          <p:cNvSpPr>
            <a:spLocks noGrp="1" noChangeArrowheads="1"/>
          </p:cNvSpPr>
          <p:nvPr>
            <p:ph type="dt" sz="half" idx="12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3B74B3B-0750-4FA7-A7DA-DF2DE891368E}" type="datetime1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2026/8/12</a:t>
            </a:fld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</p:spPr>
        <p:txBody>
          <a:bodyPr/>
          <a:lstStyle/>
          <a:p>
            <a:pPr lvl="0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  <p:transition spd="slow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7" name="Rectangle 4"/>
          <p:cNvSpPr>
            <a:spLocks noGrp="1" noChangeArrowheads="1"/>
          </p:cNvSpPr>
          <p:nvPr>
            <p:ph type="dt" sz="half" idx="12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8016832-E6A9-4B8E-BDD7-6532C6247A2A}" type="datetime1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2026/8/12</a:t>
            </a:fld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</p:spPr>
        <p:txBody>
          <a:bodyPr/>
          <a:lstStyle/>
          <a:p>
            <a:pPr lvl="0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  <p:transition spd="slow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7" name="Rectangle 4"/>
          <p:cNvSpPr>
            <a:spLocks noGrp="1" noChangeArrowheads="1"/>
          </p:cNvSpPr>
          <p:nvPr>
            <p:ph type="dt" sz="half" idx="2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10A0E8F-1989-415D-A226-62D84F535D8E}" type="datetime1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2026/8/12</a:t>
            </a:fld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</p:spPr>
        <p:txBody>
          <a:bodyPr/>
          <a:lstStyle/>
          <a:p>
            <a:pPr lvl="0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  <p:transition spd="slow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7" name="Rectangle 4"/>
          <p:cNvSpPr>
            <a:spLocks noGrp="1" noChangeArrowheads="1"/>
          </p:cNvSpPr>
          <p:nvPr>
            <p:ph type="dt" sz="half" idx="2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53BFF9C-D680-406B-B977-B5A4C25B28D5}" type="datetime1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2026/8/12</a:t>
            </a:fld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</p:spPr>
        <p:txBody>
          <a:bodyPr/>
          <a:lstStyle/>
          <a:p>
            <a:pPr lvl="0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  <p:transition spd="slow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27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882AB36-4C16-477A-B588-7D8CB3E12C39}" type="datetimeFigureOut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2026/8/12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8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lvl="0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27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882AB36-4C16-477A-B588-7D8CB3E12C39}" type="datetimeFigureOut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2026/8/12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8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lvl="0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7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882AB36-4C16-477A-B588-7D8CB3E12C39}" type="datetimeFigureOut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2026/8/12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8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lvl="0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562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825625"/>
            <a:ext cx="51562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27" name="日期占位符 4"/>
          <p:cNvSpPr>
            <a:spLocks noGrp="1"/>
          </p:cNvSpPr>
          <p:nvPr>
            <p:ph type="dt" sz="half" idx="1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882AB36-4C16-477A-B588-7D8CB3E12C39}" type="datetimeFigureOut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2026/8/12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8" name="页脚占位符 5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" name="灯片编号占位符 6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lvl="0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27" name="日期占位符 6"/>
          <p:cNvSpPr>
            <a:spLocks noGrp="1"/>
          </p:cNvSpPr>
          <p:nvPr>
            <p:ph type="dt" sz="half" idx="1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882AB36-4C16-477A-B588-7D8CB3E12C39}" type="datetimeFigureOut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2026/8/12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8" name="页脚占位符 7"/>
          <p:cNvSpPr>
            <a:spLocks noGrp="1"/>
          </p:cNvSpPr>
          <p:nvPr>
            <p:ph type="ftr" sz="quarter" idx="1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" name="灯片编号占位符 8"/>
          <p:cNvSpPr>
            <a:spLocks noGrp="1"/>
          </p:cNvSpPr>
          <p:nvPr>
            <p:ph type="sldNum" sz="quarter" idx="1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lvl="0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27" name="日期占位符 2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882AB36-4C16-477A-B588-7D8CB3E12C39}" type="datetimeFigureOut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2026/8/12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8" name="页脚占位符 3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" name="灯片编号占位符 4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lvl="0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日期占位符 1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882AB36-4C16-477A-B588-7D8CB3E12C39}" type="datetimeFigureOut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2026/8/12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8" name="页脚占位符 2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lvl="0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7" name="日期占位符 4"/>
          <p:cNvSpPr>
            <a:spLocks noGrp="1"/>
          </p:cNvSpPr>
          <p:nvPr>
            <p:ph type="dt" sz="half" idx="1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882AB36-4C16-477A-B588-7D8CB3E12C39}" type="datetimeFigureOut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2026/8/12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8" name="页脚占位符 5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" name="灯片编号占位符 6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lvl="0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7" name="日期占位符 4"/>
          <p:cNvSpPr>
            <a:spLocks noGrp="1"/>
          </p:cNvSpPr>
          <p:nvPr>
            <p:ph type="dt" sz="half" idx="1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882AB36-4C16-477A-B588-7D8CB3E12C39}" type="datetimeFigureOut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2026/8/12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8" name="页脚占位符 5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" name="灯片编号占位符 6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lvl="0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27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882AB36-4C16-477A-B588-7D8CB3E12C39}" type="datetimeFigureOut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2026/8/12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8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lvl="0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6835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27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882AB36-4C16-477A-B588-7D8CB3E12C39}" type="datetimeFigureOut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2026/8/12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8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lvl="0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38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882AB36-4C16-477A-B588-7D8CB3E12C39}" type="datetimeFigureOut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2026/8/12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9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0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lvl="0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8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882AB36-4C16-477A-B588-7D8CB3E12C39}" type="datetimeFigureOut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2026/8/12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9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0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lvl="0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8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882AB36-4C16-477A-B588-7D8CB3E12C39}" type="datetimeFigureOut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2026/8/12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9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0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lvl="0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562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825625"/>
            <a:ext cx="51562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8" name="日期占位符 4"/>
          <p:cNvSpPr>
            <a:spLocks noGrp="1"/>
          </p:cNvSpPr>
          <p:nvPr>
            <p:ph type="dt" sz="half" idx="1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882AB36-4C16-477A-B588-7D8CB3E12C39}" type="datetimeFigureOut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2026/8/12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9" name="页脚占位符 5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0" name="灯片编号占位符 6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lvl="0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8" name="日期占位符 6"/>
          <p:cNvSpPr>
            <a:spLocks noGrp="1"/>
          </p:cNvSpPr>
          <p:nvPr>
            <p:ph type="dt" sz="half" idx="1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882AB36-4C16-477A-B588-7D8CB3E12C39}" type="datetimeFigureOut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2026/8/12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9" name="页脚占位符 7"/>
          <p:cNvSpPr>
            <a:spLocks noGrp="1"/>
          </p:cNvSpPr>
          <p:nvPr>
            <p:ph type="ftr" sz="quarter" idx="1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0" name="灯片编号占位符 8"/>
          <p:cNvSpPr>
            <a:spLocks noGrp="1"/>
          </p:cNvSpPr>
          <p:nvPr>
            <p:ph type="sldNum" sz="quarter" idx="1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lvl="0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8" name="日期占位符 2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882AB36-4C16-477A-B588-7D8CB3E12C39}" type="datetimeFigureOut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2026/8/12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9" name="页脚占位符 3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0" name="灯片编号占位符 4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lvl="0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日期占位符 1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882AB36-4C16-477A-B588-7D8CB3E12C39}" type="datetimeFigureOut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2026/8/12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9" name="页脚占位符 2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0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lvl="0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8" name="日期占位符 4"/>
          <p:cNvSpPr>
            <a:spLocks noGrp="1"/>
          </p:cNvSpPr>
          <p:nvPr>
            <p:ph type="dt" sz="half" idx="1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882AB36-4C16-477A-B588-7D8CB3E12C39}" type="datetimeFigureOut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2026/8/12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9" name="页脚占位符 5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0" name="灯片编号占位符 6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lvl="0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8" name="日期占位符 4"/>
          <p:cNvSpPr>
            <a:spLocks noGrp="1"/>
          </p:cNvSpPr>
          <p:nvPr>
            <p:ph type="dt" sz="half" idx="1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882AB36-4C16-477A-B588-7D8CB3E12C39}" type="datetimeFigureOut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2026/8/12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9" name="页脚占位符 5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0" name="灯片编号占位符 6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lvl="0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8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882AB36-4C16-477A-B588-7D8CB3E12C39}" type="datetimeFigureOut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2026/8/12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9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0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lvl="0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6835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8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882AB36-4C16-477A-B588-7D8CB3E12C39}" type="datetimeFigureOut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2026/8/12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9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0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lvl="0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2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882AB36-4C16-477A-B588-7D8CB3E12C39}" type="datetimeFigureOut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2026/8/12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3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4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lvl="0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2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882AB36-4C16-477A-B588-7D8CB3E12C39}" type="datetimeFigureOut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2026/8/12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3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4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lvl="0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562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825625"/>
            <a:ext cx="51562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2" name="日期占位符 4"/>
          <p:cNvSpPr>
            <a:spLocks noGrp="1"/>
          </p:cNvSpPr>
          <p:nvPr>
            <p:ph type="dt" sz="half" idx="1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882AB36-4C16-477A-B588-7D8CB3E12C39}" type="datetimeFigureOut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2026/8/12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3" name="页脚占位符 5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4" name="灯片编号占位符 6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lvl="0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2" name="日期占位符 6"/>
          <p:cNvSpPr>
            <a:spLocks noGrp="1"/>
          </p:cNvSpPr>
          <p:nvPr>
            <p:ph type="dt" sz="half" idx="1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882AB36-4C16-477A-B588-7D8CB3E12C39}" type="datetimeFigureOut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2026/8/12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3" name="页脚占位符 7"/>
          <p:cNvSpPr>
            <a:spLocks noGrp="1"/>
          </p:cNvSpPr>
          <p:nvPr>
            <p:ph type="ftr" sz="quarter" idx="1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4" name="灯片编号占位符 8"/>
          <p:cNvSpPr>
            <a:spLocks noGrp="1"/>
          </p:cNvSpPr>
          <p:nvPr>
            <p:ph type="sldNum" sz="quarter" idx="1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lvl="0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2" name="日期占位符 2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882AB36-4C16-477A-B588-7D8CB3E12C39}" type="datetimeFigureOut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2026/8/12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3" name="页脚占位符 3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4" name="灯片编号占位符 4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lvl="0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日期占位符 1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882AB36-4C16-477A-B588-7D8CB3E12C39}" type="datetimeFigureOut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2026/8/12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3" name="页脚占位符 2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4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lvl="0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2" name="日期占位符 4"/>
          <p:cNvSpPr>
            <a:spLocks noGrp="1"/>
          </p:cNvSpPr>
          <p:nvPr>
            <p:ph type="dt" sz="half" idx="1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882AB36-4C16-477A-B588-7D8CB3E12C39}" type="datetimeFigureOut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2026/8/12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3" name="页脚占位符 5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4" name="灯片编号占位符 6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lvl="0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2" name="日期占位符 4"/>
          <p:cNvSpPr>
            <a:spLocks noGrp="1"/>
          </p:cNvSpPr>
          <p:nvPr>
            <p:ph type="dt" sz="half" idx="1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882AB36-4C16-477A-B588-7D8CB3E12C39}" type="datetimeFigureOut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2026/8/12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3" name="页脚占位符 5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4" name="灯片编号占位符 6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lvl="0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2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882AB36-4C16-477A-B588-7D8CB3E12C39}" type="datetimeFigureOut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2026/8/12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3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4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lvl="0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6835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2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882AB36-4C16-477A-B588-7D8CB3E12C39}" type="datetimeFigureOut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2026/8/12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3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4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lvl="0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0464502-B3EF-4F88-951B-D5E530C37E0C}" type="datetime1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2026/8/12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0" hangingPunct="0">
              <a:buNone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  <a:t>‹#›</a:t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0464502-B3EF-4F88-951B-D5E530C37E0C}" type="datetime1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2026/8/12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0" hangingPunct="0">
              <a:buNone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  <a:t>‹#›</a:t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0464502-B3EF-4F88-951B-D5E530C37E0C}" type="datetime1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2026/8/12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0" hangingPunct="0">
              <a:buNone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  <a:t>‹#›</a:t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0464502-B3EF-4F88-951B-D5E530C37E0C}" type="datetime1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2026/8/12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0" hangingPunct="0">
              <a:buNone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  <a:t>‹#›</a:t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0464502-B3EF-4F88-951B-D5E530C37E0C}" type="datetime1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2026/8/12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0" hangingPunct="0">
              <a:buNone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  <a:t>‹#›</a:t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0464502-B3EF-4F88-951B-D5E530C37E0C}" type="datetime1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2026/8/12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0" hangingPunct="0">
              <a:buNone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  <a:t>‹#›</a:t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0464502-B3EF-4F88-951B-D5E530C37E0C}" type="datetime1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2026/8/12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0" hangingPunct="0">
              <a:buNone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  <a:t>‹#›</a:t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0464502-B3EF-4F88-951B-D5E530C37E0C}" type="datetime1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2026/8/12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0" hangingPunct="0">
              <a:buNone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  <a:t>‹#›</a:t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vert="horz" wrap="square" lIns="91440" tIns="45720" rIns="91440" bIns="45720" numCol="1" rtlCol="0" anchor="t" anchorCtr="0" compatLnSpc="1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单击图标添加图片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0464502-B3EF-4F88-951B-D5E530C37E0C}" type="datetime1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2026/8/12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0" hangingPunct="0">
              <a:buNone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  <a:t>‹#›</a:t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0464502-B3EF-4F88-951B-D5E530C37E0C}" type="datetime1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2026/8/12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0" hangingPunct="0">
              <a:buNone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  <a:t>‹#›</a:t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0464502-B3EF-4F88-951B-D5E530C37E0C}" type="datetime1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2026/8/12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0" hangingPunct="0">
              <a:buNone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  <a:t>‹#›</a:t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18" Type="http://schemas.openxmlformats.org/officeDocument/2006/relationships/image" Target="../media/image6.jpeg"/><Relationship Id="rId26" Type="http://schemas.openxmlformats.org/officeDocument/2006/relationships/image" Target="../media/image14.png"/><Relationship Id="rId3" Type="http://schemas.openxmlformats.org/officeDocument/2006/relationships/slideLayout" Target="../slideLayouts/slideLayout14.xml"/><Relationship Id="rId21" Type="http://schemas.openxmlformats.org/officeDocument/2006/relationships/image" Target="../media/image9.png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17" Type="http://schemas.openxmlformats.org/officeDocument/2006/relationships/image" Target="../media/image5.png"/><Relationship Id="rId25" Type="http://schemas.openxmlformats.org/officeDocument/2006/relationships/image" Target="../media/image13.png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4.png"/><Relationship Id="rId20" Type="http://schemas.openxmlformats.org/officeDocument/2006/relationships/image" Target="../media/image8.png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24" Type="http://schemas.openxmlformats.org/officeDocument/2006/relationships/image" Target="../media/image12.png"/><Relationship Id="rId5" Type="http://schemas.openxmlformats.org/officeDocument/2006/relationships/slideLayout" Target="../slideLayouts/slideLayout16.xml"/><Relationship Id="rId15" Type="http://schemas.openxmlformats.org/officeDocument/2006/relationships/image" Target="../media/image3.jpeg"/><Relationship Id="rId23" Type="http://schemas.openxmlformats.org/officeDocument/2006/relationships/image" Target="../media/image11.png"/><Relationship Id="rId28" Type="http://schemas.openxmlformats.org/officeDocument/2006/relationships/image" Target="../media/image16.jpeg"/><Relationship Id="rId10" Type="http://schemas.openxmlformats.org/officeDocument/2006/relationships/slideLayout" Target="../slideLayouts/slideLayout21.xml"/><Relationship Id="rId19" Type="http://schemas.openxmlformats.org/officeDocument/2006/relationships/image" Target="../media/image7.png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2.png"/><Relationship Id="rId22" Type="http://schemas.openxmlformats.org/officeDocument/2006/relationships/image" Target="../media/image10.jpeg"/><Relationship Id="rId27" Type="http://schemas.openxmlformats.org/officeDocument/2006/relationships/image" Target="../media/image15.jpeg"/></Relationships>
</file>

<file path=ppt/slideMasters/_rels/slideMaster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.png"/><Relationship Id="rId18" Type="http://schemas.openxmlformats.org/officeDocument/2006/relationships/image" Target="../media/image20.jpeg"/><Relationship Id="rId26" Type="http://schemas.openxmlformats.org/officeDocument/2006/relationships/image" Target="../media/image5.png"/><Relationship Id="rId3" Type="http://schemas.openxmlformats.org/officeDocument/2006/relationships/slideLayout" Target="../slideLayouts/slideLayout25.xml"/><Relationship Id="rId21" Type="http://schemas.openxmlformats.org/officeDocument/2006/relationships/image" Target="../media/image23.png"/><Relationship Id="rId34" Type="http://schemas.openxmlformats.org/officeDocument/2006/relationships/image" Target="../media/image11.png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17" Type="http://schemas.openxmlformats.org/officeDocument/2006/relationships/image" Target="../media/image19.png"/><Relationship Id="rId25" Type="http://schemas.openxmlformats.org/officeDocument/2006/relationships/image" Target="../media/image27.jpeg"/><Relationship Id="rId33" Type="http://schemas.openxmlformats.org/officeDocument/2006/relationships/image" Target="../media/image10.jpeg"/><Relationship Id="rId2" Type="http://schemas.openxmlformats.org/officeDocument/2006/relationships/slideLayout" Target="../slideLayouts/slideLayout24.xml"/><Relationship Id="rId16" Type="http://schemas.openxmlformats.org/officeDocument/2006/relationships/image" Target="../media/image18.png"/><Relationship Id="rId20" Type="http://schemas.openxmlformats.org/officeDocument/2006/relationships/image" Target="../media/image22.png"/><Relationship Id="rId29" Type="http://schemas.openxmlformats.org/officeDocument/2006/relationships/image" Target="../media/image14.png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24" Type="http://schemas.openxmlformats.org/officeDocument/2006/relationships/image" Target="../media/image26.png"/><Relationship Id="rId32" Type="http://schemas.openxmlformats.org/officeDocument/2006/relationships/image" Target="../media/image9.png"/><Relationship Id="rId5" Type="http://schemas.openxmlformats.org/officeDocument/2006/relationships/slideLayout" Target="../slideLayouts/slideLayout27.xml"/><Relationship Id="rId15" Type="http://schemas.openxmlformats.org/officeDocument/2006/relationships/image" Target="../media/image17.png"/><Relationship Id="rId23" Type="http://schemas.openxmlformats.org/officeDocument/2006/relationships/image" Target="../media/image25.png"/><Relationship Id="rId28" Type="http://schemas.openxmlformats.org/officeDocument/2006/relationships/image" Target="../media/image15.jpeg"/><Relationship Id="rId36" Type="http://schemas.openxmlformats.org/officeDocument/2006/relationships/image" Target="../media/image13.png"/><Relationship Id="rId10" Type="http://schemas.openxmlformats.org/officeDocument/2006/relationships/slideLayout" Target="../slideLayouts/slideLayout32.xml"/><Relationship Id="rId19" Type="http://schemas.openxmlformats.org/officeDocument/2006/relationships/image" Target="../media/image21.png"/><Relationship Id="rId31" Type="http://schemas.openxmlformats.org/officeDocument/2006/relationships/image" Target="../media/image8.png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Relationship Id="rId14" Type="http://schemas.openxmlformats.org/officeDocument/2006/relationships/image" Target="../media/image2.png"/><Relationship Id="rId22" Type="http://schemas.openxmlformats.org/officeDocument/2006/relationships/image" Target="../media/image24.jpeg"/><Relationship Id="rId27" Type="http://schemas.openxmlformats.org/officeDocument/2006/relationships/image" Target="../media/image6.jpeg"/><Relationship Id="rId30" Type="http://schemas.openxmlformats.org/officeDocument/2006/relationships/image" Target="../media/image7.png"/><Relationship Id="rId35" Type="http://schemas.openxmlformats.org/officeDocument/2006/relationships/image" Target="../media/image12.png"/><Relationship Id="rId8" Type="http://schemas.openxmlformats.org/officeDocument/2006/relationships/slideLayout" Target="../slideLayouts/slideLayout30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13" Type="http://schemas.openxmlformats.org/officeDocument/2006/relationships/image" Target="../media/image1.png"/><Relationship Id="rId18" Type="http://schemas.openxmlformats.org/officeDocument/2006/relationships/image" Target="../media/image20.jpeg"/><Relationship Id="rId26" Type="http://schemas.openxmlformats.org/officeDocument/2006/relationships/image" Target="../media/image5.png"/><Relationship Id="rId3" Type="http://schemas.openxmlformats.org/officeDocument/2006/relationships/slideLayout" Target="../slideLayouts/slideLayout36.xml"/><Relationship Id="rId21" Type="http://schemas.openxmlformats.org/officeDocument/2006/relationships/image" Target="../media/image23.png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17" Type="http://schemas.openxmlformats.org/officeDocument/2006/relationships/image" Target="../media/image19.png"/><Relationship Id="rId25" Type="http://schemas.openxmlformats.org/officeDocument/2006/relationships/image" Target="../media/image27.jpeg"/><Relationship Id="rId2" Type="http://schemas.openxmlformats.org/officeDocument/2006/relationships/slideLayout" Target="../slideLayouts/slideLayout35.xml"/><Relationship Id="rId16" Type="http://schemas.openxmlformats.org/officeDocument/2006/relationships/image" Target="../media/image18.png"/><Relationship Id="rId20" Type="http://schemas.openxmlformats.org/officeDocument/2006/relationships/image" Target="../media/image22.png"/><Relationship Id="rId29" Type="http://schemas.openxmlformats.org/officeDocument/2006/relationships/image" Target="../media/image11.png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24" Type="http://schemas.openxmlformats.org/officeDocument/2006/relationships/image" Target="../media/image26.png"/><Relationship Id="rId5" Type="http://schemas.openxmlformats.org/officeDocument/2006/relationships/slideLayout" Target="../slideLayouts/slideLayout38.xml"/><Relationship Id="rId15" Type="http://schemas.openxmlformats.org/officeDocument/2006/relationships/image" Target="../media/image17.png"/><Relationship Id="rId23" Type="http://schemas.openxmlformats.org/officeDocument/2006/relationships/image" Target="../media/image25.png"/><Relationship Id="rId28" Type="http://schemas.openxmlformats.org/officeDocument/2006/relationships/image" Target="../media/image9.png"/><Relationship Id="rId10" Type="http://schemas.openxmlformats.org/officeDocument/2006/relationships/slideLayout" Target="../slideLayouts/slideLayout43.xml"/><Relationship Id="rId19" Type="http://schemas.openxmlformats.org/officeDocument/2006/relationships/image" Target="../media/image21.png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Relationship Id="rId14" Type="http://schemas.openxmlformats.org/officeDocument/2006/relationships/image" Target="../media/image2.png"/><Relationship Id="rId22" Type="http://schemas.openxmlformats.org/officeDocument/2006/relationships/image" Target="../media/image24.jpeg"/><Relationship Id="rId27" Type="http://schemas.openxmlformats.org/officeDocument/2006/relationships/image" Target="../media/image8.png"/><Relationship Id="rId30" Type="http://schemas.openxmlformats.org/officeDocument/2006/relationships/image" Target="../media/image13.png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4.xml"/><Relationship Id="rId3" Type="http://schemas.openxmlformats.org/officeDocument/2006/relationships/slideLayout" Target="../slideLayouts/slideLayout59.xml"/><Relationship Id="rId7" Type="http://schemas.openxmlformats.org/officeDocument/2006/relationships/slideLayout" Target="../slideLayouts/slideLayout63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58.xml"/><Relationship Id="rId1" Type="http://schemas.openxmlformats.org/officeDocument/2006/relationships/slideLayout" Target="../slideLayouts/slideLayout57.xml"/><Relationship Id="rId6" Type="http://schemas.openxmlformats.org/officeDocument/2006/relationships/slideLayout" Target="../slideLayouts/slideLayout62.xml"/><Relationship Id="rId11" Type="http://schemas.openxmlformats.org/officeDocument/2006/relationships/slideLayout" Target="../slideLayouts/slideLayout67.xml"/><Relationship Id="rId5" Type="http://schemas.openxmlformats.org/officeDocument/2006/relationships/slideLayout" Target="../slideLayouts/slideLayout61.xml"/><Relationship Id="rId10" Type="http://schemas.openxmlformats.org/officeDocument/2006/relationships/slideLayout" Target="../slideLayouts/slideLayout66.xml"/><Relationship Id="rId4" Type="http://schemas.openxmlformats.org/officeDocument/2006/relationships/slideLayout" Target="../slideLayouts/slideLayout60.xml"/><Relationship Id="rId9" Type="http://schemas.openxmlformats.org/officeDocument/2006/relationships/slideLayout" Target="../slideLayouts/slideLayout6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组合 1"/>
          <p:cNvGrpSpPr/>
          <p:nvPr/>
        </p:nvGrpSpPr>
        <p:grpSpPr>
          <a:xfrm>
            <a:off x="-4762" y="-19050"/>
            <a:ext cx="12249150" cy="7042150"/>
            <a:chOff x="-4763" y="-19050"/>
            <a:chExt cx="9185276" cy="6877050"/>
          </a:xfrm>
        </p:grpSpPr>
        <p:sp>
          <p:nvSpPr>
            <p:cNvPr id="7" name="矩形 6"/>
            <p:cNvSpPr>
              <a:spLocks noChangeArrowheads="1"/>
            </p:cNvSpPr>
            <p:nvPr/>
          </p:nvSpPr>
          <p:spPr bwMode="auto">
            <a:xfrm>
              <a:off x="-4763" y="-19050"/>
              <a:ext cx="9143611" cy="6877050"/>
            </a:xfrm>
            <a:prstGeom prst="rect">
              <a:avLst/>
            </a:prstGeom>
            <a:solidFill>
              <a:srgbClr val="F2F2F2">
                <a:alpha val="89000"/>
              </a:srgbClr>
            </a:solidFill>
            <a:ln>
              <a:noFill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宋体" panose="02010600030101010101" pitchFamily="2" charset="-122"/>
                <a:ea typeface="幼圆" panose="02010509060101010101" pitchFamily="49" charset="-122"/>
                <a:cs typeface="+mn-cs"/>
                <a:sym typeface="宋体" panose="02010600030101010101" pitchFamily="2" charset="-122"/>
              </a:endParaRPr>
            </a:p>
          </p:txBody>
        </p:sp>
        <p:sp>
          <p:nvSpPr>
            <p:cNvPr id="8" name="矩形 7"/>
            <p:cNvSpPr>
              <a:spLocks noChangeArrowheads="1"/>
            </p:cNvSpPr>
            <p:nvPr/>
          </p:nvSpPr>
          <p:spPr bwMode="auto">
            <a:xfrm>
              <a:off x="-1" y="621217"/>
              <a:ext cx="9180514" cy="5039966"/>
            </a:xfrm>
            <a:prstGeom prst="rect">
              <a:avLst/>
            </a:prstGeom>
            <a:solidFill>
              <a:srgbClr val="D8D8D8">
                <a:alpha val="14000"/>
              </a:srgbClr>
            </a:solidFill>
            <a:ln>
              <a:noFill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宋体" panose="02010600030101010101" pitchFamily="2" charset="-122"/>
                <a:ea typeface="幼圆" panose="02010509060101010101" pitchFamily="49" charset="-122"/>
                <a:cs typeface="+mn-cs"/>
                <a:sym typeface="宋体" panose="02010600030101010101" pitchFamily="2" charset="-122"/>
              </a:endParaRPr>
            </a:p>
          </p:txBody>
        </p:sp>
        <p:sp>
          <p:nvSpPr>
            <p:cNvPr id="9" name="矩形 3"/>
            <p:cNvSpPr>
              <a:spLocks noChangeArrowheads="1"/>
            </p:cNvSpPr>
            <p:nvPr/>
          </p:nvSpPr>
          <p:spPr bwMode="auto">
            <a:xfrm>
              <a:off x="-1" y="6168125"/>
              <a:ext cx="2327269" cy="178282"/>
            </a:xfrm>
            <a:prstGeom prst="rect">
              <a:avLst/>
            </a:prstGeom>
            <a:solidFill>
              <a:srgbClr val="F79646">
                <a:alpha val="95999"/>
              </a:srgbClr>
            </a:solidFill>
            <a:ln>
              <a:noFill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宋体" panose="02010600030101010101" pitchFamily="2" charset="-122"/>
                <a:ea typeface="幼圆" panose="02010509060101010101" pitchFamily="49" charset="-122"/>
                <a:cs typeface="+mn-cs"/>
                <a:sym typeface="宋体" panose="02010600030101010101" pitchFamily="2" charset="-122"/>
              </a:endParaRPr>
            </a:p>
          </p:txBody>
        </p:sp>
        <p:sp>
          <p:nvSpPr>
            <p:cNvPr id="10" name="矩形 8"/>
            <p:cNvSpPr>
              <a:spLocks noChangeArrowheads="1"/>
            </p:cNvSpPr>
            <p:nvPr/>
          </p:nvSpPr>
          <p:spPr bwMode="auto">
            <a:xfrm>
              <a:off x="2327269" y="6168125"/>
              <a:ext cx="2260607" cy="178282"/>
            </a:xfrm>
            <a:prstGeom prst="rect">
              <a:avLst/>
            </a:prstGeom>
            <a:solidFill>
              <a:srgbClr val="4BACC6">
                <a:alpha val="89000"/>
              </a:srgbClr>
            </a:solidFill>
            <a:ln>
              <a:noFill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宋体" panose="02010600030101010101" pitchFamily="2" charset="-122"/>
                <a:ea typeface="幼圆" panose="02010509060101010101" pitchFamily="49" charset="-122"/>
                <a:cs typeface="+mn-cs"/>
                <a:sym typeface="宋体" panose="02010600030101010101" pitchFamily="2" charset="-122"/>
              </a:endParaRPr>
            </a:p>
          </p:txBody>
        </p:sp>
        <p:sp>
          <p:nvSpPr>
            <p:cNvPr id="11" name="矩形 9"/>
            <p:cNvSpPr>
              <a:spLocks noChangeArrowheads="1"/>
            </p:cNvSpPr>
            <p:nvPr/>
          </p:nvSpPr>
          <p:spPr bwMode="auto">
            <a:xfrm>
              <a:off x="4587875" y="6168125"/>
              <a:ext cx="2260606" cy="178282"/>
            </a:xfrm>
            <a:prstGeom prst="rect">
              <a:avLst/>
            </a:prstGeom>
            <a:solidFill>
              <a:srgbClr val="C0504D">
                <a:alpha val="93999"/>
              </a:srgbClr>
            </a:solidFill>
            <a:ln>
              <a:noFill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宋体" panose="02010600030101010101" pitchFamily="2" charset="-122"/>
                <a:ea typeface="幼圆" panose="02010509060101010101" pitchFamily="49" charset="-122"/>
                <a:cs typeface="+mn-cs"/>
                <a:sym typeface="宋体" panose="02010600030101010101" pitchFamily="2" charset="-122"/>
              </a:endParaRPr>
            </a:p>
          </p:txBody>
        </p:sp>
        <p:sp>
          <p:nvSpPr>
            <p:cNvPr id="12" name="矩形 10"/>
            <p:cNvSpPr>
              <a:spLocks noChangeArrowheads="1"/>
            </p:cNvSpPr>
            <p:nvPr/>
          </p:nvSpPr>
          <p:spPr bwMode="auto">
            <a:xfrm>
              <a:off x="6848481" y="6168125"/>
              <a:ext cx="2295128" cy="178282"/>
            </a:xfrm>
            <a:prstGeom prst="rect">
              <a:avLst/>
            </a:prstGeom>
            <a:solidFill>
              <a:srgbClr val="000000">
                <a:alpha val="34000"/>
              </a:srgbClr>
            </a:solidFill>
            <a:ln>
              <a:noFill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宋体" panose="02010600030101010101" pitchFamily="2" charset="-122"/>
                <a:ea typeface="幼圆" panose="02010509060101010101" pitchFamily="49" charset="-122"/>
                <a:cs typeface="+mn-cs"/>
                <a:sym typeface="宋体" panose="02010600030101010101" pitchFamily="2" charset="-122"/>
              </a:endParaRPr>
            </a:p>
          </p:txBody>
        </p:sp>
        <p:sp>
          <p:nvSpPr>
            <p:cNvPr id="13" name="矩形 6"/>
            <p:cNvSpPr>
              <a:spLocks noChangeArrowheads="1"/>
            </p:cNvSpPr>
            <p:nvPr/>
          </p:nvSpPr>
          <p:spPr bwMode="auto">
            <a:xfrm>
              <a:off x="-1" y="247598"/>
              <a:ext cx="2260606" cy="71313"/>
            </a:xfrm>
            <a:prstGeom prst="rect">
              <a:avLst/>
            </a:prstGeom>
            <a:solidFill>
              <a:srgbClr val="F79646">
                <a:alpha val="95999"/>
              </a:srgbClr>
            </a:solidFill>
            <a:ln>
              <a:noFill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宋体" panose="02010600030101010101" pitchFamily="2" charset="-122"/>
                <a:ea typeface="幼圆" panose="02010509060101010101" pitchFamily="49" charset="-122"/>
                <a:cs typeface="+mn-cs"/>
                <a:sym typeface="宋体" panose="02010600030101010101" pitchFamily="2" charset="-122"/>
              </a:endParaRPr>
            </a:p>
          </p:txBody>
        </p:sp>
        <p:sp>
          <p:nvSpPr>
            <p:cNvPr id="14" name="矩形 7"/>
            <p:cNvSpPr>
              <a:spLocks noChangeArrowheads="1"/>
            </p:cNvSpPr>
            <p:nvPr/>
          </p:nvSpPr>
          <p:spPr bwMode="auto">
            <a:xfrm>
              <a:off x="2260605" y="247598"/>
              <a:ext cx="2260607" cy="71313"/>
            </a:xfrm>
            <a:prstGeom prst="rect">
              <a:avLst/>
            </a:prstGeom>
            <a:solidFill>
              <a:srgbClr val="4BACC6">
                <a:alpha val="89000"/>
              </a:srgbClr>
            </a:solidFill>
            <a:ln>
              <a:noFill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宋体" panose="02010600030101010101" pitchFamily="2" charset="-122"/>
                <a:ea typeface="幼圆" panose="02010509060101010101" pitchFamily="49" charset="-122"/>
                <a:cs typeface="+mn-cs"/>
                <a:sym typeface="宋体" panose="02010600030101010101" pitchFamily="2" charset="-122"/>
              </a:endParaRPr>
            </a:p>
          </p:txBody>
        </p:sp>
        <p:sp>
          <p:nvSpPr>
            <p:cNvPr id="15" name="矩形 12"/>
            <p:cNvSpPr>
              <a:spLocks noChangeArrowheads="1"/>
            </p:cNvSpPr>
            <p:nvPr/>
          </p:nvSpPr>
          <p:spPr bwMode="auto">
            <a:xfrm>
              <a:off x="4521212" y="247598"/>
              <a:ext cx="2260606" cy="71313"/>
            </a:xfrm>
            <a:prstGeom prst="rect">
              <a:avLst/>
            </a:prstGeom>
            <a:solidFill>
              <a:srgbClr val="C0504D">
                <a:alpha val="93999"/>
              </a:srgbClr>
            </a:solidFill>
            <a:ln>
              <a:noFill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宋体" panose="02010600030101010101" pitchFamily="2" charset="-122"/>
                <a:ea typeface="幼圆" panose="02010509060101010101" pitchFamily="49" charset="-122"/>
                <a:cs typeface="+mn-cs"/>
                <a:sym typeface="宋体" panose="02010600030101010101" pitchFamily="2" charset="-122"/>
              </a:endParaRPr>
            </a:p>
          </p:txBody>
        </p:sp>
        <p:sp>
          <p:nvSpPr>
            <p:cNvPr id="16" name="矩形 13"/>
            <p:cNvSpPr>
              <a:spLocks noChangeArrowheads="1"/>
            </p:cNvSpPr>
            <p:nvPr/>
          </p:nvSpPr>
          <p:spPr bwMode="auto">
            <a:xfrm>
              <a:off x="6781818" y="247598"/>
              <a:ext cx="2361792" cy="71313"/>
            </a:xfrm>
            <a:prstGeom prst="rect">
              <a:avLst/>
            </a:prstGeom>
            <a:solidFill>
              <a:srgbClr val="000000">
                <a:alpha val="34000"/>
              </a:srgbClr>
            </a:solidFill>
            <a:ln>
              <a:noFill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宋体" panose="02010600030101010101" pitchFamily="2" charset="-122"/>
                <a:ea typeface="幼圆" panose="02010509060101010101" pitchFamily="49" charset="-122"/>
                <a:cs typeface="+mn-cs"/>
                <a:sym typeface="宋体" panose="02010600030101010101" pitchFamily="2" charset="-122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/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0" name="组合 6"/>
          <p:cNvGrpSpPr/>
          <p:nvPr/>
        </p:nvGrpSpPr>
        <p:grpSpPr>
          <a:xfrm>
            <a:off x="-212725" y="-28575"/>
            <a:ext cx="12501563" cy="6964363"/>
            <a:chOff x="-232232" y="-159654"/>
            <a:chExt cx="9376230" cy="6964589"/>
          </a:xfrm>
        </p:grpSpPr>
        <p:pic>
          <p:nvPicPr>
            <p:cNvPr id="2072" name="图片 7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-232232" y="-159654"/>
              <a:ext cx="9376229" cy="6964589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2073" name="图片 8"/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4574951" y="-116113"/>
              <a:ext cx="4569047" cy="507633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2074" name="图片 9"/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-138008" y="16916"/>
              <a:ext cx="415238" cy="1586639"/>
            </a:xfrm>
            <a:prstGeom prst="rect">
              <a:avLst/>
            </a:prstGeom>
            <a:noFill/>
            <a:ln w="9525">
              <a:noFill/>
            </a:ln>
          </p:spPr>
        </p:pic>
      </p:grpSp>
      <p:pic>
        <p:nvPicPr>
          <p:cNvPr id="2051" name="图片 5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39713" y="1876425"/>
            <a:ext cx="730250" cy="6096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52" name="图片 10"/>
          <p:cNvPicPr>
            <a:picLocks noChangeAspect="1"/>
          </p:cNvPicPr>
          <p:nvPr/>
        </p:nvPicPr>
        <p:blipFill>
          <a:blip r:embed="rId16"/>
          <a:srcRect t="12482"/>
          <a:stretch>
            <a:fillRect/>
          </a:stretch>
        </p:blipFill>
        <p:spPr>
          <a:xfrm>
            <a:off x="7561263" y="4037013"/>
            <a:ext cx="1327150" cy="79533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2" name="图片 11"/>
          <p:cNvPicPr>
            <a:picLocks noChangeAspect="1"/>
          </p:cNvPicPr>
          <p:nvPr/>
        </p:nvPicPr>
        <p:blipFill rotWithShape="1">
          <a:blip r:embed="rId16" cstate="print"/>
          <a:srcRect t="12482"/>
          <a:stretch>
            <a:fillRect/>
          </a:stretch>
        </p:blipFill>
        <p:spPr>
          <a:xfrm>
            <a:off x="7652903" y="4037185"/>
            <a:ext cx="1325995" cy="794797"/>
          </a:xfrm>
          <a:prstGeom prst="ellipse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16" cstate="print"/>
          <a:stretch>
            <a:fillRect/>
          </a:stretch>
        </p:blipFill>
        <p:spPr>
          <a:xfrm>
            <a:off x="7575355" y="3966231"/>
            <a:ext cx="1282700" cy="790575"/>
          </a:xfrm>
          <a:prstGeom prst="ellipse">
            <a:avLst/>
          </a:prstGeom>
        </p:spPr>
      </p:pic>
      <p:pic>
        <p:nvPicPr>
          <p:cNvPr id="2055" name="图片 16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 rot="-167860">
            <a:off x="2855913" y="3957638"/>
            <a:ext cx="5245100" cy="24765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56" name="Picture 4" descr="画儿"/>
          <p:cNvPicPr>
            <a:picLocks noChangeAspect="1"/>
          </p:cNvPicPr>
          <p:nvPr/>
        </p:nvPicPr>
        <p:blipFill>
          <a:blip r:embed="rId1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6615" t="6876" r="6429" b="5901"/>
          <a:stretch>
            <a:fillRect/>
          </a:stretch>
        </p:blipFill>
        <p:spPr>
          <a:xfrm rot="4001914">
            <a:off x="3832225" y="2027238"/>
            <a:ext cx="498475" cy="974725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</p:pic>
      <p:pic>
        <p:nvPicPr>
          <p:cNvPr id="2057" name="图片 14"/>
          <p:cNvPicPr>
            <a:picLocks noChangeAspect="1"/>
          </p:cNvPicPr>
          <p:nvPr/>
        </p:nvPicPr>
        <p:blipFill>
          <a:blip r:embed="rId19">
            <a:clrChange>
              <a:clrFrom>
                <a:srgbClr val="D6D8DA"/>
              </a:clrFrom>
              <a:clrTo>
                <a:srgbClr val="D6D8DA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383088" y="3751263"/>
            <a:ext cx="1030287" cy="9493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58" name="图片 5"/>
          <p:cNvPicPr>
            <a:picLocks noChangeAspect="1"/>
          </p:cNvPicPr>
          <p:nvPr/>
        </p:nvPicPr>
        <p:blipFill>
          <a:blip r:embed="rId20">
            <a:clrChange>
              <a:clrFrom>
                <a:srgbClr val="686869"/>
              </a:clrFrom>
              <a:clrTo>
                <a:srgbClr val="686869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464175" y="2141538"/>
            <a:ext cx="1006475" cy="11588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59" name="图片 1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0218738" y="2486025"/>
            <a:ext cx="1841500" cy="26225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60" name="Picture 5" descr="书"/>
          <p:cNvPicPr>
            <a:picLocks noChangeAspect="1"/>
          </p:cNvPicPr>
          <p:nvPr/>
        </p:nvPicPr>
        <p:blipFill>
          <a:blip r:embed="rId2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 rot="660000">
            <a:off x="9293225" y="3551238"/>
            <a:ext cx="620713" cy="4635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61" name="图片 11"/>
          <p:cNvPicPr>
            <a:picLocks noChangeAspect="1"/>
          </p:cNvPicPr>
          <p:nvPr/>
        </p:nvPicPr>
        <p:blipFill>
          <a:blip r:embed="rId23">
            <a:clrChange>
              <a:clrFrom>
                <a:srgbClr val="686869"/>
              </a:clrFrom>
              <a:clrTo>
                <a:srgbClr val="686869">
                  <a:alpha val="0"/>
                </a:srgbClr>
              </a:clrTo>
            </a:clrChange>
          </a:blip>
          <a:stretch>
            <a:fillRect/>
          </a:stretch>
        </p:blipFill>
        <p:spPr>
          <a:xfrm rot="173766">
            <a:off x="8647113" y="4306888"/>
            <a:ext cx="2489200" cy="16446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1" name="图片 4"/>
          <p:cNvPicPr>
            <a:picLocks noChangeAspect="1"/>
          </p:cNvPicPr>
          <p:nvPr/>
        </p:nvPicPr>
        <p:blipFill>
          <a:blip r:embed="rId24">
            <a:clrChange>
              <a:clrFrom>
                <a:srgbClr val="D6D8DA"/>
              </a:clrFrom>
              <a:clrTo>
                <a:srgbClr val="D6D8DA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987800" y="1876425"/>
            <a:ext cx="1689100" cy="122713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63" name="图片 21"/>
          <p:cNvPicPr>
            <a:picLocks noChangeAspect="1"/>
          </p:cNvPicPr>
          <p:nvPr/>
        </p:nvPicPr>
        <p:blipFill>
          <a:blip r:embed="rId25">
            <a:clrChange>
              <a:clrFrom>
                <a:srgbClr val="D6D8DA"/>
              </a:clrFrom>
              <a:clrTo>
                <a:srgbClr val="D6D8DA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5088" y="1622425"/>
            <a:ext cx="2568575" cy="24225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64" name="图片 22"/>
          <p:cNvPicPr>
            <a:picLocks noChangeAspect="1"/>
          </p:cNvPicPr>
          <p:nvPr/>
        </p:nvPicPr>
        <p:blipFill>
          <a:blip r:embed="rId16"/>
          <a:srcRect t="-5524"/>
          <a:stretch>
            <a:fillRect/>
          </a:stretch>
        </p:blipFill>
        <p:spPr>
          <a:xfrm>
            <a:off x="2819400" y="3016250"/>
            <a:ext cx="1417638" cy="86836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65" name="图片 23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044950" y="3062288"/>
            <a:ext cx="1362075" cy="8382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66" name="图片 24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300663" y="3503613"/>
            <a:ext cx="1252537" cy="830262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67" name="图片 25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442075" y="3919538"/>
            <a:ext cx="1338263" cy="8953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68" name="图片 1"/>
          <p:cNvPicPr>
            <a:picLocks noChangeAspect="1"/>
          </p:cNvPicPr>
          <p:nvPr/>
        </p:nvPicPr>
        <p:blipFill>
          <a:blip r:embed="rId26">
            <a:clrChange>
              <a:clrFrom>
                <a:srgbClr val="FFF9F2"/>
              </a:clrFrom>
              <a:clrTo>
                <a:srgbClr val="FFF9F2">
                  <a:alpha val="0"/>
                </a:srgbClr>
              </a:clrTo>
            </a:clrChange>
          </a:blip>
          <a:srcRect l="3503" t="8031" r="7834" b="28464"/>
          <a:stretch>
            <a:fillRect/>
          </a:stretch>
        </p:blipFill>
        <p:spPr>
          <a:xfrm>
            <a:off x="6534150" y="4602163"/>
            <a:ext cx="796925" cy="5730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69" name="Picture 8" descr="纸箱子"/>
          <p:cNvPicPr>
            <a:picLocks noChangeAspect="1"/>
          </p:cNvPicPr>
          <p:nvPr/>
        </p:nvPicPr>
        <p:blipFill>
          <a:blip r:embed="rId27">
            <a:clrChange>
              <a:clrFrom>
                <a:srgbClr val="FFFDFA"/>
              </a:clrFrom>
              <a:clrTo>
                <a:srgbClr val="FFFDFA">
                  <a:alpha val="0"/>
                </a:srgbClr>
              </a:clrTo>
            </a:clrChange>
          </a:blip>
          <a:srcRect l="67061" t="3459" r="1027" b="68901"/>
          <a:stretch>
            <a:fillRect/>
          </a:stretch>
        </p:blipFill>
        <p:spPr>
          <a:xfrm>
            <a:off x="7123113" y="3708400"/>
            <a:ext cx="2538412" cy="130651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70" name="图片 28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9859963" y="3152775"/>
            <a:ext cx="458787" cy="5905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0" name="梯形 29"/>
          <p:cNvSpPr/>
          <p:nvPr/>
        </p:nvSpPr>
        <p:spPr>
          <a:xfrm rot="12584178">
            <a:off x="2149475" y="2768600"/>
            <a:ext cx="852488" cy="144463"/>
          </a:xfrm>
          <a:prstGeom prst="trapezoid">
            <a:avLst>
              <a:gd name="adj" fmla="val 64630"/>
            </a:avLst>
          </a:prstGeom>
          <a:solidFill>
            <a:srgbClr val="3830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94444E-6 -2.22222E-6 L 0.17448 0.22569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64600" y="11389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/>
          <a:ea typeface="宋体" panose="02010600030101010101" pitchFamily="2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/>
          <a:ea typeface="宋体" panose="02010600030101010101" pitchFamily="2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/>
          <a:ea typeface="宋体" panose="02010600030101010101" pitchFamily="2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/>
          <a:ea typeface="宋体" panose="02010600030101010101" pitchFamily="2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/>
          <a:ea typeface="宋体" panose="02010600030101010101" pitchFamily="2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/>
          <a:ea typeface="宋体" panose="02010600030101010101" pitchFamily="2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/>
          <a:ea typeface="宋体" panose="02010600030101010101" pitchFamily="2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/>
          <a:ea typeface="宋体" panose="02010600030101010101" pitchFamily="2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74" name="组合 55"/>
          <p:cNvGrpSpPr/>
          <p:nvPr/>
        </p:nvGrpSpPr>
        <p:grpSpPr>
          <a:xfrm rot="9684734">
            <a:off x="33338" y="-1398587"/>
            <a:ext cx="11934825" cy="9375775"/>
            <a:chOff x="710400" y="-2376019"/>
            <a:chExt cx="8950249" cy="9376229"/>
          </a:xfrm>
        </p:grpSpPr>
        <p:grpSp>
          <p:nvGrpSpPr>
            <p:cNvPr id="3086" name="组合 53"/>
            <p:cNvGrpSpPr/>
            <p:nvPr userDrawn="1"/>
          </p:nvGrpSpPr>
          <p:grpSpPr>
            <a:xfrm rot="-2136584">
              <a:off x="1726934" y="-2376019"/>
              <a:ext cx="7933715" cy="9376229"/>
              <a:chOff x="82930" y="-1121773"/>
              <a:chExt cx="7933715" cy="9376229"/>
            </a:xfrm>
          </p:grpSpPr>
          <p:grpSp>
            <p:nvGrpSpPr>
              <p:cNvPr id="3088" name="组合 51"/>
              <p:cNvGrpSpPr/>
              <p:nvPr userDrawn="1"/>
            </p:nvGrpSpPr>
            <p:grpSpPr>
              <a:xfrm rot="-479667">
                <a:off x="82930" y="-1121773"/>
                <a:ext cx="7933715" cy="9376229"/>
                <a:chOff x="92167" y="-1149482"/>
                <a:chExt cx="7933715" cy="9376229"/>
              </a:xfrm>
            </p:grpSpPr>
            <p:grpSp>
              <p:nvGrpSpPr>
                <p:cNvPr id="3090" name="组合 43"/>
                <p:cNvGrpSpPr/>
                <p:nvPr userDrawn="1"/>
              </p:nvGrpSpPr>
              <p:grpSpPr>
                <a:xfrm rot="-3317749">
                  <a:off x="-629090" y="-428225"/>
                  <a:ext cx="9376229" cy="7933715"/>
                  <a:chOff x="-629090" y="-428225"/>
                  <a:chExt cx="9376229" cy="7933715"/>
                </a:xfrm>
              </p:grpSpPr>
              <p:grpSp>
                <p:nvGrpSpPr>
                  <p:cNvPr id="3094" name="组合 41"/>
                  <p:cNvGrpSpPr/>
                  <p:nvPr userDrawn="1"/>
                </p:nvGrpSpPr>
                <p:grpSpPr>
                  <a:xfrm rot="1051382">
                    <a:off x="-629090" y="-428225"/>
                    <a:ext cx="9376229" cy="7933715"/>
                    <a:chOff x="-629090" y="-428225"/>
                    <a:chExt cx="9376229" cy="7933715"/>
                  </a:xfrm>
                </p:grpSpPr>
                <p:grpSp>
                  <p:nvGrpSpPr>
                    <p:cNvPr id="3096" name="组合 39"/>
                    <p:cNvGrpSpPr/>
                    <p:nvPr userDrawn="1"/>
                  </p:nvGrpSpPr>
                  <p:grpSpPr>
                    <a:xfrm rot="601921">
                      <a:off x="-629090" y="-428225"/>
                      <a:ext cx="9376229" cy="7933715"/>
                      <a:chOff x="-675270" y="-397912"/>
                      <a:chExt cx="9376229" cy="7933715"/>
                    </a:xfrm>
                  </p:grpSpPr>
                  <p:grpSp>
                    <p:nvGrpSpPr>
                      <p:cNvPr id="3098" name="组合 37"/>
                      <p:cNvGrpSpPr/>
                      <p:nvPr userDrawn="1"/>
                    </p:nvGrpSpPr>
                    <p:grpSpPr>
                      <a:xfrm rot="-5400000">
                        <a:off x="45987" y="-1119169"/>
                        <a:ext cx="7933715" cy="9376229"/>
                        <a:chOff x="36751" y="-1116788"/>
                        <a:chExt cx="7933715" cy="9376229"/>
                      </a:xfrm>
                    </p:grpSpPr>
                    <p:grpSp>
                      <p:nvGrpSpPr>
                        <p:cNvPr id="3100" name="组合 31"/>
                        <p:cNvGrpSpPr/>
                        <p:nvPr userDrawn="1"/>
                      </p:nvGrpSpPr>
                      <p:grpSpPr>
                        <a:xfrm rot="3973089">
                          <a:off x="-199943" y="89032"/>
                          <a:ext cx="9376229" cy="6964589"/>
                          <a:chOff x="-1018649" y="-29029"/>
                          <a:chExt cx="9376229" cy="6964589"/>
                        </a:xfrm>
                      </p:grpSpPr>
                      <p:grpSp>
                        <p:nvGrpSpPr>
                          <p:cNvPr id="3102" name="组合 2"/>
                          <p:cNvGrpSpPr/>
                          <p:nvPr userDrawn="1"/>
                        </p:nvGrpSpPr>
                        <p:grpSpPr>
                          <a:xfrm rot="-7754967">
                            <a:off x="187171" y="-1234849"/>
                            <a:ext cx="6964589" cy="9376229"/>
                            <a:chOff x="187173" y="-1234849"/>
                            <a:chExt cx="6964589" cy="9376229"/>
                          </a:xfrm>
                        </p:grpSpPr>
                        <p:grpSp>
                          <p:nvGrpSpPr>
                            <p:cNvPr id="3105" name="组合 6"/>
                            <p:cNvGrpSpPr/>
                            <p:nvPr userDrawn="1"/>
                          </p:nvGrpSpPr>
                          <p:grpSpPr>
                            <a:xfrm rot="3780253">
                              <a:off x="-1018647" y="-29029"/>
                              <a:ext cx="9376229" cy="6964589"/>
                              <a:chOff x="-232231" y="-159654"/>
                              <a:chExt cx="9376229" cy="6964589"/>
                            </a:xfrm>
                          </p:grpSpPr>
                          <p:pic>
                            <p:nvPicPr>
                              <p:cNvPr id="3107" name="图片 7"/>
                              <p:cNvPicPr>
                                <a:picLocks noChangeAspect="1"/>
                              </p:cNvPicPr>
                              <p:nvPr/>
                            </p:nvPicPr>
                            <p:blipFill>
                              <a:blip r:embed="rId13"/>
                              <a:stretch>
                                <a:fillRect/>
                              </a:stretch>
                            </p:blipFill>
                            <p:spPr>
                              <a:xfrm>
                                <a:off x="-232231" y="-159654"/>
                                <a:ext cx="9376229" cy="6964589"/>
                              </a:xfrm>
                              <a:prstGeom prst="rect">
                                <a:avLst/>
                              </a:prstGeom>
                              <a:noFill/>
                              <a:ln w="9525">
                                <a:noFill/>
                              </a:ln>
                            </p:spPr>
                          </p:pic>
                          <p:pic>
                            <p:nvPicPr>
                              <p:cNvPr id="3108" name="图片 8"/>
                              <p:cNvPicPr>
                                <a:picLocks noChangeAspect="1"/>
                              </p:cNvPicPr>
                              <p:nvPr/>
                            </p:nvPicPr>
                            <p:blipFill>
                              <a:blip r:embed="rId14"/>
                              <a:stretch>
                                <a:fillRect/>
                              </a:stretch>
                            </p:blipFill>
                            <p:spPr>
                              <a:xfrm>
                                <a:off x="4574951" y="-116113"/>
                                <a:ext cx="4569047" cy="507633"/>
                              </a:xfrm>
                              <a:prstGeom prst="rect">
                                <a:avLst/>
                              </a:prstGeom>
                              <a:noFill/>
                              <a:ln w="9525">
                                <a:noFill/>
                              </a:ln>
                            </p:spPr>
                          </p:pic>
                          <p:pic>
                            <p:nvPicPr>
                              <p:cNvPr id="3109" name="图片 9"/>
                              <p:cNvPicPr>
                                <a:picLocks noChangeAspect="1"/>
                              </p:cNvPicPr>
                              <p:nvPr/>
                            </p:nvPicPr>
                            <p:blipFill>
                              <a:blip r:embed="rId14"/>
                              <a:stretch>
                                <a:fillRect/>
                              </a:stretch>
                            </p:blipFill>
                            <p:spPr>
                              <a:xfrm>
                                <a:off x="-138008" y="16916"/>
                                <a:ext cx="415238" cy="1586639"/>
                              </a:xfrm>
                              <a:prstGeom prst="rect">
                                <a:avLst/>
                              </a:prstGeom>
                              <a:noFill/>
                              <a:ln w="9525">
                                <a:noFill/>
                              </a:ln>
                            </p:spPr>
                          </p:pic>
                        </p:grpSp>
                        <p:pic>
                          <p:nvPicPr>
                            <p:cNvPr id="3106" name="图片 1"/>
                            <p:cNvPicPr>
                              <a:picLocks noChangeAspect="1"/>
                            </p:cNvPicPr>
                            <p:nvPr userDrawn="1"/>
                          </p:nvPicPr>
                          <p:blipFill>
                            <a:blip r:embed="rId15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885771" y="1247054"/>
                              <a:ext cx="257175" cy="4017674"/>
                            </a:xfrm>
                            <a:prstGeom prst="rect">
                              <a:avLst/>
                            </a:prstGeom>
                            <a:noFill/>
                            <a:ln w="9525">
                              <a:noFill/>
                            </a:ln>
                          </p:spPr>
                        </p:pic>
                      </p:grpSp>
                      <p:pic>
                        <p:nvPicPr>
                          <p:cNvPr id="3103" name="图片 3"/>
                          <p:cNvPicPr>
                            <a:picLocks noChangeAspect="1"/>
                          </p:cNvPicPr>
                          <p:nvPr userDrawn="1"/>
                        </p:nvPicPr>
                        <p:blipFill>
                          <a:blip r:embed="rId16"/>
                          <a:stretch>
                            <a:fillRect/>
                          </a:stretch>
                        </p:blipFill>
                        <p:spPr>
                          <a:xfrm>
                            <a:off x="4921275" y="1802062"/>
                            <a:ext cx="333375" cy="1514475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noFill/>
                          </a:ln>
                        </p:spPr>
                      </p:pic>
                      <p:pic>
                        <p:nvPicPr>
                          <p:cNvPr id="3104" name="图片 30"/>
                          <p:cNvPicPr>
                            <a:picLocks noChangeAspect="1"/>
                          </p:cNvPicPr>
                          <p:nvPr userDrawn="1"/>
                        </p:nvPicPr>
                        <p:blipFill>
                          <a:blip r:embed="rId17"/>
                          <a:stretch>
                            <a:fillRect/>
                          </a:stretch>
                        </p:blipFill>
                        <p:spPr>
                          <a:xfrm>
                            <a:off x="4506914" y="2559300"/>
                            <a:ext cx="1061190" cy="1685925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noFill/>
                          </a:ln>
                        </p:spPr>
                      </p:pic>
                    </p:grpSp>
                    <p:pic>
                      <p:nvPicPr>
                        <p:cNvPr id="3101" name="图片 36"/>
                        <p:cNvPicPr>
                          <a:picLocks noChangeAspect="1"/>
                        </p:cNvPicPr>
                        <p:nvPr userDrawn="1"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 rot="1627250">
                          <a:off x="36751" y="2322588"/>
                          <a:ext cx="1609725" cy="152400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grpSp>
                  <p:pic>
                    <p:nvPicPr>
                      <p:cNvPr id="3099" name="图片 38"/>
                      <p:cNvPicPr>
                        <a:picLocks noChangeAspect="1"/>
                      </p:cNvPicPr>
                      <p:nvPr userDrawn="1"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2555731" y="5616468"/>
                        <a:ext cx="1000270" cy="381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grpSp>
                <p:pic>
                  <p:nvPicPr>
                    <p:cNvPr id="3097" name="图片 40"/>
                    <p:cNvPicPr>
                      <a:picLocks noChangeAspect="1"/>
                    </p:cNvPicPr>
                    <p:nvPr userDrawn="1"/>
                  </p:nvPicPr>
                  <p:blipFill>
                    <a:blip r:embed="rId20"/>
                    <a:stretch>
                      <a:fillRect/>
                    </a:stretch>
                  </p:blipFill>
                  <p:spPr>
                    <a:xfrm rot="1072378" flipH="1">
                      <a:off x="2945750" y="5276159"/>
                      <a:ext cx="352336" cy="224677"/>
                    </a:xfrm>
                    <a:prstGeom prst="rect">
                      <a:avLst/>
                    </a:prstGeom>
                    <a:noFill/>
                    <a:ln w="9525">
                      <a:noFill/>
                    </a:ln>
                  </p:spPr>
                </p:pic>
              </p:grpSp>
              <p:pic>
                <p:nvPicPr>
                  <p:cNvPr id="3095" name="图片 42"/>
                  <p:cNvPicPr>
                    <a:picLocks noChangeAspect="1"/>
                  </p:cNvPicPr>
                  <p:nvPr userDrawn="1"/>
                </p:nvPicPr>
                <p:blipFill>
                  <a:blip r:embed="rId21"/>
                  <a:stretch>
                    <a:fillRect/>
                  </a:stretch>
                </p:blipFill>
                <p:spPr>
                  <a:xfrm rot="-297708">
                    <a:off x="2759164" y="4828529"/>
                    <a:ext cx="285750" cy="332252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</p:pic>
            </p:grpSp>
            <p:pic>
              <p:nvPicPr>
                <p:cNvPr id="3091" name="图片 44"/>
                <p:cNvPicPr>
                  <a:picLocks noChangeAspect="1"/>
                </p:cNvPicPr>
                <p:nvPr userDrawn="1"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3303098" y="473793"/>
                  <a:ext cx="209550" cy="942975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</p:pic>
            <p:pic>
              <p:nvPicPr>
                <p:cNvPr id="3092" name="图片 49"/>
                <p:cNvPicPr>
                  <a:picLocks noChangeAspect="1"/>
                </p:cNvPicPr>
                <p:nvPr userDrawn="1"/>
              </p:nvPicPr>
              <p:blipFill>
                <a:blip r:embed="rId23"/>
                <a:stretch>
                  <a:fillRect/>
                </a:stretch>
              </p:blipFill>
              <p:spPr>
                <a:xfrm rot="-192092">
                  <a:off x="3070145" y="637317"/>
                  <a:ext cx="227667" cy="122926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</p:pic>
            <p:pic>
              <p:nvPicPr>
                <p:cNvPr id="51" name="图片 50"/>
                <p:cNvPicPr>
                  <a:picLocks noChangeAspect="1"/>
                </p:cNvPicPr>
                <p:nvPr/>
              </p:nvPicPr>
              <p:blipFill>
                <a:blip r:embed="rId23" cstate="print"/>
                <a:stretch>
                  <a:fillRect/>
                </a:stretch>
              </p:blipFill>
              <p:spPr>
                <a:xfrm rot="13322952" flipV="1">
                  <a:off x="3070405" y="710668"/>
                  <a:ext cx="312621" cy="118251"/>
                </a:xfrm>
                <a:prstGeom prst="trapezoid">
                  <a:avLst>
                    <a:gd name="adj" fmla="val 76515"/>
                  </a:avLst>
                </a:prstGeom>
              </p:spPr>
            </p:pic>
          </p:grpSp>
          <p:pic>
            <p:nvPicPr>
              <p:cNvPr id="3089" name="图片 52"/>
              <p:cNvPicPr>
                <a:picLocks noChangeAspect="1"/>
              </p:cNvPicPr>
              <p:nvPr userDrawn="1"/>
            </p:nvPicPr>
            <p:blipFill>
              <a:blip r:embed="rId24"/>
              <a:stretch>
                <a:fillRect/>
              </a:stretch>
            </p:blipFill>
            <p:spPr>
              <a:xfrm>
                <a:off x="2344123" y="657147"/>
                <a:ext cx="320561" cy="272488"/>
              </a:xfrm>
              <a:prstGeom prst="rect">
                <a:avLst/>
              </a:prstGeom>
              <a:noFill/>
              <a:ln w="9525">
                <a:noFill/>
              </a:ln>
            </p:spPr>
          </p:pic>
        </p:grpSp>
        <p:pic>
          <p:nvPicPr>
            <p:cNvPr id="55" name="图片 54"/>
            <p:cNvPicPr>
              <a:picLocks noChangeAspect="1"/>
            </p:cNvPicPr>
            <p:nvPr/>
          </p:nvPicPr>
          <p:blipFill>
            <a:blip r:embed="rId25" cstate="print"/>
            <a:stretch>
              <a:fillRect/>
            </a:stretch>
          </p:blipFill>
          <p:spPr>
            <a:xfrm rot="21094279">
              <a:off x="710400" y="1070305"/>
              <a:ext cx="1938935" cy="132200"/>
            </a:xfrm>
            <a:prstGeom prst="trapezoid">
              <a:avLst/>
            </a:prstGeom>
          </p:spPr>
        </p:pic>
      </p:grpSp>
      <p:pic>
        <p:nvPicPr>
          <p:cNvPr id="3075" name="图片 56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 rot="-167860">
            <a:off x="2828925" y="3937000"/>
            <a:ext cx="5245100" cy="24765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076" name="Picture 4" descr="画儿"/>
          <p:cNvPicPr>
            <a:picLocks noChangeAspect="1"/>
          </p:cNvPicPr>
          <p:nvPr/>
        </p:nvPicPr>
        <p:blipFill>
          <a:blip r:embed="rId2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6615" t="6876" r="6429" b="5901"/>
          <a:stretch>
            <a:fillRect/>
          </a:stretch>
        </p:blipFill>
        <p:spPr>
          <a:xfrm rot="4001915">
            <a:off x="3852863" y="2092325"/>
            <a:ext cx="498475" cy="973138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</p:pic>
      <p:pic>
        <p:nvPicPr>
          <p:cNvPr id="3077" name="Picture 8" descr="纸箱子"/>
          <p:cNvPicPr>
            <a:picLocks noChangeAspect="1"/>
          </p:cNvPicPr>
          <p:nvPr/>
        </p:nvPicPr>
        <p:blipFill>
          <a:blip r:embed="rId28">
            <a:clrChange>
              <a:clrFrom>
                <a:srgbClr val="FFFDFA"/>
              </a:clrFrom>
              <a:clrTo>
                <a:srgbClr val="FFFDFA">
                  <a:alpha val="0"/>
                </a:srgbClr>
              </a:clrTo>
            </a:clrChange>
          </a:blip>
          <a:srcRect l="67061" t="3458" r="1027" b="68900"/>
          <a:stretch>
            <a:fillRect/>
          </a:stretch>
        </p:blipFill>
        <p:spPr>
          <a:xfrm>
            <a:off x="6492875" y="5181600"/>
            <a:ext cx="2536825" cy="13049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078" name="图片 59"/>
          <p:cNvPicPr>
            <a:picLocks noChangeAspect="1"/>
          </p:cNvPicPr>
          <p:nvPr/>
        </p:nvPicPr>
        <p:blipFill>
          <a:blip r:embed="rId29">
            <a:clrChange>
              <a:clrFrom>
                <a:srgbClr val="FFF9F2"/>
              </a:clrFrom>
              <a:clrTo>
                <a:srgbClr val="FFF9F2">
                  <a:alpha val="0"/>
                </a:srgbClr>
              </a:clrTo>
            </a:clrChange>
          </a:blip>
          <a:srcRect l="3502" t="8031" r="7834" b="28464"/>
          <a:stretch>
            <a:fillRect/>
          </a:stretch>
        </p:blipFill>
        <p:spPr>
          <a:xfrm>
            <a:off x="6492875" y="4748213"/>
            <a:ext cx="795338" cy="5730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079" name="图片 60"/>
          <p:cNvPicPr>
            <a:picLocks noChangeAspect="1"/>
          </p:cNvPicPr>
          <p:nvPr/>
        </p:nvPicPr>
        <p:blipFill>
          <a:blip r:embed="rId30">
            <a:clrChange>
              <a:clrFrom>
                <a:srgbClr val="D6D8DA"/>
              </a:clrFrom>
              <a:clrTo>
                <a:srgbClr val="D6D8DA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403725" y="3817938"/>
            <a:ext cx="1031875" cy="9493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080" name="图片 61"/>
          <p:cNvPicPr>
            <a:picLocks noChangeAspect="1"/>
          </p:cNvPicPr>
          <p:nvPr/>
        </p:nvPicPr>
        <p:blipFill>
          <a:blip r:embed="rId31">
            <a:clrChange>
              <a:clrFrom>
                <a:srgbClr val="686869"/>
              </a:clrFrom>
              <a:clrTo>
                <a:srgbClr val="686869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486400" y="2208213"/>
            <a:ext cx="1006475" cy="11588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081" name="图片 62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10240963" y="2327275"/>
            <a:ext cx="1841500" cy="28479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082" name="Picture 5" descr="书"/>
          <p:cNvPicPr>
            <a:picLocks noChangeAspect="1"/>
          </p:cNvPicPr>
          <p:nvPr/>
        </p:nvPicPr>
        <p:blipFill>
          <a:blip r:embed="rId3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 rot="660000">
            <a:off x="8562975" y="3248025"/>
            <a:ext cx="619125" cy="4635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083" name="图片 64"/>
          <p:cNvPicPr>
            <a:picLocks noChangeAspect="1"/>
          </p:cNvPicPr>
          <p:nvPr/>
        </p:nvPicPr>
        <p:blipFill>
          <a:blip r:embed="rId34">
            <a:clrChange>
              <a:clrFrom>
                <a:srgbClr val="686869"/>
              </a:clrFrom>
              <a:clrTo>
                <a:srgbClr val="686869">
                  <a:alpha val="0"/>
                </a:srgbClr>
              </a:clrTo>
            </a:clrChange>
          </a:blip>
          <a:stretch>
            <a:fillRect/>
          </a:stretch>
        </p:blipFill>
        <p:spPr>
          <a:xfrm rot="173766">
            <a:off x="8759825" y="4362450"/>
            <a:ext cx="2489200" cy="16446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084" name="图片 65"/>
          <p:cNvPicPr>
            <a:picLocks noChangeAspect="1"/>
          </p:cNvPicPr>
          <p:nvPr/>
        </p:nvPicPr>
        <p:blipFill>
          <a:blip r:embed="rId35">
            <a:clrChange>
              <a:clrFrom>
                <a:srgbClr val="D6D8DA"/>
              </a:clrFrom>
              <a:clrTo>
                <a:srgbClr val="D6D8DA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102100" y="1936750"/>
            <a:ext cx="1689100" cy="12255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085" name="图片 66"/>
          <p:cNvPicPr>
            <a:picLocks noChangeAspect="1"/>
          </p:cNvPicPr>
          <p:nvPr/>
        </p:nvPicPr>
        <p:blipFill>
          <a:blip r:embed="rId36">
            <a:clrChange>
              <a:clrFrom>
                <a:srgbClr val="D6D8DA"/>
              </a:clrFrom>
              <a:clrTo>
                <a:srgbClr val="D6D8DA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-57150" y="1787525"/>
            <a:ext cx="2474913" cy="2333625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/>
          <a:ea typeface="宋体" panose="02010600030101010101" pitchFamily="2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/>
          <a:ea typeface="宋体" panose="02010600030101010101" pitchFamily="2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/>
          <a:ea typeface="宋体" panose="02010600030101010101" pitchFamily="2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/>
          <a:ea typeface="宋体" panose="02010600030101010101" pitchFamily="2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/>
          <a:ea typeface="宋体" panose="02010600030101010101" pitchFamily="2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/>
          <a:ea typeface="宋体" panose="02010600030101010101" pitchFamily="2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/>
          <a:ea typeface="宋体" panose="02010600030101010101" pitchFamily="2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/>
          <a:ea typeface="宋体" panose="02010600030101010101" pitchFamily="2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98" name="组合 55"/>
          <p:cNvGrpSpPr/>
          <p:nvPr/>
        </p:nvGrpSpPr>
        <p:grpSpPr>
          <a:xfrm rot="9684734">
            <a:off x="33338" y="-1398587"/>
            <a:ext cx="11934825" cy="9375775"/>
            <a:chOff x="710400" y="-2376019"/>
            <a:chExt cx="8950249" cy="9376229"/>
          </a:xfrm>
        </p:grpSpPr>
        <p:grpSp>
          <p:nvGrpSpPr>
            <p:cNvPr id="4104" name="组合 53"/>
            <p:cNvGrpSpPr/>
            <p:nvPr userDrawn="1"/>
          </p:nvGrpSpPr>
          <p:grpSpPr>
            <a:xfrm rot="-2136584">
              <a:off x="1726934" y="-2376019"/>
              <a:ext cx="7933715" cy="9376229"/>
              <a:chOff x="82930" y="-1121773"/>
              <a:chExt cx="7933715" cy="9376229"/>
            </a:xfrm>
          </p:grpSpPr>
          <p:grpSp>
            <p:nvGrpSpPr>
              <p:cNvPr id="4106" name="组合 51"/>
              <p:cNvGrpSpPr/>
              <p:nvPr userDrawn="1"/>
            </p:nvGrpSpPr>
            <p:grpSpPr>
              <a:xfrm rot="-479667">
                <a:off x="82930" y="-1121773"/>
                <a:ext cx="7933715" cy="9376229"/>
                <a:chOff x="92167" y="-1149482"/>
                <a:chExt cx="7933715" cy="9376229"/>
              </a:xfrm>
            </p:grpSpPr>
            <p:grpSp>
              <p:nvGrpSpPr>
                <p:cNvPr id="4108" name="组合 43"/>
                <p:cNvGrpSpPr/>
                <p:nvPr userDrawn="1"/>
              </p:nvGrpSpPr>
              <p:grpSpPr>
                <a:xfrm rot="-3317749">
                  <a:off x="-629090" y="-428225"/>
                  <a:ext cx="9376229" cy="7933715"/>
                  <a:chOff x="-629090" y="-428225"/>
                  <a:chExt cx="9376229" cy="7933715"/>
                </a:xfrm>
              </p:grpSpPr>
              <p:grpSp>
                <p:nvGrpSpPr>
                  <p:cNvPr id="4112" name="组合 41"/>
                  <p:cNvGrpSpPr/>
                  <p:nvPr userDrawn="1"/>
                </p:nvGrpSpPr>
                <p:grpSpPr>
                  <a:xfrm rot="1051382">
                    <a:off x="-629090" y="-428225"/>
                    <a:ext cx="9376229" cy="7933715"/>
                    <a:chOff x="-629090" y="-428225"/>
                    <a:chExt cx="9376229" cy="7933715"/>
                  </a:xfrm>
                </p:grpSpPr>
                <p:grpSp>
                  <p:nvGrpSpPr>
                    <p:cNvPr id="4114" name="组合 39"/>
                    <p:cNvGrpSpPr/>
                    <p:nvPr userDrawn="1"/>
                  </p:nvGrpSpPr>
                  <p:grpSpPr>
                    <a:xfrm rot="601921">
                      <a:off x="-629090" y="-428225"/>
                      <a:ext cx="9376229" cy="7933715"/>
                      <a:chOff x="-675270" y="-397912"/>
                      <a:chExt cx="9376229" cy="7933715"/>
                    </a:xfrm>
                  </p:grpSpPr>
                  <p:grpSp>
                    <p:nvGrpSpPr>
                      <p:cNvPr id="4116" name="组合 37"/>
                      <p:cNvGrpSpPr/>
                      <p:nvPr userDrawn="1"/>
                    </p:nvGrpSpPr>
                    <p:grpSpPr>
                      <a:xfrm rot="-5400000">
                        <a:off x="45987" y="-1119169"/>
                        <a:ext cx="7933715" cy="9376229"/>
                        <a:chOff x="36751" y="-1116788"/>
                        <a:chExt cx="7933715" cy="9376229"/>
                      </a:xfrm>
                    </p:grpSpPr>
                    <p:grpSp>
                      <p:nvGrpSpPr>
                        <p:cNvPr id="4118" name="组合 31"/>
                        <p:cNvGrpSpPr/>
                        <p:nvPr userDrawn="1"/>
                      </p:nvGrpSpPr>
                      <p:grpSpPr>
                        <a:xfrm rot="3973089">
                          <a:off x="-199943" y="89032"/>
                          <a:ext cx="9376229" cy="6964589"/>
                          <a:chOff x="-1018649" y="-29029"/>
                          <a:chExt cx="9376229" cy="6964589"/>
                        </a:xfrm>
                      </p:grpSpPr>
                      <p:grpSp>
                        <p:nvGrpSpPr>
                          <p:cNvPr id="4120" name="组合 2"/>
                          <p:cNvGrpSpPr/>
                          <p:nvPr userDrawn="1"/>
                        </p:nvGrpSpPr>
                        <p:grpSpPr>
                          <a:xfrm rot="-7754967">
                            <a:off x="187171" y="-1234849"/>
                            <a:ext cx="6964589" cy="9376229"/>
                            <a:chOff x="187173" y="-1234849"/>
                            <a:chExt cx="6964589" cy="9376229"/>
                          </a:xfrm>
                        </p:grpSpPr>
                        <p:grpSp>
                          <p:nvGrpSpPr>
                            <p:cNvPr id="4123" name="组合 6"/>
                            <p:cNvGrpSpPr/>
                            <p:nvPr userDrawn="1"/>
                          </p:nvGrpSpPr>
                          <p:grpSpPr>
                            <a:xfrm rot="3780253">
                              <a:off x="-1018647" y="-29029"/>
                              <a:ext cx="9376229" cy="6964589"/>
                              <a:chOff x="-232231" y="-159654"/>
                              <a:chExt cx="9376229" cy="6964589"/>
                            </a:xfrm>
                          </p:grpSpPr>
                          <p:pic>
                            <p:nvPicPr>
                              <p:cNvPr id="4125" name="图片 7"/>
                              <p:cNvPicPr>
                                <a:picLocks noChangeAspect="1"/>
                              </p:cNvPicPr>
                              <p:nvPr/>
                            </p:nvPicPr>
                            <p:blipFill>
                              <a:blip r:embed="rId13"/>
                              <a:stretch>
                                <a:fillRect/>
                              </a:stretch>
                            </p:blipFill>
                            <p:spPr>
                              <a:xfrm>
                                <a:off x="-232231" y="-159654"/>
                                <a:ext cx="9376229" cy="6964589"/>
                              </a:xfrm>
                              <a:prstGeom prst="rect">
                                <a:avLst/>
                              </a:prstGeom>
                              <a:noFill/>
                              <a:ln w="9525">
                                <a:noFill/>
                              </a:ln>
                            </p:spPr>
                          </p:pic>
                          <p:pic>
                            <p:nvPicPr>
                              <p:cNvPr id="4126" name="图片 8"/>
                              <p:cNvPicPr>
                                <a:picLocks noChangeAspect="1"/>
                              </p:cNvPicPr>
                              <p:nvPr/>
                            </p:nvPicPr>
                            <p:blipFill>
                              <a:blip r:embed="rId14"/>
                              <a:stretch>
                                <a:fillRect/>
                              </a:stretch>
                            </p:blipFill>
                            <p:spPr>
                              <a:xfrm>
                                <a:off x="4574951" y="-116113"/>
                                <a:ext cx="4569047" cy="507633"/>
                              </a:xfrm>
                              <a:prstGeom prst="rect">
                                <a:avLst/>
                              </a:prstGeom>
                              <a:noFill/>
                              <a:ln w="9525">
                                <a:noFill/>
                              </a:ln>
                            </p:spPr>
                          </p:pic>
                          <p:pic>
                            <p:nvPicPr>
                              <p:cNvPr id="4127" name="图片 9"/>
                              <p:cNvPicPr>
                                <a:picLocks noChangeAspect="1"/>
                              </p:cNvPicPr>
                              <p:nvPr/>
                            </p:nvPicPr>
                            <p:blipFill>
                              <a:blip r:embed="rId14"/>
                              <a:stretch>
                                <a:fillRect/>
                              </a:stretch>
                            </p:blipFill>
                            <p:spPr>
                              <a:xfrm>
                                <a:off x="-138008" y="16916"/>
                                <a:ext cx="415238" cy="1586639"/>
                              </a:xfrm>
                              <a:prstGeom prst="rect">
                                <a:avLst/>
                              </a:prstGeom>
                              <a:noFill/>
                              <a:ln w="9525">
                                <a:noFill/>
                              </a:ln>
                            </p:spPr>
                          </p:pic>
                        </p:grpSp>
                        <p:pic>
                          <p:nvPicPr>
                            <p:cNvPr id="4124" name="图片 1"/>
                            <p:cNvPicPr>
                              <a:picLocks noChangeAspect="1"/>
                            </p:cNvPicPr>
                            <p:nvPr userDrawn="1"/>
                          </p:nvPicPr>
                          <p:blipFill>
                            <a:blip r:embed="rId15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885771" y="1247054"/>
                              <a:ext cx="257175" cy="4017674"/>
                            </a:xfrm>
                            <a:prstGeom prst="rect">
                              <a:avLst/>
                            </a:prstGeom>
                            <a:noFill/>
                            <a:ln w="9525">
                              <a:noFill/>
                            </a:ln>
                          </p:spPr>
                        </p:pic>
                      </p:grpSp>
                      <p:pic>
                        <p:nvPicPr>
                          <p:cNvPr id="4121" name="图片 3"/>
                          <p:cNvPicPr>
                            <a:picLocks noChangeAspect="1"/>
                          </p:cNvPicPr>
                          <p:nvPr userDrawn="1"/>
                        </p:nvPicPr>
                        <p:blipFill>
                          <a:blip r:embed="rId16"/>
                          <a:stretch>
                            <a:fillRect/>
                          </a:stretch>
                        </p:blipFill>
                        <p:spPr>
                          <a:xfrm>
                            <a:off x="4921275" y="1802062"/>
                            <a:ext cx="333375" cy="1514475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noFill/>
                          </a:ln>
                        </p:spPr>
                      </p:pic>
                      <p:pic>
                        <p:nvPicPr>
                          <p:cNvPr id="4122" name="图片 30"/>
                          <p:cNvPicPr>
                            <a:picLocks noChangeAspect="1"/>
                          </p:cNvPicPr>
                          <p:nvPr userDrawn="1"/>
                        </p:nvPicPr>
                        <p:blipFill>
                          <a:blip r:embed="rId17"/>
                          <a:stretch>
                            <a:fillRect/>
                          </a:stretch>
                        </p:blipFill>
                        <p:spPr>
                          <a:xfrm>
                            <a:off x="4506914" y="2559300"/>
                            <a:ext cx="1061190" cy="1685925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noFill/>
                          </a:ln>
                        </p:spPr>
                      </p:pic>
                    </p:grpSp>
                    <p:pic>
                      <p:nvPicPr>
                        <p:cNvPr id="4119" name="图片 36"/>
                        <p:cNvPicPr>
                          <a:picLocks noChangeAspect="1"/>
                        </p:cNvPicPr>
                        <p:nvPr userDrawn="1"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 rot="1627250">
                          <a:off x="36751" y="2322588"/>
                          <a:ext cx="1609725" cy="152400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grpSp>
                  <p:pic>
                    <p:nvPicPr>
                      <p:cNvPr id="4117" name="图片 38"/>
                      <p:cNvPicPr>
                        <a:picLocks noChangeAspect="1"/>
                      </p:cNvPicPr>
                      <p:nvPr userDrawn="1"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2555731" y="5616468"/>
                        <a:ext cx="1000270" cy="381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grpSp>
                <p:pic>
                  <p:nvPicPr>
                    <p:cNvPr id="4115" name="图片 40"/>
                    <p:cNvPicPr>
                      <a:picLocks noChangeAspect="1"/>
                    </p:cNvPicPr>
                    <p:nvPr userDrawn="1"/>
                  </p:nvPicPr>
                  <p:blipFill>
                    <a:blip r:embed="rId20"/>
                    <a:stretch>
                      <a:fillRect/>
                    </a:stretch>
                  </p:blipFill>
                  <p:spPr>
                    <a:xfrm rot="1072378" flipH="1">
                      <a:off x="2945750" y="5276159"/>
                      <a:ext cx="352336" cy="224677"/>
                    </a:xfrm>
                    <a:prstGeom prst="rect">
                      <a:avLst/>
                    </a:prstGeom>
                    <a:noFill/>
                    <a:ln w="9525">
                      <a:noFill/>
                    </a:ln>
                  </p:spPr>
                </p:pic>
              </p:grpSp>
              <p:pic>
                <p:nvPicPr>
                  <p:cNvPr id="4113" name="图片 42"/>
                  <p:cNvPicPr>
                    <a:picLocks noChangeAspect="1"/>
                  </p:cNvPicPr>
                  <p:nvPr userDrawn="1"/>
                </p:nvPicPr>
                <p:blipFill>
                  <a:blip r:embed="rId21"/>
                  <a:stretch>
                    <a:fillRect/>
                  </a:stretch>
                </p:blipFill>
                <p:spPr>
                  <a:xfrm rot="-297708">
                    <a:off x="2759164" y="4828529"/>
                    <a:ext cx="285750" cy="332252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</p:pic>
            </p:grpSp>
            <p:pic>
              <p:nvPicPr>
                <p:cNvPr id="4109" name="图片 44"/>
                <p:cNvPicPr>
                  <a:picLocks noChangeAspect="1"/>
                </p:cNvPicPr>
                <p:nvPr userDrawn="1"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3303098" y="473793"/>
                  <a:ext cx="209550" cy="942975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</p:pic>
            <p:pic>
              <p:nvPicPr>
                <p:cNvPr id="4110" name="图片 49"/>
                <p:cNvPicPr>
                  <a:picLocks noChangeAspect="1"/>
                </p:cNvPicPr>
                <p:nvPr userDrawn="1"/>
              </p:nvPicPr>
              <p:blipFill>
                <a:blip r:embed="rId23"/>
                <a:stretch>
                  <a:fillRect/>
                </a:stretch>
              </p:blipFill>
              <p:spPr>
                <a:xfrm rot="-192092">
                  <a:off x="3070145" y="637317"/>
                  <a:ext cx="227667" cy="122926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</p:pic>
            <p:pic>
              <p:nvPicPr>
                <p:cNvPr id="51" name="图片 50"/>
                <p:cNvPicPr>
                  <a:picLocks noChangeAspect="1"/>
                </p:cNvPicPr>
                <p:nvPr/>
              </p:nvPicPr>
              <p:blipFill>
                <a:blip r:embed="rId23" cstate="print"/>
                <a:stretch>
                  <a:fillRect/>
                </a:stretch>
              </p:blipFill>
              <p:spPr>
                <a:xfrm rot="13322952" flipV="1">
                  <a:off x="3070405" y="710668"/>
                  <a:ext cx="312621" cy="118251"/>
                </a:xfrm>
                <a:prstGeom prst="trapezoid">
                  <a:avLst>
                    <a:gd name="adj" fmla="val 76515"/>
                  </a:avLst>
                </a:prstGeom>
              </p:spPr>
            </p:pic>
          </p:grpSp>
          <p:pic>
            <p:nvPicPr>
              <p:cNvPr id="4107" name="图片 52"/>
              <p:cNvPicPr>
                <a:picLocks noChangeAspect="1"/>
              </p:cNvPicPr>
              <p:nvPr userDrawn="1"/>
            </p:nvPicPr>
            <p:blipFill>
              <a:blip r:embed="rId24"/>
              <a:stretch>
                <a:fillRect/>
              </a:stretch>
            </p:blipFill>
            <p:spPr>
              <a:xfrm>
                <a:off x="2344123" y="657147"/>
                <a:ext cx="320561" cy="272488"/>
              </a:xfrm>
              <a:prstGeom prst="rect">
                <a:avLst/>
              </a:prstGeom>
              <a:noFill/>
              <a:ln w="9525">
                <a:noFill/>
              </a:ln>
            </p:spPr>
          </p:pic>
        </p:grpSp>
        <p:pic>
          <p:nvPicPr>
            <p:cNvPr id="55" name="图片 54"/>
            <p:cNvPicPr>
              <a:picLocks noChangeAspect="1"/>
            </p:cNvPicPr>
            <p:nvPr/>
          </p:nvPicPr>
          <p:blipFill>
            <a:blip r:embed="rId25" cstate="print"/>
            <a:stretch>
              <a:fillRect/>
            </a:stretch>
          </p:blipFill>
          <p:spPr>
            <a:xfrm rot="21094279">
              <a:off x="710400" y="1070305"/>
              <a:ext cx="1938935" cy="132200"/>
            </a:xfrm>
            <a:prstGeom prst="trapezoid">
              <a:avLst/>
            </a:prstGeom>
          </p:spPr>
        </p:pic>
      </p:grpSp>
      <p:pic>
        <p:nvPicPr>
          <p:cNvPr id="4099" name="图片 56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 rot="-167860">
            <a:off x="2828925" y="3937000"/>
            <a:ext cx="5245100" cy="24765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100" name="图片 61"/>
          <p:cNvPicPr>
            <a:picLocks noChangeAspect="1"/>
          </p:cNvPicPr>
          <p:nvPr/>
        </p:nvPicPr>
        <p:blipFill>
          <a:blip r:embed="rId27">
            <a:clrChange>
              <a:clrFrom>
                <a:srgbClr val="686869"/>
              </a:clrFrom>
              <a:clrTo>
                <a:srgbClr val="686869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486400" y="2208213"/>
            <a:ext cx="1006475" cy="11588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101" name="图片 62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0240963" y="2327275"/>
            <a:ext cx="1841500" cy="28479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102" name="图片 64"/>
          <p:cNvPicPr>
            <a:picLocks noChangeAspect="1"/>
          </p:cNvPicPr>
          <p:nvPr/>
        </p:nvPicPr>
        <p:blipFill>
          <a:blip r:embed="rId29">
            <a:clrChange>
              <a:clrFrom>
                <a:srgbClr val="686869"/>
              </a:clrFrom>
              <a:clrTo>
                <a:srgbClr val="686869">
                  <a:alpha val="0"/>
                </a:srgbClr>
              </a:clrTo>
            </a:clrChange>
          </a:blip>
          <a:stretch>
            <a:fillRect/>
          </a:stretch>
        </p:blipFill>
        <p:spPr>
          <a:xfrm rot="173766">
            <a:off x="8759825" y="4362450"/>
            <a:ext cx="2489200" cy="16446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103" name="图片 66"/>
          <p:cNvPicPr>
            <a:picLocks noChangeAspect="1"/>
          </p:cNvPicPr>
          <p:nvPr/>
        </p:nvPicPr>
        <p:blipFill>
          <a:blip r:embed="rId30">
            <a:clrChange>
              <a:clrFrom>
                <a:srgbClr val="D6D8DA"/>
              </a:clrFrom>
              <a:clrTo>
                <a:srgbClr val="D6D8DA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-57150" y="1787525"/>
            <a:ext cx="2474913" cy="2333625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sldNum="0"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/>
          <a:ea typeface="宋体" panose="02010600030101010101" pitchFamily="2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/>
          <a:ea typeface="宋体" panose="02010600030101010101" pitchFamily="2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/>
          <a:ea typeface="宋体" panose="02010600030101010101" pitchFamily="2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/>
          <a:ea typeface="宋体" panose="02010600030101010101" pitchFamily="2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/>
          <a:ea typeface="宋体" panose="02010600030101010101" pitchFamily="2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/>
          <a:ea typeface="宋体" panose="02010600030101010101" pitchFamily="2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/>
          <a:ea typeface="宋体" panose="02010600030101010101" pitchFamily="2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/>
          <a:ea typeface="宋体" panose="02010600030101010101" pitchFamily="2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zh-CN" altLang="en-US" dirty="0"/>
              <a:t>单击此处编辑母版标题样式</a:t>
            </a:r>
            <a:endParaRPr lang="en-US" altLang="zh-CN" dirty="0"/>
          </a:p>
        </p:txBody>
      </p:sp>
      <p:sp>
        <p:nvSpPr>
          <p:cNvPr id="6147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altLang="zh-C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0" hangingPunct="0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0464502-B3EF-4F88-951B-D5E530C37E0C}" type="datetime1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2026/8/12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0" hangingPunct="0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pPr lvl="0" eaLnBrk="0" hangingPunct="0">
              <a:buNone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  <a:t>‹#›</a:t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711" r:id="rId2"/>
    <p:sldLayoutId id="2147483712" r:id="rId3"/>
    <p:sldLayoutId id="2147483713" r:id="rId4"/>
    <p:sldLayoutId id="2147483714" r:id="rId5"/>
    <p:sldLayoutId id="2147483715" r:id="rId6"/>
    <p:sldLayoutId id="2147483716" r:id="rId7"/>
    <p:sldLayoutId id="2147483717" r:id="rId8"/>
    <p:sldLayoutId id="2147483718" r:id="rId9"/>
    <p:sldLayoutId id="2147483719" r:id="rId10"/>
    <p:sldLayoutId id="2147483720" r:id="rId11"/>
  </p:sldLayoutIdLst>
  <p:hf sldNum="0"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/>
          <a:ea typeface="宋体" panose="02010600030101010101" pitchFamily="2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/>
          <a:ea typeface="宋体" panose="02010600030101010101" pitchFamily="2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/>
          <a:ea typeface="宋体" panose="02010600030101010101" pitchFamily="2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/>
          <a:ea typeface="宋体" panose="02010600030101010101" pitchFamily="2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/>
          <a:ea typeface="宋体" panose="02010600030101010101" pitchFamily="2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/>
          <a:ea typeface="宋体" panose="02010600030101010101" pitchFamily="2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/>
          <a:ea typeface="宋体" panose="02010600030101010101" pitchFamily="2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/>
          <a:ea typeface="宋体" panose="02010600030101010101" pitchFamily="2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5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7" Type="http://schemas.openxmlformats.org/officeDocument/2006/relationships/image" Target="../media/image3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3.xml"/><Relationship Id="rId6" Type="http://schemas.openxmlformats.org/officeDocument/2006/relationships/image" Target="../media/image32.jpeg"/><Relationship Id="rId5" Type="http://schemas.openxmlformats.org/officeDocument/2006/relationships/image" Target="../media/image31.jpeg"/><Relationship Id="rId4" Type="http://schemas.openxmlformats.org/officeDocument/2006/relationships/image" Target="../media/image30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3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jpeg"/><Relationship Id="rId3" Type="http://schemas.openxmlformats.org/officeDocument/2006/relationships/image" Target="../media/image35.jpeg"/><Relationship Id="rId7" Type="http://schemas.openxmlformats.org/officeDocument/2006/relationships/image" Target="../media/image39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3.xml"/><Relationship Id="rId6" Type="http://schemas.openxmlformats.org/officeDocument/2006/relationships/image" Target="../media/image38.jpeg"/><Relationship Id="rId5" Type="http://schemas.openxmlformats.org/officeDocument/2006/relationships/image" Target="../media/image37.jpeg"/><Relationship Id="rId4" Type="http://schemas.openxmlformats.org/officeDocument/2006/relationships/image" Target="../media/image36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3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tags" Target="../tags/tag9.xml"/><Relationship Id="rId3" Type="http://schemas.openxmlformats.org/officeDocument/2006/relationships/tags" Target="../tags/tag4.xml"/><Relationship Id="rId7" Type="http://schemas.openxmlformats.org/officeDocument/2006/relationships/tags" Target="../tags/tag8.xml"/><Relationship Id="rId12" Type="http://schemas.openxmlformats.org/officeDocument/2006/relationships/notesSlide" Target="../notesSlides/notesSlide16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11" Type="http://schemas.openxmlformats.org/officeDocument/2006/relationships/slideLayout" Target="../slideLayouts/slideLayout63.xml"/><Relationship Id="rId5" Type="http://schemas.openxmlformats.org/officeDocument/2006/relationships/tags" Target="../tags/tag6.xml"/><Relationship Id="rId10" Type="http://schemas.openxmlformats.org/officeDocument/2006/relationships/tags" Target="../tags/tag11.xml"/><Relationship Id="rId4" Type="http://schemas.openxmlformats.org/officeDocument/2006/relationships/tags" Target="../tags/tag5.xml"/><Relationship Id="rId9" Type="http://schemas.openxmlformats.org/officeDocument/2006/relationships/tags" Target="../tags/tag10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6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6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eg"/><Relationship Id="rId1" Type="http://schemas.openxmlformats.org/officeDocument/2006/relationships/slideLayout" Target="../slideLayouts/slideLayout6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eg"/><Relationship Id="rId1" Type="http://schemas.openxmlformats.org/officeDocument/2006/relationships/slideLayout" Target="../slideLayouts/slideLayout6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6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6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eg"/><Relationship Id="rId1" Type="http://schemas.openxmlformats.org/officeDocument/2006/relationships/slideLayout" Target="../slideLayouts/slideLayout6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eg"/><Relationship Id="rId1" Type="http://schemas.openxmlformats.org/officeDocument/2006/relationships/slideLayout" Target="../slideLayouts/slideLayout6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eg"/><Relationship Id="rId1" Type="http://schemas.openxmlformats.org/officeDocument/2006/relationships/slideLayout" Target="../slideLayouts/slideLayout6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jpeg"/><Relationship Id="rId1" Type="http://schemas.openxmlformats.org/officeDocument/2006/relationships/slideLayout" Target="../slideLayouts/slideLayout6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360488" y="447675"/>
            <a:ext cx="9144000" cy="2387600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第</a:t>
            </a:r>
            <a:r>
              <a:rPr kumimoji="0" lang="en-US" altLang="zh-CN" sz="40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</a:t>
            </a:r>
            <a:r>
              <a:rPr kumimoji="0" lang="en-US" altLang="zh-CN" sz="40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9</a:t>
            </a:r>
            <a:r>
              <a:rPr kumimoji="0" lang="en-US" altLang="zh-CN" sz="40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</a:t>
            </a:r>
            <a:r>
              <a:rPr kumimoji="0" lang="zh-CN" altLang="en-US" sz="40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课</a:t>
            </a:r>
          </a:p>
        </p:txBody>
      </p:sp>
      <p:sp>
        <p:nvSpPr>
          <p:cNvPr id="63491" name="Rectangle 3"/>
          <p:cNvSpPr>
            <a:spLocks noGrp="1"/>
          </p:cNvSpPr>
          <p:nvPr>
            <p:ph type="subTitle" idx="1"/>
          </p:nvPr>
        </p:nvSpPr>
        <p:spPr>
          <a:xfrm>
            <a:off x="1471613" y="3330575"/>
            <a:ext cx="9144000" cy="1655763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lnSpc>
                <a:spcPct val="70000"/>
              </a:lnSpc>
              <a:buClrTx/>
              <a:buSzTx/>
            </a:pPr>
            <a:r>
              <a:rPr lang="zh-CN" altLang="en-US" sz="5400" b="1" kern="12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+mn-cs"/>
              </a:rPr>
              <a:t>你儿子在哪儿工作</a:t>
            </a:r>
          </a:p>
        </p:txBody>
      </p:sp>
      <p:sp>
        <p:nvSpPr>
          <p:cNvPr id="4100" name="Text Box 4"/>
          <p:cNvSpPr txBox="1">
            <a:spLocks noChangeArrowheads="1"/>
          </p:cNvSpPr>
          <p:nvPr/>
        </p:nvSpPr>
        <p:spPr bwMode="auto">
          <a:xfrm>
            <a:off x="815975" y="1030288"/>
            <a:ext cx="3489325" cy="46196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8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"/>
              <a:defRPr sz="2000">
                <a:solidFill>
                  <a:schemeClr val="accent2"/>
                </a:solidFill>
                <a:latin typeface="Times New Roman" panose="02020603050405020304" pitchFamily="18" charset="0"/>
                <a:ea typeface="幼圆" panose="02010509060101010101" pitchFamily="49" charset="-122"/>
              </a:defRPr>
            </a:lvl1pPr>
            <a:lvl2pPr marL="742950" indent="-285750">
              <a:lnSpc>
                <a:spcPct val="130000"/>
              </a:lnSpc>
              <a:buFont typeface="Calibri" panose="020F0502020204030204" pitchFamily="34" charset="0"/>
              <a:buChar char=" 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幼圆" panose="02010509060101010101" pitchFamily="49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Calibri" panose="020F0502020204030204" pitchFamily="34" charset="0"/>
              <a:buChar char="•"/>
              <a:defRPr sz="2000">
                <a:solidFill>
                  <a:srgbClr val="7F7F7F"/>
                </a:solidFill>
                <a:latin typeface="Times New Roman" panose="02020603050405020304" pitchFamily="18" charset="0"/>
                <a:ea typeface="幼圆" panose="02010509060101010101" pitchFamily="49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Calibri" panose="020F0502020204030204" pitchFamily="34" charset="0"/>
              <a:buChar char="•"/>
              <a:defRPr>
                <a:solidFill>
                  <a:srgbClr val="7F7F7F"/>
                </a:solidFill>
                <a:latin typeface="Times New Roman" panose="02020603050405020304" pitchFamily="18" charset="0"/>
                <a:ea typeface="幼圆" panose="02010509060101010101" pitchFamily="49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Calibri" panose="020F0502020204030204" pitchFamily="34" charset="0"/>
              <a:buChar char="•"/>
              <a:defRPr>
                <a:solidFill>
                  <a:srgbClr val="7F7F7F"/>
                </a:solidFill>
                <a:latin typeface="Times New Roman" panose="02020603050405020304" pitchFamily="18" charset="0"/>
                <a:ea typeface="幼圆" panose="02010509060101010101" pitchFamily="49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>
                <a:solidFill>
                  <a:srgbClr val="7F7F7F"/>
                </a:solidFill>
                <a:latin typeface="Times New Roman" panose="02020603050405020304" pitchFamily="18" charset="0"/>
                <a:ea typeface="幼圆" panose="02010509060101010101" pitchFamily="49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>
                <a:solidFill>
                  <a:srgbClr val="7F7F7F"/>
                </a:solidFill>
                <a:latin typeface="Times New Roman" panose="02020603050405020304" pitchFamily="18" charset="0"/>
                <a:ea typeface="幼圆" panose="02010509060101010101" pitchFamily="49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>
                <a:solidFill>
                  <a:srgbClr val="7F7F7F"/>
                </a:solidFill>
                <a:latin typeface="Times New Roman" panose="02020603050405020304" pitchFamily="18" charset="0"/>
                <a:ea typeface="幼圆" panose="02010509060101010101" pitchFamily="49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>
                <a:solidFill>
                  <a:srgbClr val="7F7F7F"/>
                </a:solidFill>
                <a:latin typeface="Times New Roman" panose="02020603050405020304" pitchFamily="18" charset="0"/>
                <a:ea typeface="幼圆" panose="02010509060101010101" pitchFamily="49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D09E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《HSK标准教程》第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D09E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1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D09E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册</a:t>
            </a:r>
          </a:p>
        </p:txBody>
      </p:sp>
      <p:pic>
        <p:nvPicPr>
          <p:cNvPr id="63493" name="Picture 2"/>
          <p:cNvPicPr>
            <a:picLocks noChangeAspect="1"/>
          </p:cNvPicPr>
          <p:nvPr/>
        </p:nvPicPr>
        <p:blipFill>
          <a:blip r:embed="rId2">
            <a:clrChange>
              <a:clrFrom>
                <a:srgbClr val="FDFDFD"/>
              </a:clrFrom>
              <a:clrTo>
                <a:srgbClr val="FDFDFD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33375" y="708025"/>
            <a:ext cx="754063" cy="8128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4514" name="AutoShape 4"/>
          <p:cNvCxnSpPr/>
          <p:nvPr/>
        </p:nvCxnSpPr>
        <p:spPr>
          <a:xfrm flipH="1" flipV="1">
            <a:off x="120650" y="0"/>
            <a:ext cx="12700" cy="6872288"/>
          </a:xfrm>
          <a:prstGeom prst="straightConnector1">
            <a:avLst/>
          </a:prstGeom>
          <a:ln w="228600" cap="flat" cmpd="sng">
            <a:solidFill>
              <a:srgbClr val="008080"/>
            </a:solidFill>
            <a:prstDash val="solid"/>
            <a:headEnd type="none" w="med" len="med"/>
            <a:tailEnd type="none" w="med" len="med"/>
          </a:ln>
        </p:spPr>
      </p:cxnSp>
      <p:grpSp>
        <p:nvGrpSpPr>
          <p:cNvPr id="64515" name="组合 8"/>
          <p:cNvGrpSpPr/>
          <p:nvPr/>
        </p:nvGrpSpPr>
        <p:grpSpPr>
          <a:xfrm>
            <a:off x="307975" y="6350"/>
            <a:ext cx="2568575" cy="646113"/>
            <a:chOff x="308629" y="6819"/>
            <a:chExt cx="2568221" cy="646331"/>
          </a:xfrm>
        </p:grpSpPr>
        <p:sp>
          <p:nvSpPr>
            <p:cNvPr id="3" name="Text Box 4"/>
            <p:cNvSpPr txBox="1">
              <a:spLocks noChangeArrowheads="1"/>
            </p:cNvSpPr>
            <p:nvPr/>
          </p:nvSpPr>
          <p:spPr bwMode="auto">
            <a:xfrm>
              <a:off x="329264" y="6819"/>
              <a:ext cx="2547586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8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"/>
                <a:defRPr sz="2000">
                  <a:solidFill>
                    <a:schemeClr val="accent2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1pPr>
              <a:lvl2pPr marL="742950" indent="-285750">
                <a:lnSpc>
                  <a:spcPct val="130000"/>
                </a:lnSpc>
                <a:buFont typeface="Calibri" panose="020F0502020204030204" pitchFamily="34" charset="0"/>
                <a:buChar char=" 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 sz="2000"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3600" b="1" i="0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拼音</a:t>
              </a:r>
              <a:r>
                <a:rPr kumimoji="0" lang="en-US" altLang="zh-CN" sz="3600" b="1" i="1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Pinyin</a:t>
              </a:r>
              <a:endParaRPr kumimoji="0" lang="zh-CN" altLang="en-US" sz="3600" b="1" i="1" u="none" strike="noStrike" kern="1200" cap="none" spc="0" normalizeH="0" baseline="0" noProof="0" dirty="0">
                <a:ln>
                  <a:noFill/>
                </a:ln>
                <a:solidFill>
                  <a:srgbClr val="D09E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endParaRPr>
            </a:p>
          </p:txBody>
        </p:sp>
        <p:cxnSp>
          <p:nvCxnSpPr>
            <p:cNvPr id="5" name="直接连接符 4"/>
            <p:cNvCxnSpPr/>
            <p:nvPr/>
          </p:nvCxnSpPr>
          <p:spPr>
            <a:xfrm>
              <a:off x="308629" y="653150"/>
              <a:ext cx="2568221" cy="0"/>
            </a:xfrm>
            <a:prstGeom prst="line">
              <a:avLst/>
            </a:prstGeom>
            <a:ln w="69850" cmpd="thickThin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64516" name="Picture 6" descr="E:\HSK1\新建文件夹\1课\1-09猫-微图ps2299392（25）.jpg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-6308725" y="-6210300"/>
            <a:ext cx="2160588" cy="143986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4517" name="Picture 5" descr="E:\HSK1\新建文件夹\1课\1-08笔-微图ps1714897（25）.jpg"/>
          <p:cNvPicPr preferRelativeResize="0"/>
          <p:nvPr/>
        </p:nvPicPr>
        <p:blipFill>
          <a:blip r:embed="rId4"/>
          <a:stretch>
            <a:fillRect/>
          </a:stretch>
        </p:blipFill>
        <p:spPr>
          <a:xfrm>
            <a:off x="663575" y="4367213"/>
            <a:ext cx="2160588" cy="1439862"/>
          </a:xfrm>
          <a:prstGeom prst="rect">
            <a:avLst/>
          </a:prstGeom>
          <a:noFill/>
          <a:ln w="9525" cap="flat" cmpd="sng">
            <a:solidFill>
              <a:schemeClr val="tx2"/>
            </a:solidFill>
            <a:prstDash val="solid"/>
            <a:miter/>
            <a:headEnd type="none" w="med" len="med"/>
            <a:tailEnd type="none" w="med" len="med"/>
          </a:ln>
        </p:spPr>
      </p:pic>
      <p:sp>
        <p:nvSpPr>
          <p:cNvPr id="64518" name="TextBox 28"/>
          <p:cNvSpPr txBox="1"/>
          <p:nvPr/>
        </p:nvSpPr>
        <p:spPr>
          <a:xfrm>
            <a:off x="849313" y="2955925"/>
            <a:ext cx="2041525" cy="9540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ctr" eaLnBrk="0" hangingPunct="0">
              <a:buNone/>
            </a:pPr>
            <a:r>
              <a:rPr lang="en-US" altLang="zh-CN" sz="2800" b="1" dirty="0">
                <a:latin typeface="GB Pinyinok-D"/>
                <a:ea typeface="GB Pinyinok-D"/>
              </a:rPr>
              <a:t>miànbāo</a:t>
            </a:r>
            <a:r>
              <a:rPr lang="zh-CN" altLang="en-US" sz="2800" b="1" dirty="0">
                <a:latin typeface="SimSun-ExtB" panose="02010609060101010101" pitchFamily="49" charset="-122"/>
                <a:ea typeface="SimSun-ExtB" panose="02010609060101010101" pitchFamily="49" charset="-122"/>
              </a:rPr>
              <a:t>   面包</a:t>
            </a:r>
            <a:endParaRPr lang="zh-CN" altLang="en-US" sz="2800" dirty="0">
              <a:latin typeface="SimSun-ExtB" panose="02010609060101010101" pitchFamily="49" charset="-122"/>
              <a:ea typeface="SimSun-ExtB" panose="02010609060101010101" pitchFamily="49" charset="-122"/>
            </a:endParaRPr>
          </a:p>
        </p:txBody>
      </p:sp>
      <p:pic>
        <p:nvPicPr>
          <p:cNvPr id="64519" name="Picture 7" descr="E:\HSK1\新建文件夹\1课\1-09猫-微图ps2299392（25）.jpg"/>
          <p:cNvPicPr preferRelativeResize="0"/>
          <p:nvPr/>
        </p:nvPicPr>
        <p:blipFill>
          <a:blip r:embed="rId5"/>
          <a:stretch>
            <a:fillRect/>
          </a:stretch>
        </p:blipFill>
        <p:spPr>
          <a:xfrm>
            <a:off x="3533775" y="4351338"/>
            <a:ext cx="2160588" cy="1439862"/>
          </a:xfrm>
          <a:prstGeom prst="rect">
            <a:avLst/>
          </a:prstGeom>
          <a:noFill/>
          <a:ln w="9525" cap="flat" cmpd="sng">
            <a:solidFill>
              <a:schemeClr val="tx2"/>
            </a:solidFill>
            <a:prstDash val="solid"/>
            <a:miter/>
            <a:headEnd type="none" w="med" len="med"/>
            <a:tailEnd type="none" w="med" len="med"/>
          </a:ln>
        </p:spPr>
      </p:pic>
      <p:sp>
        <p:nvSpPr>
          <p:cNvPr id="64520" name="TextBox 29"/>
          <p:cNvSpPr txBox="1"/>
          <p:nvPr/>
        </p:nvSpPr>
        <p:spPr>
          <a:xfrm>
            <a:off x="3611563" y="2932113"/>
            <a:ext cx="2122487" cy="9540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ctr" eaLnBrk="0" hangingPunct="0">
              <a:buNone/>
            </a:pPr>
            <a:r>
              <a:rPr lang="en-US" altLang="zh-CN" sz="2800" b="1" dirty="0">
                <a:latin typeface="GB Pinyinok-D"/>
                <a:ea typeface="GB Pinyinok-D"/>
              </a:rPr>
              <a:t>miàntiáo</a:t>
            </a:r>
          </a:p>
          <a:p>
            <a:pPr algn="ctr" eaLnBrk="0" hangingPunct="0">
              <a:buNone/>
            </a:pPr>
            <a:r>
              <a:rPr lang="zh-CN" altLang="en-US" sz="2800" b="1" dirty="0">
                <a:latin typeface="SimSun-ExtB" panose="02010609060101010101" pitchFamily="49" charset="-122"/>
                <a:ea typeface="SimSun-ExtB" panose="02010609060101010101" pitchFamily="49" charset="-122"/>
              </a:rPr>
              <a:t>面条</a:t>
            </a:r>
            <a:endParaRPr lang="zh-CN" altLang="en-US" sz="2800" dirty="0">
              <a:latin typeface="SimSun-ExtB" panose="02010609060101010101" pitchFamily="49" charset="-122"/>
              <a:ea typeface="SimSun-ExtB" panose="02010609060101010101" pitchFamily="49" charset="-122"/>
            </a:endParaRPr>
          </a:p>
        </p:txBody>
      </p:sp>
      <p:pic>
        <p:nvPicPr>
          <p:cNvPr id="64521" name="Picture 8" descr="E:\HSK1\新建文件夹\1课\1-10岛-前图38591017（20）替换.jpg"/>
          <p:cNvPicPr preferRelativeResize="0"/>
          <p:nvPr/>
        </p:nvPicPr>
        <p:blipFill>
          <a:blip r:embed="rId6"/>
          <a:stretch>
            <a:fillRect/>
          </a:stretch>
        </p:blipFill>
        <p:spPr>
          <a:xfrm>
            <a:off x="6503988" y="4352925"/>
            <a:ext cx="2160587" cy="1439863"/>
          </a:xfrm>
          <a:prstGeom prst="rect">
            <a:avLst/>
          </a:prstGeom>
          <a:noFill/>
          <a:ln w="9525" cap="flat" cmpd="sng">
            <a:solidFill>
              <a:schemeClr val="tx2"/>
            </a:solidFill>
            <a:prstDash val="solid"/>
            <a:miter/>
            <a:headEnd type="none" w="med" len="med"/>
            <a:tailEnd type="none" w="med" len="med"/>
          </a:ln>
        </p:spPr>
      </p:pic>
      <p:sp>
        <p:nvSpPr>
          <p:cNvPr id="64522" name="TextBox 30"/>
          <p:cNvSpPr txBox="1"/>
          <p:nvPr/>
        </p:nvSpPr>
        <p:spPr>
          <a:xfrm>
            <a:off x="6619875" y="2933700"/>
            <a:ext cx="1925638" cy="9540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ctr" eaLnBrk="0" hangingPunct="0">
              <a:buNone/>
            </a:pPr>
            <a:r>
              <a:rPr lang="en-US" altLang="zh-CN" sz="2800" dirty="0">
                <a:latin typeface="Arial" panose="020B0604020202020204" pitchFamily="34" charset="0"/>
              </a:rPr>
              <a:t> </a:t>
            </a:r>
            <a:r>
              <a:rPr lang="en-US" altLang="zh-CN" sz="2800" b="1" dirty="0">
                <a:latin typeface="GB Pinyinok-D"/>
                <a:ea typeface="GB Pinyinok-D"/>
              </a:rPr>
              <a:t>diànnǎo</a:t>
            </a:r>
          </a:p>
          <a:p>
            <a:pPr algn="ctr" eaLnBrk="0" hangingPunct="0">
              <a:buNone/>
            </a:pPr>
            <a:r>
              <a:rPr lang="zh-CN" altLang="en-US" sz="2800" b="1" dirty="0">
                <a:latin typeface="SimSun-ExtB" panose="02010609060101010101" pitchFamily="49" charset="-122"/>
                <a:ea typeface="SimSun-ExtB" panose="02010609060101010101" pitchFamily="49" charset="-122"/>
              </a:rPr>
              <a:t>电脑</a:t>
            </a:r>
            <a:endParaRPr lang="zh-CN" altLang="en-US" sz="2800" dirty="0">
              <a:latin typeface="SimSun-ExtB" panose="02010609060101010101" pitchFamily="49" charset="-122"/>
              <a:ea typeface="SimSun-ExtB" panose="02010609060101010101" pitchFamily="49" charset="-122"/>
            </a:endParaRPr>
          </a:p>
        </p:txBody>
      </p:sp>
      <p:pic>
        <p:nvPicPr>
          <p:cNvPr id="64523" name="Picture 9" descr="E:\HSK1\新建文件夹\1课\1-11花-前图bigstock-yellow-flower-14475059（利用）替换.jpg"/>
          <p:cNvPicPr preferRelativeResize="0"/>
          <p:nvPr/>
        </p:nvPicPr>
        <p:blipFill>
          <a:blip r:embed="rId7"/>
          <a:stretch>
            <a:fillRect/>
          </a:stretch>
        </p:blipFill>
        <p:spPr>
          <a:xfrm>
            <a:off x="9423400" y="4351338"/>
            <a:ext cx="2160588" cy="1439862"/>
          </a:xfrm>
          <a:prstGeom prst="rect">
            <a:avLst/>
          </a:prstGeom>
          <a:noFill/>
          <a:ln w="9525" cap="flat" cmpd="sng">
            <a:solidFill>
              <a:schemeClr val="tx2"/>
            </a:solidFill>
            <a:prstDash val="solid"/>
            <a:miter/>
            <a:headEnd type="none" w="med" len="med"/>
            <a:tailEnd type="none" w="med" len="med"/>
          </a:ln>
        </p:spPr>
      </p:pic>
      <p:sp>
        <p:nvSpPr>
          <p:cNvPr id="64524" name="TextBox 31"/>
          <p:cNvSpPr txBox="1"/>
          <p:nvPr/>
        </p:nvSpPr>
        <p:spPr>
          <a:xfrm>
            <a:off x="9209088" y="2944813"/>
            <a:ext cx="2549525" cy="9540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ctr" eaLnBrk="0" hangingPunct="0">
              <a:buNone/>
            </a:pPr>
            <a:r>
              <a:rPr lang="en-US" altLang="zh-CN" sz="2800" b="1" dirty="0">
                <a:latin typeface="GB Pinyinok-D"/>
                <a:ea typeface="GB Pinyinok-D"/>
              </a:rPr>
              <a:t>diànhuà</a:t>
            </a:r>
          </a:p>
          <a:p>
            <a:pPr algn="ctr" eaLnBrk="0" hangingPunct="0">
              <a:buNone/>
            </a:pPr>
            <a:r>
              <a:rPr lang="zh-CN" altLang="en-US" sz="2800" b="1" dirty="0">
                <a:latin typeface="SimSun-ExtB" panose="02010609060101010101" pitchFamily="49" charset="-122"/>
                <a:ea typeface="SimSun-ExtB" panose="02010609060101010101" pitchFamily="49" charset="-122"/>
              </a:rPr>
              <a:t>电话</a:t>
            </a:r>
            <a:endParaRPr lang="zh-CN" altLang="en-US" sz="2800" dirty="0">
              <a:latin typeface="SimSun-ExtB" panose="02010609060101010101" pitchFamily="49" charset="-122"/>
              <a:ea typeface="SimSun-ExtB" panose="02010609060101010101" pitchFamily="49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474663" y="914400"/>
            <a:ext cx="9928225" cy="5238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914400" eaLnBrk="0" hangingPunct="0">
              <a:buClrTx/>
              <a:buSzTx/>
              <a:buFontTx/>
              <a:buNone/>
              <a:defRPr/>
            </a:pPr>
            <a:r>
              <a:rPr kumimoji="0" lang="en-US" altLang="zh-CN" sz="2800" b="1" kern="1200" cap="none" spc="0" normalizeH="0" baseline="0" noProof="0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1. </a:t>
            </a:r>
            <a:r>
              <a:rPr kumimoji="0" lang="zh-CN" altLang="en-US" sz="2800" b="1" kern="1200" cap="none" spc="0" normalizeH="0" baseline="0" noProof="0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双音节词语的声调搭配（</a:t>
            </a:r>
            <a:r>
              <a:rPr kumimoji="0" lang="en-US" altLang="zh-CN" sz="2800" b="1" kern="1200" cap="none" spc="0" normalizeH="0" baseline="0" noProof="0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4</a:t>
            </a:r>
            <a:r>
              <a:rPr kumimoji="0" lang="zh-CN" altLang="en-US" sz="2800" b="1" kern="1200" cap="none" spc="0" normalizeH="0" baseline="0" noProof="0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） </a:t>
            </a:r>
            <a:r>
              <a:rPr kumimoji="0" lang="en-US" altLang="zh-CN" kern="1200" cap="none" spc="0" normalizeH="0" baseline="0" noProof="0" dirty="0">
                <a:latin typeface="+mn-ea"/>
                <a:ea typeface="+mn-ea"/>
                <a:cs typeface="+mn-cs"/>
              </a:rPr>
              <a:t>Tone Collocation in Disyllabic Words(4)</a:t>
            </a:r>
            <a:endParaRPr kumimoji="0" lang="zh-CN" altLang="en-US" sz="2800" kern="1200" cap="none" spc="0" normalizeH="0" baseline="0" noProof="0" dirty="0">
              <a:latin typeface="+mn-ea"/>
              <a:ea typeface="+mn-ea"/>
              <a:cs typeface="+mn-cs"/>
            </a:endParaRPr>
          </a:p>
        </p:txBody>
      </p:sp>
      <p:graphicFrame>
        <p:nvGraphicFramePr>
          <p:cNvPr id="20" name="表格 19"/>
          <p:cNvGraphicFramePr>
            <a:graphicFrameLocks noGrp="1"/>
          </p:cNvGraphicFramePr>
          <p:nvPr/>
        </p:nvGraphicFramePr>
        <p:xfrm>
          <a:off x="663575" y="1673225"/>
          <a:ext cx="2212975" cy="127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12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21" name="表格 20"/>
          <p:cNvGraphicFramePr>
            <a:graphicFrameLocks noGrp="1"/>
          </p:cNvGraphicFramePr>
          <p:nvPr/>
        </p:nvGraphicFramePr>
        <p:xfrm>
          <a:off x="3521075" y="1673225"/>
          <a:ext cx="2212975" cy="127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12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6604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22" name="表格 21"/>
          <p:cNvGraphicFramePr>
            <a:graphicFrameLocks noGrp="1"/>
          </p:cNvGraphicFramePr>
          <p:nvPr/>
        </p:nvGraphicFramePr>
        <p:xfrm>
          <a:off x="6451600" y="1673225"/>
          <a:ext cx="2212975" cy="127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12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87212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23" name="表格 22"/>
          <p:cNvGraphicFramePr>
            <a:graphicFrameLocks noGrp="1"/>
          </p:cNvGraphicFramePr>
          <p:nvPr/>
        </p:nvGraphicFramePr>
        <p:xfrm>
          <a:off x="9339263" y="1673225"/>
          <a:ext cx="2212975" cy="127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12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cxnSp>
        <p:nvCxnSpPr>
          <p:cNvPr id="29" name="直接连接符 28"/>
          <p:cNvCxnSpPr/>
          <p:nvPr/>
        </p:nvCxnSpPr>
        <p:spPr>
          <a:xfrm>
            <a:off x="2006600" y="2027238"/>
            <a:ext cx="711200" cy="0"/>
          </a:xfrm>
          <a:prstGeom prst="line">
            <a:avLst/>
          </a:prstGeom>
          <a:ln w="63500">
            <a:solidFill>
              <a:schemeClr val="accent5">
                <a:lumMod val="50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7" name="任意多边形 36"/>
          <p:cNvSpPr/>
          <p:nvPr/>
        </p:nvSpPr>
        <p:spPr>
          <a:xfrm>
            <a:off x="10787063" y="1928813"/>
            <a:ext cx="476250" cy="660400"/>
          </a:xfrm>
          <a:custGeom>
            <a:avLst/>
            <a:gdLst>
              <a:gd name="connsiteX0" fmla="*/ 0 w 475700"/>
              <a:gd name="connsiteY0" fmla="*/ 0 h 660694"/>
              <a:gd name="connsiteX1" fmla="*/ 206137 w 475700"/>
              <a:gd name="connsiteY1" fmla="*/ 184995 h 660694"/>
              <a:gd name="connsiteX2" fmla="*/ 364703 w 475700"/>
              <a:gd name="connsiteY2" fmla="*/ 401702 h 660694"/>
              <a:gd name="connsiteX3" fmla="*/ 475700 w 475700"/>
              <a:gd name="connsiteY3" fmla="*/ 660694 h 6606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75700" h="660694">
                <a:moveTo>
                  <a:pt x="0" y="0"/>
                </a:moveTo>
                <a:cubicBezTo>
                  <a:pt x="72676" y="59022"/>
                  <a:pt x="145353" y="118045"/>
                  <a:pt x="206137" y="184995"/>
                </a:cubicBezTo>
                <a:cubicBezTo>
                  <a:pt x="266921" y="251945"/>
                  <a:pt x="319776" y="322419"/>
                  <a:pt x="364703" y="401702"/>
                </a:cubicBezTo>
                <a:cubicBezTo>
                  <a:pt x="409630" y="480985"/>
                  <a:pt x="442665" y="570839"/>
                  <a:pt x="475700" y="660694"/>
                </a:cubicBezTo>
              </a:path>
            </a:pathLst>
          </a:custGeom>
          <a:ln w="63500">
            <a:solidFill>
              <a:schemeClr val="accent5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9" name="任意多边形 48"/>
          <p:cNvSpPr/>
          <p:nvPr/>
        </p:nvSpPr>
        <p:spPr>
          <a:xfrm rot="834358">
            <a:off x="4881563" y="1944688"/>
            <a:ext cx="496888" cy="649288"/>
          </a:xfrm>
          <a:custGeom>
            <a:avLst/>
            <a:gdLst>
              <a:gd name="connsiteX0" fmla="*/ 0 w 510639"/>
              <a:gd name="connsiteY0" fmla="*/ 546265 h 546265"/>
              <a:gd name="connsiteX1" fmla="*/ 237507 w 510639"/>
              <a:gd name="connsiteY1" fmla="*/ 344384 h 546265"/>
              <a:gd name="connsiteX2" fmla="*/ 368135 w 510639"/>
              <a:gd name="connsiteY2" fmla="*/ 201880 h 546265"/>
              <a:gd name="connsiteX3" fmla="*/ 510639 w 510639"/>
              <a:gd name="connsiteY3" fmla="*/ 0 h 5462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0639" h="546265">
                <a:moveTo>
                  <a:pt x="0" y="546265"/>
                </a:moveTo>
                <a:cubicBezTo>
                  <a:pt x="88075" y="474023"/>
                  <a:pt x="176151" y="401781"/>
                  <a:pt x="237507" y="344384"/>
                </a:cubicBezTo>
                <a:cubicBezTo>
                  <a:pt x="298863" y="286987"/>
                  <a:pt x="322613" y="259277"/>
                  <a:pt x="368135" y="201880"/>
                </a:cubicBezTo>
                <a:cubicBezTo>
                  <a:pt x="413657" y="144483"/>
                  <a:pt x="462148" y="72241"/>
                  <a:pt x="510639" y="0"/>
                </a:cubicBezTo>
              </a:path>
            </a:pathLst>
          </a:custGeom>
          <a:ln w="63500">
            <a:solidFill>
              <a:schemeClr val="accent5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9" name="任意多边形 38"/>
          <p:cNvSpPr/>
          <p:nvPr/>
        </p:nvSpPr>
        <p:spPr>
          <a:xfrm>
            <a:off x="969963" y="1909763"/>
            <a:ext cx="476250" cy="595313"/>
          </a:xfrm>
          <a:custGeom>
            <a:avLst/>
            <a:gdLst>
              <a:gd name="connsiteX0" fmla="*/ 0 w 475700"/>
              <a:gd name="connsiteY0" fmla="*/ 0 h 660694"/>
              <a:gd name="connsiteX1" fmla="*/ 206137 w 475700"/>
              <a:gd name="connsiteY1" fmla="*/ 184995 h 660694"/>
              <a:gd name="connsiteX2" fmla="*/ 364703 w 475700"/>
              <a:gd name="connsiteY2" fmla="*/ 401702 h 660694"/>
              <a:gd name="connsiteX3" fmla="*/ 475700 w 475700"/>
              <a:gd name="connsiteY3" fmla="*/ 660694 h 6606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75700" h="660694">
                <a:moveTo>
                  <a:pt x="0" y="0"/>
                </a:moveTo>
                <a:cubicBezTo>
                  <a:pt x="72676" y="59022"/>
                  <a:pt x="145353" y="118045"/>
                  <a:pt x="206137" y="184995"/>
                </a:cubicBezTo>
                <a:cubicBezTo>
                  <a:pt x="266921" y="251945"/>
                  <a:pt x="319776" y="322419"/>
                  <a:pt x="364703" y="401702"/>
                </a:cubicBezTo>
                <a:cubicBezTo>
                  <a:pt x="409630" y="480985"/>
                  <a:pt x="442665" y="570839"/>
                  <a:pt x="475700" y="660694"/>
                </a:cubicBezTo>
              </a:path>
            </a:pathLst>
          </a:custGeom>
          <a:ln w="635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5" name="任意多边形 24"/>
          <p:cNvSpPr/>
          <p:nvPr/>
        </p:nvSpPr>
        <p:spPr>
          <a:xfrm>
            <a:off x="1497013" y="2033588"/>
            <a:ext cx="442913" cy="552450"/>
          </a:xfrm>
          <a:custGeom>
            <a:avLst/>
            <a:gdLst>
              <a:gd name="connsiteX0" fmla="*/ 0 w 441435"/>
              <a:gd name="connsiteY0" fmla="*/ 536027 h 551792"/>
              <a:gd name="connsiteX1" fmla="*/ 110359 w 441435"/>
              <a:gd name="connsiteY1" fmla="*/ 536027 h 551792"/>
              <a:gd name="connsiteX2" fmla="*/ 204952 w 441435"/>
              <a:gd name="connsiteY2" fmla="*/ 441434 h 551792"/>
              <a:gd name="connsiteX3" fmla="*/ 299545 w 441435"/>
              <a:gd name="connsiteY3" fmla="*/ 268014 h 551792"/>
              <a:gd name="connsiteX4" fmla="*/ 362607 w 441435"/>
              <a:gd name="connsiteY4" fmla="*/ 63062 h 551792"/>
              <a:gd name="connsiteX5" fmla="*/ 441435 w 441435"/>
              <a:gd name="connsiteY5" fmla="*/ 0 h 5517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1435" h="551792">
                <a:moveTo>
                  <a:pt x="0" y="536027"/>
                </a:moveTo>
                <a:cubicBezTo>
                  <a:pt x="38100" y="543909"/>
                  <a:pt x="76200" y="551792"/>
                  <a:pt x="110359" y="536027"/>
                </a:cubicBezTo>
                <a:cubicBezTo>
                  <a:pt x="144518" y="520262"/>
                  <a:pt x="173421" y="486103"/>
                  <a:pt x="204952" y="441434"/>
                </a:cubicBezTo>
                <a:cubicBezTo>
                  <a:pt x="236483" y="396765"/>
                  <a:pt x="273269" y="331076"/>
                  <a:pt x="299545" y="268014"/>
                </a:cubicBezTo>
                <a:cubicBezTo>
                  <a:pt x="325821" y="204952"/>
                  <a:pt x="338959" y="107731"/>
                  <a:pt x="362607" y="63062"/>
                </a:cubicBezTo>
                <a:cubicBezTo>
                  <a:pt x="386255" y="18393"/>
                  <a:pt x="413845" y="9196"/>
                  <a:pt x="441435" y="0"/>
                </a:cubicBezTo>
              </a:path>
            </a:pathLst>
          </a:custGeom>
          <a:ln w="63500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7" name="任意多边形 26"/>
          <p:cNvSpPr/>
          <p:nvPr/>
        </p:nvSpPr>
        <p:spPr>
          <a:xfrm>
            <a:off x="4311650" y="2414588"/>
            <a:ext cx="452438" cy="200025"/>
          </a:xfrm>
          <a:custGeom>
            <a:avLst/>
            <a:gdLst>
              <a:gd name="connsiteX0" fmla="*/ 0 w 453542"/>
              <a:gd name="connsiteY0" fmla="*/ 0 h 201168"/>
              <a:gd name="connsiteX1" fmla="*/ 73152 w 453542"/>
              <a:gd name="connsiteY1" fmla="*/ 87782 h 201168"/>
              <a:gd name="connsiteX2" fmla="*/ 124358 w 453542"/>
              <a:gd name="connsiteY2" fmla="*/ 138989 h 201168"/>
              <a:gd name="connsiteX3" fmla="*/ 204826 w 453542"/>
              <a:gd name="connsiteY3" fmla="*/ 182880 h 201168"/>
              <a:gd name="connsiteX4" fmla="*/ 292608 w 453542"/>
              <a:gd name="connsiteY4" fmla="*/ 197510 h 201168"/>
              <a:gd name="connsiteX5" fmla="*/ 453542 w 453542"/>
              <a:gd name="connsiteY5" fmla="*/ 160934 h 201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53542" h="201168">
                <a:moveTo>
                  <a:pt x="0" y="0"/>
                </a:moveTo>
                <a:cubicBezTo>
                  <a:pt x="26213" y="32308"/>
                  <a:pt x="52426" y="64617"/>
                  <a:pt x="73152" y="87782"/>
                </a:cubicBezTo>
                <a:cubicBezTo>
                  <a:pt x="93878" y="110947"/>
                  <a:pt x="102412" y="123139"/>
                  <a:pt x="124358" y="138989"/>
                </a:cubicBezTo>
                <a:cubicBezTo>
                  <a:pt x="146304" y="154839"/>
                  <a:pt x="176784" y="173127"/>
                  <a:pt x="204826" y="182880"/>
                </a:cubicBezTo>
                <a:cubicBezTo>
                  <a:pt x="232868" y="192633"/>
                  <a:pt x="251155" y="201168"/>
                  <a:pt x="292608" y="197510"/>
                </a:cubicBezTo>
                <a:cubicBezTo>
                  <a:pt x="334061" y="193852"/>
                  <a:pt x="393801" y="177393"/>
                  <a:pt x="453542" y="160934"/>
                </a:cubicBezTo>
              </a:path>
            </a:pathLst>
          </a:custGeom>
          <a:ln w="63500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8" name="任意多边形 27"/>
          <p:cNvSpPr/>
          <p:nvPr/>
        </p:nvSpPr>
        <p:spPr>
          <a:xfrm>
            <a:off x="3835400" y="1909763"/>
            <a:ext cx="446088" cy="438150"/>
          </a:xfrm>
          <a:custGeom>
            <a:avLst/>
            <a:gdLst>
              <a:gd name="connsiteX0" fmla="*/ 0 w 446227"/>
              <a:gd name="connsiteY0" fmla="*/ 0 h 438912"/>
              <a:gd name="connsiteX1" fmla="*/ 160934 w 446227"/>
              <a:gd name="connsiteY1" fmla="*/ 102413 h 438912"/>
              <a:gd name="connsiteX2" fmla="*/ 277978 w 446227"/>
              <a:gd name="connsiteY2" fmla="*/ 219456 h 438912"/>
              <a:gd name="connsiteX3" fmla="*/ 446227 w 446227"/>
              <a:gd name="connsiteY3" fmla="*/ 438912 h 4389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6227" h="438912">
                <a:moveTo>
                  <a:pt x="0" y="0"/>
                </a:moveTo>
                <a:cubicBezTo>
                  <a:pt x="57302" y="32918"/>
                  <a:pt x="114604" y="65837"/>
                  <a:pt x="160934" y="102413"/>
                </a:cubicBezTo>
                <a:cubicBezTo>
                  <a:pt x="207264" y="138989"/>
                  <a:pt x="230429" y="163373"/>
                  <a:pt x="277978" y="219456"/>
                </a:cubicBezTo>
                <a:cubicBezTo>
                  <a:pt x="325527" y="275539"/>
                  <a:pt x="385877" y="357225"/>
                  <a:pt x="446227" y="438912"/>
                </a:cubicBezTo>
              </a:path>
            </a:pathLst>
          </a:custGeom>
          <a:ln w="635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1" name="任意多边形 30"/>
          <p:cNvSpPr/>
          <p:nvPr/>
        </p:nvSpPr>
        <p:spPr>
          <a:xfrm>
            <a:off x="6716713" y="1968500"/>
            <a:ext cx="482600" cy="417513"/>
          </a:xfrm>
          <a:custGeom>
            <a:avLst/>
            <a:gdLst>
              <a:gd name="connsiteX0" fmla="*/ 0 w 482803"/>
              <a:gd name="connsiteY0" fmla="*/ 0 h 416967"/>
              <a:gd name="connsiteX1" fmla="*/ 146304 w 482803"/>
              <a:gd name="connsiteY1" fmla="*/ 80468 h 416967"/>
              <a:gd name="connsiteX2" fmla="*/ 270662 w 482803"/>
              <a:gd name="connsiteY2" fmla="*/ 175565 h 416967"/>
              <a:gd name="connsiteX3" fmla="*/ 395020 w 482803"/>
              <a:gd name="connsiteY3" fmla="*/ 292608 h 416967"/>
              <a:gd name="connsiteX4" fmla="*/ 482803 w 482803"/>
              <a:gd name="connsiteY4" fmla="*/ 416967 h 416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2803" h="416967">
                <a:moveTo>
                  <a:pt x="0" y="0"/>
                </a:moveTo>
                <a:cubicBezTo>
                  <a:pt x="50597" y="25603"/>
                  <a:pt x="101194" y="51207"/>
                  <a:pt x="146304" y="80468"/>
                </a:cubicBezTo>
                <a:cubicBezTo>
                  <a:pt x="191414" y="109729"/>
                  <a:pt x="229209" y="140208"/>
                  <a:pt x="270662" y="175565"/>
                </a:cubicBezTo>
                <a:cubicBezTo>
                  <a:pt x="312115" y="210922"/>
                  <a:pt x="359663" y="252374"/>
                  <a:pt x="395020" y="292608"/>
                </a:cubicBezTo>
                <a:cubicBezTo>
                  <a:pt x="430377" y="332842"/>
                  <a:pt x="456590" y="374904"/>
                  <a:pt x="482803" y="416967"/>
                </a:cubicBezTo>
              </a:path>
            </a:pathLst>
          </a:custGeom>
          <a:ln w="635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3" name="任意多边形 32"/>
          <p:cNvSpPr/>
          <p:nvPr/>
        </p:nvSpPr>
        <p:spPr>
          <a:xfrm>
            <a:off x="7272338" y="2435225"/>
            <a:ext cx="431800" cy="241300"/>
          </a:xfrm>
          <a:custGeom>
            <a:avLst/>
            <a:gdLst>
              <a:gd name="connsiteX0" fmla="*/ 0 w 431597"/>
              <a:gd name="connsiteY0" fmla="*/ 0 h 241402"/>
              <a:gd name="connsiteX1" fmla="*/ 138989 w 431597"/>
              <a:gd name="connsiteY1" fmla="*/ 109728 h 241402"/>
              <a:gd name="connsiteX2" fmla="*/ 329184 w 431597"/>
              <a:gd name="connsiteY2" fmla="*/ 204826 h 241402"/>
              <a:gd name="connsiteX3" fmla="*/ 431597 w 431597"/>
              <a:gd name="connsiteY3" fmla="*/ 241402 h 2414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1597" h="241402">
                <a:moveTo>
                  <a:pt x="0" y="0"/>
                </a:moveTo>
                <a:cubicBezTo>
                  <a:pt x="42062" y="37795"/>
                  <a:pt x="84125" y="75590"/>
                  <a:pt x="138989" y="109728"/>
                </a:cubicBezTo>
                <a:cubicBezTo>
                  <a:pt x="193853" y="143866"/>
                  <a:pt x="280416" y="182880"/>
                  <a:pt x="329184" y="204826"/>
                </a:cubicBezTo>
                <a:cubicBezTo>
                  <a:pt x="377952" y="226772"/>
                  <a:pt x="404774" y="234087"/>
                  <a:pt x="431597" y="241402"/>
                </a:cubicBezTo>
              </a:path>
            </a:pathLst>
          </a:custGeom>
          <a:ln w="63500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8" name="任意多边形 37"/>
          <p:cNvSpPr/>
          <p:nvPr/>
        </p:nvSpPr>
        <p:spPr>
          <a:xfrm>
            <a:off x="7724775" y="2546350"/>
            <a:ext cx="673100" cy="198438"/>
          </a:xfrm>
          <a:custGeom>
            <a:avLst/>
            <a:gdLst>
              <a:gd name="connsiteX0" fmla="*/ 0 w 672999"/>
              <a:gd name="connsiteY0" fmla="*/ 153619 h 198729"/>
              <a:gd name="connsiteX1" fmla="*/ 204826 w 672999"/>
              <a:gd name="connsiteY1" fmla="*/ 197510 h 198729"/>
              <a:gd name="connsiteX2" fmla="*/ 416967 w 672999"/>
              <a:gd name="connsiteY2" fmla="*/ 146304 h 198729"/>
              <a:gd name="connsiteX3" fmla="*/ 672999 w 672999"/>
              <a:gd name="connsiteY3" fmla="*/ 0 h 198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72999" h="198729">
                <a:moveTo>
                  <a:pt x="0" y="153619"/>
                </a:moveTo>
                <a:cubicBezTo>
                  <a:pt x="67666" y="176174"/>
                  <a:pt x="135332" y="198729"/>
                  <a:pt x="204826" y="197510"/>
                </a:cubicBezTo>
                <a:cubicBezTo>
                  <a:pt x="274320" y="196291"/>
                  <a:pt x="338938" y="179222"/>
                  <a:pt x="416967" y="146304"/>
                </a:cubicBezTo>
                <a:cubicBezTo>
                  <a:pt x="494996" y="113386"/>
                  <a:pt x="583997" y="56693"/>
                  <a:pt x="672999" y="0"/>
                </a:cubicBezTo>
              </a:path>
            </a:pathLst>
          </a:custGeom>
          <a:ln w="635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0" name="任意多边形 39"/>
          <p:cNvSpPr/>
          <p:nvPr/>
        </p:nvSpPr>
        <p:spPr>
          <a:xfrm>
            <a:off x="9644063" y="1931988"/>
            <a:ext cx="520700" cy="438150"/>
          </a:xfrm>
          <a:custGeom>
            <a:avLst/>
            <a:gdLst>
              <a:gd name="connsiteX0" fmla="*/ 0 w 519380"/>
              <a:gd name="connsiteY0" fmla="*/ 0 h 438912"/>
              <a:gd name="connsiteX1" fmla="*/ 190196 w 519380"/>
              <a:gd name="connsiteY1" fmla="*/ 124358 h 438912"/>
              <a:gd name="connsiteX2" fmla="*/ 343815 w 519380"/>
              <a:gd name="connsiteY2" fmla="*/ 256032 h 438912"/>
              <a:gd name="connsiteX3" fmla="*/ 519380 w 519380"/>
              <a:gd name="connsiteY3" fmla="*/ 438912 h 4389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9380" h="438912">
                <a:moveTo>
                  <a:pt x="0" y="0"/>
                </a:moveTo>
                <a:cubicBezTo>
                  <a:pt x="66447" y="40843"/>
                  <a:pt x="132894" y="81686"/>
                  <a:pt x="190196" y="124358"/>
                </a:cubicBezTo>
                <a:cubicBezTo>
                  <a:pt x="247498" y="167030"/>
                  <a:pt x="288951" y="203607"/>
                  <a:pt x="343815" y="256032"/>
                </a:cubicBezTo>
                <a:cubicBezTo>
                  <a:pt x="398679" y="308457"/>
                  <a:pt x="459029" y="373684"/>
                  <a:pt x="519380" y="438912"/>
                </a:cubicBezTo>
              </a:path>
            </a:pathLst>
          </a:custGeom>
          <a:ln w="635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7" name="任意多边形 46"/>
          <p:cNvSpPr/>
          <p:nvPr/>
        </p:nvSpPr>
        <p:spPr>
          <a:xfrm>
            <a:off x="10229850" y="1893888"/>
            <a:ext cx="476250" cy="534988"/>
          </a:xfrm>
          <a:custGeom>
            <a:avLst/>
            <a:gdLst>
              <a:gd name="connsiteX0" fmla="*/ 0 w 475488"/>
              <a:gd name="connsiteY0" fmla="*/ 534010 h 534010"/>
              <a:gd name="connsiteX1" fmla="*/ 138989 w 475488"/>
              <a:gd name="connsiteY1" fmla="*/ 482804 h 534010"/>
              <a:gd name="connsiteX2" fmla="*/ 241401 w 475488"/>
              <a:gd name="connsiteY2" fmla="*/ 373076 h 534010"/>
              <a:gd name="connsiteX3" fmla="*/ 336499 w 475488"/>
              <a:gd name="connsiteY3" fmla="*/ 131674 h 534010"/>
              <a:gd name="connsiteX4" fmla="*/ 475488 w 475488"/>
              <a:gd name="connsiteY4" fmla="*/ 0 h 5340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75488" h="534010">
                <a:moveTo>
                  <a:pt x="0" y="534010"/>
                </a:moveTo>
                <a:cubicBezTo>
                  <a:pt x="49378" y="521818"/>
                  <a:pt x="98756" y="509626"/>
                  <a:pt x="138989" y="482804"/>
                </a:cubicBezTo>
                <a:cubicBezTo>
                  <a:pt x="179222" y="455982"/>
                  <a:pt x="208483" y="431598"/>
                  <a:pt x="241401" y="373076"/>
                </a:cubicBezTo>
                <a:cubicBezTo>
                  <a:pt x="274319" y="314554"/>
                  <a:pt x="297485" y="193853"/>
                  <a:pt x="336499" y="131674"/>
                </a:cubicBezTo>
                <a:cubicBezTo>
                  <a:pt x="375513" y="69495"/>
                  <a:pt x="425500" y="34747"/>
                  <a:pt x="475488" y="0"/>
                </a:cubicBezTo>
              </a:path>
            </a:pathLst>
          </a:custGeom>
          <a:ln w="63500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000"/>
                            </p:stCondLst>
                            <p:childTnLst>
                              <p:par>
                                <p:cTn id="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1000"/>
                            </p:stCondLst>
                            <p:childTnLst>
                              <p:par>
                                <p:cTn id="5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5538" name="AutoShape 4"/>
          <p:cNvCxnSpPr/>
          <p:nvPr/>
        </p:nvCxnSpPr>
        <p:spPr>
          <a:xfrm flipH="1" flipV="1">
            <a:off x="120650" y="0"/>
            <a:ext cx="12700" cy="6872288"/>
          </a:xfrm>
          <a:prstGeom prst="straightConnector1">
            <a:avLst/>
          </a:prstGeom>
          <a:ln w="228600" cap="flat" cmpd="sng">
            <a:solidFill>
              <a:srgbClr val="008080"/>
            </a:solidFill>
            <a:prstDash val="solid"/>
            <a:headEnd type="none" w="med" len="med"/>
            <a:tailEnd type="none" w="med" len="med"/>
          </a:ln>
        </p:spPr>
      </p:cxnSp>
      <p:grpSp>
        <p:nvGrpSpPr>
          <p:cNvPr id="65539" name="组合 8"/>
          <p:cNvGrpSpPr/>
          <p:nvPr/>
        </p:nvGrpSpPr>
        <p:grpSpPr>
          <a:xfrm>
            <a:off x="307975" y="6350"/>
            <a:ext cx="2568575" cy="646113"/>
            <a:chOff x="308629" y="6819"/>
            <a:chExt cx="2568221" cy="646331"/>
          </a:xfrm>
        </p:grpSpPr>
        <p:sp>
          <p:nvSpPr>
            <p:cNvPr id="3" name="Text Box 4"/>
            <p:cNvSpPr txBox="1">
              <a:spLocks noChangeArrowheads="1"/>
            </p:cNvSpPr>
            <p:nvPr/>
          </p:nvSpPr>
          <p:spPr bwMode="auto">
            <a:xfrm>
              <a:off x="329264" y="6819"/>
              <a:ext cx="2547586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8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"/>
                <a:defRPr sz="2000">
                  <a:solidFill>
                    <a:schemeClr val="accent2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1pPr>
              <a:lvl2pPr marL="742950" indent="-285750">
                <a:lnSpc>
                  <a:spcPct val="130000"/>
                </a:lnSpc>
                <a:buFont typeface="Calibri" panose="020F0502020204030204" pitchFamily="34" charset="0"/>
                <a:buChar char=" 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 sz="2000"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3600" b="1" i="0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拼音</a:t>
              </a:r>
              <a:r>
                <a:rPr kumimoji="0" lang="en-US" altLang="zh-CN" sz="3600" b="1" i="1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Pinyin</a:t>
              </a:r>
              <a:endParaRPr kumimoji="0" lang="zh-CN" altLang="en-US" sz="3600" b="1" i="1" u="none" strike="noStrike" kern="1200" cap="none" spc="0" normalizeH="0" baseline="0" noProof="0" dirty="0">
                <a:ln>
                  <a:noFill/>
                </a:ln>
                <a:solidFill>
                  <a:srgbClr val="D09E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endParaRPr>
            </a:p>
          </p:txBody>
        </p:sp>
        <p:cxnSp>
          <p:nvCxnSpPr>
            <p:cNvPr id="5" name="直接连接符 4"/>
            <p:cNvCxnSpPr/>
            <p:nvPr/>
          </p:nvCxnSpPr>
          <p:spPr>
            <a:xfrm>
              <a:off x="308629" y="653150"/>
              <a:ext cx="2568221" cy="0"/>
            </a:xfrm>
            <a:prstGeom prst="line">
              <a:avLst/>
            </a:prstGeom>
            <a:ln w="69850" cmpd="thickThin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5540" name="组合 63"/>
          <p:cNvGrpSpPr/>
          <p:nvPr/>
        </p:nvGrpSpPr>
        <p:grpSpPr>
          <a:xfrm>
            <a:off x="1206500" y="1531938"/>
            <a:ext cx="10158413" cy="4195762"/>
            <a:chOff x="1631612" y="1998434"/>
            <a:chExt cx="8036622" cy="5355770"/>
          </a:xfrm>
        </p:grpSpPr>
        <p:sp>
          <p:nvSpPr>
            <p:cNvPr id="61" name="矩形 60"/>
            <p:cNvSpPr/>
            <p:nvPr/>
          </p:nvSpPr>
          <p:spPr>
            <a:xfrm>
              <a:off x="1631612" y="1998434"/>
              <a:ext cx="7908518" cy="5355770"/>
            </a:xfrm>
            <a:prstGeom prst="round1Rect">
              <a:avLst/>
            </a:prstGeom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002">
              <a:schemeClr val="lt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759716" y="2105832"/>
              <a:ext cx="7908518" cy="1296895"/>
            </a:xfrm>
            <a:prstGeom prst="round1Rect">
              <a:avLst/>
            </a:prstGeom>
            <a:noFill/>
          </p:spPr>
          <p:txBody>
            <a:bodyPr>
              <a:spAutoFit/>
            </a:bodyPr>
            <a:lstStyle/>
            <a:p>
              <a:pPr marR="0" defTabSz="914400" eaLnBrk="0" hangingPunct="0">
                <a:buClrTx/>
                <a:buSzTx/>
                <a:buFont typeface="Arial" panose="020B0604020202020204" pitchFamily="34" charset="0"/>
                <a:buChar char="•"/>
                <a:defRPr/>
              </a:pPr>
              <a:r>
                <a:rPr kumimoji="0" lang="zh-CN" altLang="en-US" sz="2000" b="1" kern="1200" cap="none" spc="0" normalizeH="0" baseline="0" noProof="0" dirty="0">
                  <a:solidFill>
                    <a:srgbClr val="00B050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听录音并跟读，</a:t>
              </a:r>
              <a:r>
                <a:rPr kumimoji="0" lang="zh-CN" altLang="en-US" sz="2000" b="1" kern="1200" cap="none" spc="0" normalizeH="0" baseline="0" noProof="0" dirty="0">
                  <a:solidFill>
                    <a:srgbClr val="00B050"/>
                  </a:solidFill>
                  <a:latin typeface="+mn-ea"/>
                  <a:ea typeface="+mn-ea"/>
                  <a:cs typeface="+mn-cs"/>
                </a:rPr>
                <a:t>注意声调的搭配</a:t>
              </a:r>
              <a:endParaRPr kumimoji="0" lang="en-US" altLang="zh-CN" sz="2000" b="1" kern="1200" cap="none" spc="0" normalizeH="0" baseline="0" noProof="0" dirty="0">
                <a:solidFill>
                  <a:srgbClr val="00B050"/>
                </a:solidFill>
                <a:latin typeface="+mn-ea"/>
                <a:ea typeface="+mn-ea"/>
                <a:cs typeface="+mn-cs"/>
              </a:endParaRPr>
            </a:p>
            <a:p>
              <a:pPr marR="0" defTabSz="914400" eaLnBrk="0" hangingPunct="0">
                <a:buClrTx/>
                <a:buSzTx/>
                <a:buFont typeface="Arial" panose="020B0604020202020204" pitchFamily="34" charset="0"/>
                <a:buChar char="•"/>
                <a:defRPr/>
              </a:pPr>
              <a:r>
                <a:rPr kumimoji="0" lang="en-US" altLang="zh-CN" sz="2000" kern="1200" cap="none" spc="0" normalizeH="0" baseline="0" noProof="0" dirty="0">
                  <a:solidFill>
                    <a:srgbClr val="00B050"/>
                  </a:solidFill>
                  <a:latin typeface="+mn-ea"/>
                  <a:ea typeface="宋体" panose="02010600030101010101" pitchFamily="2" charset="-122"/>
                  <a:cs typeface="+mn-cs"/>
                </a:rPr>
                <a:t>Listen to the recording and read after </a:t>
              </a:r>
              <a:r>
                <a:rPr kumimoji="0" lang="en-US" altLang="zh-CN" sz="2000" kern="1200" cap="none" spc="0" normalizeH="0" baseline="0" noProof="0" dirty="0" err="1">
                  <a:solidFill>
                    <a:srgbClr val="00B050"/>
                  </a:solidFill>
                  <a:latin typeface="+mn-ea"/>
                  <a:ea typeface="宋体" panose="02010600030101010101" pitchFamily="2" charset="-122"/>
                  <a:cs typeface="+mn-cs"/>
                </a:rPr>
                <a:t>it.Pay</a:t>
              </a:r>
              <a:r>
                <a:rPr kumimoji="0" lang="en-US" altLang="zh-CN" sz="2000" kern="1200" cap="none" spc="0" normalizeH="0" baseline="0" noProof="0" dirty="0">
                  <a:solidFill>
                    <a:srgbClr val="00B050"/>
                  </a:solidFill>
                  <a:latin typeface="+mn-ea"/>
                  <a:ea typeface="宋体" panose="02010600030101010101" pitchFamily="2" charset="-122"/>
                  <a:cs typeface="+mn-cs"/>
                </a:rPr>
                <a:t> attention to the collocation of the tones. </a:t>
              </a:r>
              <a:endParaRPr kumimoji="0" lang="zh-CN" altLang="en-US" sz="2000" kern="1200" cap="none" spc="0" normalizeH="0" baseline="0" noProof="0" dirty="0">
                <a:solidFill>
                  <a:srgbClr val="00B050"/>
                </a:solidFill>
                <a:latin typeface="+mn-ea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0" name="TextBox 9"/>
          <p:cNvSpPr txBox="1"/>
          <p:nvPr/>
        </p:nvSpPr>
        <p:spPr>
          <a:xfrm>
            <a:off x="2147888" y="2647950"/>
            <a:ext cx="2389187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en-US" altLang="zh-CN" sz="2400" b="1" dirty="0">
                <a:latin typeface="GB Pinyinok-D"/>
                <a:ea typeface="GB Pinyinok-D"/>
              </a:rPr>
              <a:t>xià tiān </a:t>
            </a:r>
            <a:endParaRPr lang="zh-CN" altLang="en-US" sz="2400" b="1" dirty="0">
              <a:latin typeface="GB Pinyinok-D"/>
              <a:ea typeface="GB Pinyinok-D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268788" y="2647950"/>
            <a:ext cx="2389187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en-US" altLang="zh-CN" sz="2400" b="1" dirty="0">
                <a:latin typeface="GB Pinyinok-D"/>
                <a:ea typeface="GB Pinyinok-D"/>
              </a:rPr>
              <a:t>qù nián</a:t>
            </a:r>
            <a:endParaRPr lang="zh-CN" altLang="en-US" sz="2400" b="1" dirty="0">
              <a:latin typeface="GB Pinyinok-D"/>
              <a:ea typeface="GB Pinyinok-D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602663" y="2647950"/>
            <a:ext cx="2389187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en-US" altLang="zh-CN" sz="2400" b="1" dirty="0">
                <a:latin typeface="GB Pinyinok-D"/>
                <a:ea typeface="GB Pinyinok-D"/>
              </a:rPr>
              <a:t>shuì jiào</a:t>
            </a:r>
            <a:endParaRPr lang="zh-CN" altLang="en-US" sz="2400" b="1" dirty="0">
              <a:latin typeface="GB Pinyinok-D"/>
              <a:ea typeface="GB Pinyinok-D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575425" y="2647950"/>
            <a:ext cx="238760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en-US" altLang="zh-CN" sz="2400" b="1" dirty="0">
                <a:latin typeface="GB Pinyinok-D"/>
                <a:ea typeface="GB Pinyinok-D"/>
              </a:rPr>
              <a:t>tiào </a:t>
            </a:r>
            <a:r>
              <a:rPr lang="en-US" altLang="zh-CN" sz="2400" dirty="0">
                <a:latin typeface="Arial" panose="020B0604020202020204" pitchFamily="34" charset="0"/>
              </a:rPr>
              <a:t> </a:t>
            </a:r>
            <a:r>
              <a:rPr lang="en-US" altLang="zh-CN" sz="2400" b="1" dirty="0">
                <a:latin typeface="GB Pinyinok-D"/>
                <a:ea typeface="GB Pinyinok-D"/>
              </a:rPr>
              <a:t>wǔ</a:t>
            </a:r>
            <a:endParaRPr lang="zh-CN" altLang="en-US" sz="2400" b="1" dirty="0">
              <a:latin typeface="GB Pinyinok-D"/>
              <a:ea typeface="GB Pinyinok-D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147888" y="3348038"/>
            <a:ext cx="2389187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en-US" altLang="zh-CN" sz="2400" b="1" dirty="0">
                <a:latin typeface="GB Pinyinok-D"/>
                <a:ea typeface="GB Pinyinok-D"/>
              </a:rPr>
              <a:t>diàn dēnɡ</a:t>
            </a:r>
            <a:endParaRPr lang="zh-CN" altLang="en-US" sz="2400" b="1" dirty="0">
              <a:latin typeface="GB Pinyinok-D"/>
              <a:ea typeface="GB Pinyinok-D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268788" y="3348038"/>
            <a:ext cx="2389187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en-US" altLang="zh-CN" sz="2400" b="1" dirty="0">
                <a:latin typeface="GB Pinyinok-D"/>
                <a:ea typeface="GB Pinyinok-D"/>
              </a:rPr>
              <a:t>diàn chí</a:t>
            </a:r>
            <a:endParaRPr lang="zh-CN" altLang="en-US" sz="2400" b="1" dirty="0">
              <a:latin typeface="GB Pinyinok-D"/>
              <a:ea typeface="GB Pinyinok-D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556375" y="3348038"/>
            <a:ext cx="238760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en-US" altLang="zh-CN" sz="2400" b="1" dirty="0">
                <a:latin typeface="GB Pinyinok-D"/>
                <a:ea typeface="GB Pinyinok-D"/>
              </a:rPr>
              <a:t>diàn yǐnɡ</a:t>
            </a:r>
            <a:endParaRPr lang="zh-CN" altLang="en-US" sz="2400" b="1" dirty="0">
              <a:latin typeface="GB Pinyinok-D"/>
              <a:ea typeface="GB Pinyinok-D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8461375" y="3348038"/>
            <a:ext cx="2640013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en-US" altLang="zh-CN" sz="2400" b="1" dirty="0">
                <a:latin typeface="GB Pinyinok-D"/>
                <a:ea typeface="GB Pinyinok-D"/>
              </a:rPr>
              <a:t> diàn shì</a:t>
            </a:r>
            <a:endParaRPr lang="zh-CN" altLang="en-US" sz="2400" b="1" dirty="0">
              <a:latin typeface="GB Pinyinok-D"/>
              <a:ea typeface="GB Pinyinok-D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109788" y="4057650"/>
            <a:ext cx="2389187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en-US" altLang="zh-CN" sz="2400" b="1" dirty="0">
                <a:latin typeface="GB Pinyinok-D"/>
                <a:ea typeface="GB Pinyinok-D"/>
              </a:rPr>
              <a:t>chànɡ</a:t>
            </a:r>
            <a:r>
              <a:rPr lang="en-US" altLang="zh-CN" sz="2400" dirty="0">
                <a:latin typeface="Arial" panose="020B0604020202020204" pitchFamily="34" charset="0"/>
              </a:rPr>
              <a:t> </a:t>
            </a:r>
            <a:r>
              <a:rPr lang="en-US" altLang="zh-CN" sz="2400" b="1" dirty="0">
                <a:latin typeface="GB Pinyinok-D"/>
                <a:ea typeface="GB Pinyinok-D"/>
              </a:rPr>
              <a:t>ɡē</a:t>
            </a:r>
            <a:endParaRPr lang="zh-CN" altLang="en-US" sz="2400" b="1" dirty="0">
              <a:latin typeface="GB Pinyinok-D"/>
              <a:ea typeface="GB Pinyinok-D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246563" y="4057650"/>
            <a:ext cx="313055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en-US" altLang="zh-CN" sz="2400" b="1" dirty="0">
                <a:latin typeface="GB Pinyinok-D"/>
                <a:ea typeface="GB Pinyinok-D"/>
              </a:rPr>
              <a:t>fù xí</a:t>
            </a:r>
            <a:endParaRPr lang="zh-CN" altLang="en-US" sz="2400" b="1" dirty="0">
              <a:latin typeface="GB Pinyinok-D"/>
              <a:ea typeface="GB Pinyinok-D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567488" y="4057650"/>
            <a:ext cx="313055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en-US" altLang="zh-CN" sz="2400" b="1" dirty="0">
                <a:latin typeface="GB Pinyinok-D"/>
                <a:ea typeface="GB Pinyinok-D"/>
              </a:rPr>
              <a:t>Hàn yǔ</a:t>
            </a:r>
            <a:endParaRPr lang="zh-CN" altLang="en-US" sz="2400" b="1" dirty="0">
              <a:latin typeface="GB Pinyinok-D"/>
              <a:ea typeface="GB Pinyinok-D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636000" y="4057650"/>
            <a:ext cx="3128963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en-US" altLang="zh-CN" sz="2400" b="1" dirty="0">
                <a:latin typeface="GB Pinyinok-D"/>
                <a:ea typeface="GB Pinyinok-D"/>
              </a:rPr>
              <a:t>Hàn zì</a:t>
            </a:r>
            <a:endParaRPr lang="zh-CN" altLang="en-US" sz="2400" b="1" dirty="0">
              <a:latin typeface="GB Pinyinok-D"/>
              <a:ea typeface="GB Pinyinok-D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105025" y="4799013"/>
            <a:ext cx="238760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en-US" altLang="zh-CN" sz="2400" dirty="0">
                <a:latin typeface="Arial" panose="020B0604020202020204" pitchFamily="34" charset="0"/>
              </a:rPr>
              <a:t> </a:t>
            </a:r>
            <a:r>
              <a:rPr lang="en-US" altLang="zh-CN" sz="2400" b="1" dirty="0">
                <a:latin typeface="GB Pinyinok-D"/>
                <a:ea typeface="GB Pinyinok-D"/>
              </a:rPr>
              <a:t>jiàn kānɡ</a:t>
            </a:r>
            <a:r>
              <a:rPr lang="en-US" altLang="zh-CN" sz="2400" dirty="0">
                <a:latin typeface="Arial" panose="020B0604020202020204" pitchFamily="34" charset="0"/>
              </a:rPr>
              <a:t> </a:t>
            </a:r>
            <a:endParaRPr lang="zh-CN" altLang="en-US" sz="2400" b="1" dirty="0">
              <a:latin typeface="GB Pinyinok-D"/>
              <a:ea typeface="GB Pinyinok-D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273550" y="4799013"/>
            <a:ext cx="3128963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en-US" altLang="zh-CN" sz="2400" b="1" dirty="0">
                <a:latin typeface="GB Pinyinok-D"/>
                <a:ea typeface="GB Pinyinok-D"/>
              </a:rPr>
              <a:t>dì tú</a:t>
            </a:r>
            <a:endParaRPr lang="zh-CN" altLang="en-US" sz="2400" b="1" dirty="0">
              <a:latin typeface="GB Pinyinok-D"/>
              <a:ea typeface="GB Pinyinok-D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562725" y="4799013"/>
            <a:ext cx="313055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en-US" altLang="zh-CN" sz="2400" b="1" dirty="0">
                <a:latin typeface="GB Pinyinok-D"/>
                <a:ea typeface="GB Pinyinok-D"/>
              </a:rPr>
              <a:t>dì tiě</a:t>
            </a:r>
            <a:endParaRPr lang="zh-CN" altLang="en-US" sz="2400" b="1" dirty="0">
              <a:latin typeface="GB Pinyinok-D"/>
              <a:ea typeface="GB Pinyinok-D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624888" y="4799013"/>
            <a:ext cx="3128962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en-US" altLang="zh-CN" sz="2400" b="1" dirty="0">
                <a:latin typeface="GB Pinyinok-D"/>
                <a:ea typeface="GB Pinyinok-D"/>
              </a:rPr>
              <a:t>jiàn</a:t>
            </a:r>
            <a:r>
              <a:rPr lang="en-US" altLang="zh-CN" sz="2400" dirty="0">
                <a:latin typeface="Arial" panose="020B0604020202020204" pitchFamily="34" charset="0"/>
              </a:rPr>
              <a:t>  </a:t>
            </a:r>
            <a:r>
              <a:rPr lang="en-US" altLang="zh-CN" sz="2400" b="1" dirty="0">
                <a:latin typeface="GB Pinyinok-D"/>
                <a:ea typeface="GB Pinyinok-D"/>
              </a:rPr>
              <a:t>miàn</a:t>
            </a:r>
            <a:endParaRPr lang="zh-CN" altLang="en-US" sz="2400" b="1" dirty="0">
              <a:latin typeface="GB Pinyinok-D"/>
              <a:ea typeface="GB Pinyinok-D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3" grpId="0"/>
      <p:bldP spid="24" grpId="0"/>
      <p:bldP spid="25" grpId="0"/>
      <p:bldP spid="26" grpId="0"/>
      <p:bldP spid="2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7586" name="AutoShape 4"/>
          <p:cNvCxnSpPr/>
          <p:nvPr/>
        </p:nvCxnSpPr>
        <p:spPr>
          <a:xfrm flipH="1" flipV="1">
            <a:off x="120650" y="0"/>
            <a:ext cx="12700" cy="6872288"/>
          </a:xfrm>
          <a:prstGeom prst="straightConnector1">
            <a:avLst/>
          </a:prstGeom>
          <a:ln w="228600" cap="flat" cmpd="sng">
            <a:solidFill>
              <a:srgbClr val="008080"/>
            </a:solidFill>
            <a:prstDash val="solid"/>
            <a:headEnd type="none" w="med" len="med"/>
            <a:tailEnd type="none" w="med" len="med"/>
          </a:ln>
        </p:spPr>
      </p:cxnSp>
      <p:grpSp>
        <p:nvGrpSpPr>
          <p:cNvPr id="67587" name="组合 8"/>
          <p:cNvGrpSpPr/>
          <p:nvPr/>
        </p:nvGrpSpPr>
        <p:grpSpPr>
          <a:xfrm>
            <a:off x="307975" y="6350"/>
            <a:ext cx="3589338" cy="646113"/>
            <a:chOff x="308629" y="6819"/>
            <a:chExt cx="3588372" cy="646331"/>
          </a:xfrm>
        </p:grpSpPr>
        <p:sp>
          <p:nvSpPr>
            <p:cNvPr id="3" name="Text Box 4"/>
            <p:cNvSpPr txBox="1">
              <a:spLocks noChangeArrowheads="1"/>
            </p:cNvSpPr>
            <p:nvPr/>
          </p:nvSpPr>
          <p:spPr bwMode="auto">
            <a:xfrm>
              <a:off x="329261" y="6819"/>
              <a:ext cx="3567740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8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"/>
                <a:defRPr sz="2000">
                  <a:solidFill>
                    <a:schemeClr val="accent2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1pPr>
              <a:lvl2pPr marL="742950" indent="-285750">
                <a:lnSpc>
                  <a:spcPct val="130000"/>
                </a:lnSpc>
                <a:buFont typeface="Calibri" panose="020F0502020204030204" pitchFamily="34" charset="0"/>
                <a:buChar char=" 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 sz="2000"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3600" b="1" i="0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汉字</a:t>
              </a:r>
              <a:r>
                <a:rPr kumimoji="0" lang="en-US" altLang="zh-CN" sz="3600" b="1" i="1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Characters</a:t>
              </a:r>
              <a:endParaRPr kumimoji="0" lang="zh-CN" altLang="en-US" sz="3600" b="1" i="1" u="none" strike="noStrike" kern="1200" cap="none" spc="0" normalizeH="0" baseline="0" noProof="0" dirty="0">
                <a:ln>
                  <a:noFill/>
                </a:ln>
                <a:solidFill>
                  <a:srgbClr val="D09E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endParaRPr>
            </a:p>
          </p:txBody>
        </p:sp>
        <p:cxnSp>
          <p:nvCxnSpPr>
            <p:cNvPr id="5" name="直接连接符 4"/>
            <p:cNvCxnSpPr/>
            <p:nvPr/>
          </p:nvCxnSpPr>
          <p:spPr>
            <a:xfrm>
              <a:off x="308629" y="653150"/>
              <a:ext cx="3588372" cy="0"/>
            </a:xfrm>
            <a:prstGeom prst="line">
              <a:avLst/>
            </a:prstGeom>
            <a:ln w="69850" cmpd="thickThin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TextBox 7"/>
          <p:cNvSpPr txBox="1"/>
          <p:nvPr/>
        </p:nvSpPr>
        <p:spPr>
          <a:xfrm>
            <a:off x="474663" y="914400"/>
            <a:ext cx="9928225" cy="5238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914400" eaLnBrk="0" hangingPunct="0">
              <a:buClrTx/>
              <a:buSzTx/>
              <a:buFontTx/>
              <a:buNone/>
              <a:defRPr/>
            </a:pPr>
            <a:r>
              <a:rPr kumimoji="0" lang="en-US" altLang="zh-CN" sz="2800" b="1" kern="1200" cap="none" spc="0" normalizeH="0" baseline="0" noProof="0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1. </a:t>
            </a:r>
            <a:r>
              <a:rPr kumimoji="0" lang="zh-CN" altLang="en-US" sz="2800" b="1" kern="1200" cap="none" spc="0" normalizeH="0" baseline="0" noProof="0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认识独体字  </a:t>
            </a:r>
            <a:r>
              <a:rPr kumimoji="0" lang="en-US" altLang="zh-CN" kern="1200" cap="none" spc="0" normalizeH="0" baseline="0" noProof="0" dirty="0">
                <a:latin typeface="+mn-ea"/>
                <a:ea typeface="+mn-ea"/>
                <a:cs typeface="+mn-cs"/>
              </a:rPr>
              <a:t>Single-Component Characters</a:t>
            </a:r>
            <a:endParaRPr kumimoji="0" lang="zh-CN" altLang="en-US" sz="2800" kern="1200" cap="none" spc="0" normalizeH="0" baseline="0" noProof="0" dirty="0">
              <a:latin typeface="+mn-ea"/>
              <a:ea typeface="+mn-ea"/>
              <a:cs typeface="+mn-cs"/>
            </a:endParaRPr>
          </a:p>
        </p:txBody>
      </p:sp>
      <p:pic>
        <p:nvPicPr>
          <p:cNvPr id="67589" name="Picture 2" descr="c:\users\888\appdata\roaming\360se6\User Data\temp\t01441276dc36cd8b0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1488" y="2657475"/>
            <a:ext cx="1900237" cy="188436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7590" name="Picture 2" descr="c:\users\888\appdata\roaming\360se6\User Data\temp\t01441276dc36cd8b0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51888" y="2681288"/>
            <a:ext cx="1901825" cy="188436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7591" name="TextBox 35"/>
          <p:cNvSpPr txBox="1"/>
          <p:nvPr/>
        </p:nvSpPr>
        <p:spPr>
          <a:xfrm>
            <a:off x="1731963" y="2559050"/>
            <a:ext cx="1900237" cy="18621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ctr" eaLnBrk="0" hangingPunct="0">
              <a:buNone/>
            </a:pPr>
            <a:r>
              <a:rPr lang="zh-CN" altLang="en-US" sz="11500" b="1" dirty="0">
                <a:solidFill>
                  <a:srgbClr val="68A042"/>
                </a:solidFill>
                <a:latin typeface="楷体_GB2312" pitchFamily="49" charset="-122"/>
                <a:ea typeface="楷体_GB2312" pitchFamily="49" charset="-122"/>
              </a:rPr>
              <a:t>在</a:t>
            </a:r>
          </a:p>
        </p:txBody>
      </p:sp>
      <p:sp>
        <p:nvSpPr>
          <p:cNvPr id="67592" name="TextBox 37"/>
          <p:cNvSpPr txBox="1"/>
          <p:nvPr/>
        </p:nvSpPr>
        <p:spPr>
          <a:xfrm>
            <a:off x="8804275" y="2611438"/>
            <a:ext cx="1901825" cy="18621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ctr" eaLnBrk="0" hangingPunct="0">
              <a:buNone/>
            </a:pPr>
            <a:r>
              <a:rPr lang="zh-CN" altLang="en-US" sz="11500" b="1" dirty="0">
                <a:solidFill>
                  <a:srgbClr val="669E40"/>
                </a:solidFill>
                <a:latin typeface="楷体_GB2312" pitchFamily="49" charset="-122"/>
                <a:ea typeface="楷体_GB2312" pitchFamily="49" charset="-122"/>
              </a:rPr>
              <a:t>工</a:t>
            </a:r>
          </a:p>
        </p:txBody>
      </p:sp>
      <p:pic>
        <p:nvPicPr>
          <p:cNvPr id="67593" name="Picture 2" descr="c:\users\888\appdata\roaming\360se6\User Data\temp\t01441276dc36cd8b0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6213" y="2676525"/>
            <a:ext cx="1900237" cy="18843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7594" name="TextBox 35"/>
          <p:cNvSpPr txBox="1"/>
          <p:nvPr/>
        </p:nvSpPr>
        <p:spPr>
          <a:xfrm>
            <a:off x="5289550" y="2606675"/>
            <a:ext cx="1900238" cy="18621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ctr" eaLnBrk="0" hangingPunct="0">
              <a:buNone/>
            </a:pPr>
            <a:r>
              <a:rPr lang="zh-CN" altLang="en-US" sz="11500" b="1" dirty="0">
                <a:solidFill>
                  <a:srgbClr val="68A042"/>
                </a:solidFill>
                <a:latin typeface="楷体_GB2312" pitchFamily="49" charset="-122"/>
                <a:ea typeface="楷体_GB2312" pitchFamily="49" charset="-122"/>
              </a:rPr>
              <a:t>子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2234565" y="1916430"/>
            <a:ext cx="144399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3600"/>
              <a:t>zài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5607685" y="1913890"/>
            <a:ext cx="119761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3600"/>
              <a:t>zǐ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150985" y="2012315"/>
            <a:ext cx="171450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3600"/>
              <a:t>ɡōnɡ</a:t>
            </a:r>
          </a:p>
        </p:txBody>
      </p:sp>
    </p:spTree>
  </p:cSld>
  <p:clrMapOvr>
    <a:masterClrMapping/>
  </p:clrMapOvr>
  <p:transition spd="slow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8610" name="AutoShape 4"/>
          <p:cNvCxnSpPr/>
          <p:nvPr/>
        </p:nvCxnSpPr>
        <p:spPr>
          <a:xfrm flipH="1" flipV="1">
            <a:off x="120650" y="0"/>
            <a:ext cx="12700" cy="6872288"/>
          </a:xfrm>
          <a:prstGeom prst="straightConnector1">
            <a:avLst/>
          </a:prstGeom>
          <a:ln w="228600" cap="flat" cmpd="sng">
            <a:solidFill>
              <a:srgbClr val="008080"/>
            </a:solidFill>
            <a:prstDash val="solid"/>
            <a:headEnd type="none" w="med" len="med"/>
            <a:tailEnd type="none" w="med" len="med"/>
          </a:ln>
        </p:spPr>
      </p:cxnSp>
      <p:grpSp>
        <p:nvGrpSpPr>
          <p:cNvPr id="68611" name="组合 8"/>
          <p:cNvGrpSpPr/>
          <p:nvPr/>
        </p:nvGrpSpPr>
        <p:grpSpPr>
          <a:xfrm>
            <a:off x="307975" y="6350"/>
            <a:ext cx="3589338" cy="646113"/>
            <a:chOff x="308629" y="6819"/>
            <a:chExt cx="3588372" cy="646331"/>
          </a:xfrm>
        </p:grpSpPr>
        <p:sp>
          <p:nvSpPr>
            <p:cNvPr id="3" name="Text Box 4"/>
            <p:cNvSpPr txBox="1">
              <a:spLocks noChangeArrowheads="1"/>
            </p:cNvSpPr>
            <p:nvPr/>
          </p:nvSpPr>
          <p:spPr bwMode="auto">
            <a:xfrm>
              <a:off x="329261" y="6819"/>
              <a:ext cx="3567740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8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"/>
                <a:defRPr sz="2000">
                  <a:solidFill>
                    <a:schemeClr val="accent2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1pPr>
              <a:lvl2pPr marL="742950" indent="-285750">
                <a:lnSpc>
                  <a:spcPct val="130000"/>
                </a:lnSpc>
                <a:buFont typeface="Calibri" panose="020F0502020204030204" pitchFamily="34" charset="0"/>
                <a:buChar char=" 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 sz="2000"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3600" b="1" i="0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汉字</a:t>
              </a:r>
              <a:r>
                <a:rPr kumimoji="0" lang="en-US" altLang="zh-CN" sz="3600" b="1" i="1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Characters</a:t>
              </a:r>
              <a:endParaRPr kumimoji="0" lang="zh-CN" altLang="en-US" sz="3600" b="1" i="1" u="none" strike="noStrike" kern="1200" cap="none" spc="0" normalizeH="0" baseline="0" noProof="0" dirty="0">
                <a:ln>
                  <a:noFill/>
                </a:ln>
                <a:solidFill>
                  <a:srgbClr val="D09E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endParaRPr>
            </a:p>
          </p:txBody>
        </p:sp>
        <p:cxnSp>
          <p:nvCxnSpPr>
            <p:cNvPr id="5" name="直接连接符 4"/>
            <p:cNvCxnSpPr/>
            <p:nvPr/>
          </p:nvCxnSpPr>
          <p:spPr>
            <a:xfrm>
              <a:off x="308629" y="653150"/>
              <a:ext cx="3588372" cy="0"/>
            </a:xfrm>
            <a:prstGeom prst="line">
              <a:avLst/>
            </a:prstGeom>
            <a:ln w="69850" cmpd="thickThin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TextBox 7"/>
          <p:cNvSpPr txBox="1"/>
          <p:nvPr/>
        </p:nvSpPr>
        <p:spPr>
          <a:xfrm>
            <a:off x="474663" y="914400"/>
            <a:ext cx="9928225" cy="5238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914400" eaLnBrk="0" hangingPunct="0">
              <a:buClrTx/>
              <a:buSzTx/>
              <a:buFontTx/>
              <a:buNone/>
              <a:defRPr/>
            </a:pPr>
            <a:r>
              <a:rPr kumimoji="0" lang="en-US" altLang="zh-CN" sz="2800" b="1" kern="1200" cap="none" spc="0" normalizeH="0" baseline="0" noProof="0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2. </a:t>
            </a:r>
            <a:r>
              <a:rPr kumimoji="0" lang="zh-CN" altLang="en-US" sz="2800" b="1" kern="1200" cap="none" spc="0" normalizeH="0" baseline="0" noProof="0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汉字的结构</a:t>
            </a:r>
            <a:r>
              <a:rPr kumimoji="0" lang="zh-CN" altLang="en-US" sz="2800" b="1" kern="1200" cap="none" spc="0" normalizeH="0" baseline="0" noProof="0" dirty="0">
                <a:latin typeface="+mn-ea"/>
                <a:ea typeface="+mn-ea"/>
                <a:cs typeface="+mn-cs"/>
              </a:rPr>
              <a:t>（</a:t>
            </a:r>
            <a:r>
              <a:rPr kumimoji="0" lang="en-US" altLang="zh-CN" sz="2800" b="1" kern="1200" cap="none" spc="0" normalizeH="0" baseline="0" noProof="0" dirty="0">
                <a:latin typeface="+mn-ea"/>
                <a:ea typeface="+mn-ea"/>
                <a:cs typeface="+mn-cs"/>
              </a:rPr>
              <a:t>4</a:t>
            </a:r>
            <a:r>
              <a:rPr kumimoji="0" lang="zh-CN" altLang="en-US" sz="2800" b="1" kern="1200" cap="none" spc="0" normalizeH="0" baseline="0" noProof="0" dirty="0">
                <a:latin typeface="+mn-ea"/>
                <a:ea typeface="+mn-ea"/>
                <a:cs typeface="+mn-cs"/>
              </a:rPr>
              <a:t>）</a:t>
            </a:r>
            <a:r>
              <a:rPr kumimoji="0" lang="en-US" altLang="zh-CN" kern="1200" cap="none" spc="0" normalizeH="0" baseline="0" noProof="0" dirty="0">
                <a:latin typeface="+mn-ea"/>
                <a:ea typeface="+mn-ea"/>
                <a:cs typeface="+mn-cs"/>
              </a:rPr>
              <a:t>Structure of Characters(4)</a:t>
            </a:r>
            <a:endParaRPr kumimoji="0" lang="zh-CN" altLang="en-US" sz="2800" kern="1200" cap="none" spc="0" normalizeH="0" baseline="0" noProof="0" dirty="0">
              <a:latin typeface="+mn-ea"/>
              <a:ea typeface="+mn-ea"/>
              <a:cs typeface="+mn-cs"/>
            </a:endParaRPr>
          </a:p>
        </p:txBody>
      </p:sp>
      <p:graphicFrame>
        <p:nvGraphicFramePr>
          <p:cNvPr id="29" name="表格 28"/>
          <p:cNvGraphicFramePr>
            <a:graphicFrameLocks noGrp="1"/>
          </p:cNvGraphicFramePr>
          <p:nvPr/>
        </p:nvGraphicFramePr>
        <p:xfrm>
          <a:off x="1317625" y="2316163"/>
          <a:ext cx="9856344" cy="2905234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8444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30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488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9427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结构 </a:t>
                      </a:r>
                      <a:r>
                        <a:rPr lang="en-US" altLang="zh-CN" sz="2400" b="1" i="0" kern="1200" dirty="0">
                          <a:solidFill>
                            <a:schemeClr val="lt1"/>
                          </a:solidFill>
                          <a:latin typeface="Bradley Hand ITC" panose="03070402050302030203" pitchFamily="66" charset="0"/>
                          <a:ea typeface="+mn-ea"/>
                          <a:cs typeface="+mn-cs"/>
                        </a:rPr>
                        <a:t>Structure</a:t>
                      </a:r>
                      <a:endParaRPr lang="zh-CN" altLang="en-US" sz="2400" b="1" i="0" kern="1200" dirty="0">
                        <a:solidFill>
                          <a:schemeClr val="lt1"/>
                        </a:solidFill>
                        <a:latin typeface="Bradley Hand ITC" panose="03070402050302030203" pitchFamily="66" charset="0"/>
                        <a:ea typeface="+mn-ea"/>
                        <a:cs typeface="+mn-cs"/>
                      </a:endParaRPr>
                    </a:p>
                  </a:txBody>
                  <a:tcPr marL="123146" marR="123146" marT="61573" marB="615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98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例字 </a:t>
                      </a:r>
                      <a:r>
                        <a:rPr lang="en-US" altLang="zh-CN" sz="2400" dirty="0">
                          <a:latin typeface="Bradley Hand ITC" panose="03070402050302030203" pitchFamily="66" charset="0"/>
                        </a:rPr>
                        <a:t>Example Characters</a:t>
                      </a:r>
                      <a:endParaRPr lang="zh-CN" altLang="en-US" sz="2400" dirty="0">
                        <a:latin typeface="Bradley Hand ITC" panose="03070402050302030203" pitchFamily="66" charset="0"/>
                      </a:endParaRPr>
                    </a:p>
                  </a:txBody>
                  <a:tcPr marL="123146" marR="123146" marT="61573" marB="615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98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图解</a:t>
                      </a:r>
                      <a:r>
                        <a:rPr lang="en-US" altLang="zh-CN" sz="2400" dirty="0">
                          <a:latin typeface="Bradley Hand ITC" panose="03070402050302030203" pitchFamily="66" charset="0"/>
                        </a:rPr>
                        <a:t>Illustrations</a:t>
                      </a:r>
                      <a:endParaRPr lang="zh-CN" altLang="en-US" sz="2400" dirty="0">
                        <a:latin typeface="Bradley Hand ITC" panose="03070402050302030203" pitchFamily="66" charset="0"/>
                      </a:endParaRPr>
                    </a:p>
                  </a:txBody>
                  <a:tcPr marL="123146" marR="123146" marT="61573" marB="615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98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05807">
                <a:tc>
                  <a:txBody>
                    <a:bodyPr/>
                    <a:lstStyle/>
                    <a:p>
                      <a:pPr algn="l"/>
                      <a:r>
                        <a:rPr lang="zh-CN" altLang="en-US" sz="2400" b="1" dirty="0">
                          <a:ea typeface="+mn-ea"/>
                        </a:rPr>
                        <a:t>   半包围结构</a:t>
                      </a:r>
                      <a:r>
                        <a:rPr lang="zh-CN" altLang="en-US" sz="2400" b="1" baseline="0" dirty="0">
                          <a:ea typeface="+mn-ea"/>
                        </a:rPr>
                        <a:t>   </a:t>
                      </a:r>
                      <a:endParaRPr lang="en-US" altLang="zh-CN" sz="2400" b="1" baseline="0" dirty="0">
                        <a:ea typeface="+mn-ea"/>
                      </a:endParaRPr>
                    </a:p>
                    <a:p>
                      <a:pPr algn="l"/>
                      <a:r>
                        <a:rPr lang="en-US" altLang="zh-CN" sz="2400" b="0" baseline="0" dirty="0">
                          <a:latin typeface="+mn-lt"/>
                          <a:ea typeface="GB Pinyinok-D" pitchFamily="2" charset="-122"/>
                        </a:rPr>
                        <a:t>   half-enclosure</a:t>
                      </a:r>
                      <a:endParaRPr lang="en-US" altLang="zh-CN" sz="2400" dirty="0"/>
                    </a:p>
                    <a:p>
                      <a:pPr algn="l"/>
                      <a:r>
                        <a:rPr lang="zh-CN" altLang="en-US" sz="2400" b="1" dirty="0">
                          <a:ea typeface="+mn-ea"/>
                        </a:rPr>
                        <a:t>   </a:t>
                      </a:r>
                      <a:endParaRPr lang="en-US" altLang="zh-CN" sz="2400" b="0" dirty="0">
                        <a:latin typeface="+mn-lt"/>
                        <a:ea typeface="GB Pinyinok-D" pitchFamily="2" charset="-122"/>
                      </a:endParaRPr>
                    </a:p>
                  </a:txBody>
                  <a:tcPr marL="123146" marR="123146" marT="61573" marB="615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514350" indent="-514350" algn="l">
                        <a:buNone/>
                      </a:pPr>
                      <a:r>
                        <a:rPr lang="zh-CN" altLang="en-US" sz="2400" b="1" dirty="0">
                          <a:solidFill>
                            <a:srgbClr val="C00000"/>
                          </a:solidFill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 店</a:t>
                      </a:r>
                      <a:r>
                        <a:rPr lang="en-US" altLang="zh-CN" sz="2800" b="1" dirty="0">
                          <a:solidFill>
                            <a:srgbClr val="C00000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 </a:t>
                      </a:r>
                      <a:r>
                        <a:rPr lang="en-US" altLang="zh-CN" sz="2800" b="1" baseline="0" dirty="0">
                          <a:solidFill>
                            <a:srgbClr val="C00000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 </a:t>
                      </a:r>
                      <a:r>
                        <a:rPr lang="en-US" altLang="zh-CN" sz="2400" b="1" kern="1200" dirty="0" err="1">
                          <a:solidFill>
                            <a:schemeClr val="dk1"/>
                          </a:solidFill>
                          <a:latin typeface="GB Pinyinok-D" pitchFamily="2" charset="-122"/>
                          <a:ea typeface="GB Pinyinok-D" pitchFamily="2" charset="-122"/>
                          <a:cs typeface="+mn-cs"/>
                        </a:rPr>
                        <a:t>diàn</a:t>
                      </a:r>
                      <a:r>
                        <a:rPr lang="en-US" altLang="zh-CN" sz="2400" b="1" kern="1200" dirty="0">
                          <a:solidFill>
                            <a:schemeClr val="dk1"/>
                          </a:solidFill>
                          <a:latin typeface="GB Pinyinok-D" pitchFamily="2" charset="-122"/>
                          <a:ea typeface="GB Pinyinok-D" pitchFamily="2" charset="-122"/>
                          <a:cs typeface="+mn-cs"/>
                        </a:rPr>
                        <a:t>    </a:t>
                      </a:r>
                      <a:r>
                        <a:rPr lang="en-US" altLang="zh-CN" sz="24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GB Pinyinok-D" pitchFamily="2" charset="-122"/>
                        </a:rPr>
                        <a:t>store</a:t>
                      </a:r>
                    </a:p>
                    <a:p>
                      <a:pPr marL="457200" indent="-457200" algn="l">
                        <a:buNone/>
                      </a:pPr>
                      <a:r>
                        <a:rPr lang="zh-CN" altLang="en-US" sz="2400" b="1" dirty="0">
                          <a:solidFill>
                            <a:srgbClr val="C00000"/>
                          </a:solidFill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 习    </a:t>
                      </a:r>
                      <a:r>
                        <a:rPr lang="en-US" altLang="zh-CN" sz="2400" b="1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华文新魏" panose="02010800040101010101" pitchFamily="2" charset="-122"/>
                          <a:ea typeface="GB Pinyinok-D" pitchFamily="2" charset="-122"/>
                        </a:rPr>
                        <a:t> </a:t>
                      </a:r>
                      <a:r>
                        <a:rPr lang="en-US" altLang="zh-CN" sz="2400" b="1" kern="1200" dirty="0" err="1">
                          <a:solidFill>
                            <a:schemeClr val="dk1"/>
                          </a:solidFill>
                          <a:latin typeface="GB Pinyinok-D" pitchFamily="2" charset="-122"/>
                          <a:ea typeface="GB Pinyinok-D" pitchFamily="2" charset="-122"/>
                          <a:cs typeface="+mn-cs"/>
                        </a:rPr>
                        <a:t>xí</a:t>
                      </a:r>
                      <a:r>
                        <a:rPr lang="en-US" altLang="zh-CN" sz="2400" b="1" kern="1200" dirty="0">
                          <a:solidFill>
                            <a:schemeClr val="dk1"/>
                          </a:solidFill>
                          <a:latin typeface="GB Pinyinok-D" pitchFamily="2" charset="-122"/>
                          <a:ea typeface="GB Pinyinok-D" pitchFamily="2" charset="-122"/>
                          <a:cs typeface="+mn-cs"/>
                        </a:rPr>
                        <a:t>      </a:t>
                      </a:r>
                      <a:r>
                        <a:rPr lang="en-US" altLang="zh-CN" sz="2400" b="0" kern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GB Pinyinok-D" pitchFamily="2" charset="-122"/>
                          <a:cs typeface="+mn-cs"/>
                        </a:rPr>
                        <a:t>to study</a:t>
                      </a:r>
                    </a:p>
                    <a:p>
                      <a:r>
                        <a:rPr lang="zh-CN" altLang="en-US" sz="2400" b="1" dirty="0">
                          <a:solidFill>
                            <a:srgbClr val="C00000"/>
                          </a:solidFill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 这     </a:t>
                      </a:r>
                      <a:r>
                        <a:rPr lang="en-US" altLang="zh-CN" sz="2400" b="1" kern="1200" dirty="0" err="1">
                          <a:solidFill>
                            <a:schemeClr val="dk1"/>
                          </a:solidFill>
                          <a:latin typeface="GB Pinyinok-D" pitchFamily="2" charset="-122"/>
                          <a:ea typeface="GB Pinyinok-D" pitchFamily="2" charset="-122"/>
                          <a:cs typeface="+mn-cs"/>
                        </a:rPr>
                        <a:t>zhè</a:t>
                      </a:r>
                      <a:r>
                        <a:rPr lang="en-US" altLang="zh-CN" sz="2400" b="1" kern="1200" dirty="0">
                          <a:solidFill>
                            <a:schemeClr val="dk1"/>
                          </a:solidFill>
                          <a:latin typeface="GB Pinyinok-D" pitchFamily="2" charset="-122"/>
                          <a:ea typeface="GB Pinyinok-D" pitchFamily="2" charset="-122"/>
                          <a:cs typeface="+mn-cs"/>
                        </a:rPr>
                        <a:t>     </a:t>
                      </a:r>
                      <a:r>
                        <a:rPr lang="en-US" altLang="zh-CN" sz="2400" baseline="0" dirty="0"/>
                        <a:t>this</a:t>
                      </a:r>
                      <a:endParaRPr lang="en-US" altLang="zh-CN" sz="2400" dirty="0"/>
                    </a:p>
                    <a:p>
                      <a:r>
                        <a:rPr lang="zh-CN" altLang="en-US" sz="2400" b="1" baseline="0" dirty="0">
                          <a:solidFill>
                            <a:srgbClr val="C00000"/>
                          </a:solidFill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 同     </a:t>
                      </a:r>
                      <a:r>
                        <a:rPr lang="en-US" altLang="zh-CN" sz="2400" b="1" kern="1200" dirty="0" err="1">
                          <a:solidFill>
                            <a:schemeClr val="dk1"/>
                          </a:solidFill>
                          <a:latin typeface="GB Pinyinok-D" pitchFamily="2" charset="-122"/>
                          <a:ea typeface="GB Pinyinok-D" pitchFamily="2" charset="-122"/>
                          <a:cs typeface="+mn-cs"/>
                        </a:rPr>
                        <a:t>tónɡ</a:t>
                      </a:r>
                      <a:r>
                        <a:rPr lang="en-US" altLang="zh-CN" sz="2400" b="1" kern="1200" dirty="0">
                          <a:solidFill>
                            <a:schemeClr val="dk1"/>
                          </a:solidFill>
                          <a:latin typeface="GB Pinyinok-D" pitchFamily="2" charset="-122"/>
                          <a:ea typeface="GB Pinyinok-D" pitchFamily="2" charset="-122"/>
                          <a:cs typeface="+mn-cs"/>
                        </a:rPr>
                        <a:t>    </a:t>
                      </a:r>
                      <a:r>
                        <a:rPr lang="en-US" altLang="zh-CN" sz="2400" b="0" kern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GB Pinyinok-D" pitchFamily="2" charset="-122"/>
                          <a:cs typeface="+mn-cs"/>
                        </a:rPr>
                        <a:t>same</a:t>
                      </a:r>
                    </a:p>
                    <a:p>
                      <a:r>
                        <a:rPr lang="zh-CN" altLang="en-US" sz="2400" b="1" baseline="0" dirty="0">
                          <a:solidFill>
                            <a:srgbClr val="C00000"/>
                          </a:solidFill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 凶     </a:t>
                      </a:r>
                      <a:r>
                        <a:rPr lang="en-US" altLang="zh-CN" sz="2400" b="1" kern="1200" dirty="0" err="1">
                          <a:solidFill>
                            <a:schemeClr val="dk1"/>
                          </a:solidFill>
                          <a:latin typeface="GB Pinyinok-D" pitchFamily="2" charset="-122"/>
                          <a:ea typeface="GB Pinyinok-D" pitchFamily="2" charset="-122"/>
                          <a:cs typeface="+mn-cs"/>
                        </a:rPr>
                        <a:t>xiōnɡ</a:t>
                      </a:r>
                      <a:r>
                        <a:rPr lang="en-US" altLang="zh-CN" sz="2400" b="1" kern="1200" dirty="0">
                          <a:solidFill>
                            <a:schemeClr val="dk1"/>
                          </a:solidFill>
                          <a:latin typeface="GB Pinyinok-D" pitchFamily="2" charset="-122"/>
                          <a:ea typeface="GB Pinyinok-D" pitchFamily="2" charset="-122"/>
                          <a:cs typeface="+mn-cs"/>
                        </a:rPr>
                        <a:t>  </a:t>
                      </a:r>
                      <a:r>
                        <a:rPr lang="en-US" altLang="zh-CN" sz="2400" b="1" kern="1200" baseline="0" dirty="0">
                          <a:solidFill>
                            <a:schemeClr val="dk1"/>
                          </a:solidFill>
                          <a:latin typeface="GB Pinyinok-D" pitchFamily="2" charset="-122"/>
                          <a:ea typeface="GB Pinyinok-D" pitchFamily="2" charset="-122"/>
                          <a:cs typeface="+mn-cs"/>
                        </a:rPr>
                        <a:t> </a:t>
                      </a:r>
                      <a:r>
                        <a:rPr lang="en-US" altLang="zh-CN" sz="2400" b="0" kern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GB Pinyinok-D" pitchFamily="2" charset="-122"/>
                          <a:cs typeface="+mn-cs"/>
                        </a:rPr>
                        <a:t>fierce</a:t>
                      </a:r>
                    </a:p>
                    <a:p>
                      <a:r>
                        <a:rPr lang="zh-CN" altLang="en-US" sz="2400" b="1" baseline="0" dirty="0">
                          <a:solidFill>
                            <a:srgbClr val="C00000"/>
                          </a:solidFill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 医     </a:t>
                      </a:r>
                      <a:r>
                        <a:rPr lang="en-US" altLang="zh-CN" sz="2400" b="1" kern="1200" dirty="0" err="1">
                          <a:solidFill>
                            <a:schemeClr val="dk1"/>
                          </a:solidFill>
                          <a:latin typeface="GB Pinyinok-D" pitchFamily="2" charset="-122"/>
                          <a:ea typeface="GB Pinyinok-D" pitchFamily="2" charset="-122"/>
                          <a:cs typeface="+mn-cs"/>
                        </a:rPr>
                        <a:t>yī</a:t>
                      </a:r>
                      <a:r>
                        <a:rPr lang="en-US" altLang="zh-CN" sz="2400" b="1" kern="1200" dirty="0">
                          <a:solidFill>
                            <a:schemeClr val="dk1"/>
                          </a:solidFill>
                          <a:latin typeface="GB Pinyinok-D" pitchFamily="2" charset="-122"/>
                          <a:ea typeface="GB Pinyinok-D" pitchFamily="2" charset="-122"/>
                          <a:cs typeface="+mn-cs"/>
                        </a:rPr>
                        <a:t>  </a:t>
                      </a:r>
                      <a:r>
                        <a:rPr lang="en-US" altLang="zh-CN" sz="240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GB Pinyinok-D" pitchFamily="2" charset="-122"/>
                          <a:ea typeface="GB Pinyinok-D" pitchFamily="2" charset="-122"/>
                        </a:rPr>
                        <a:t>    </a:t>
                      </a:r>
                      <a:r>
                        <a:rPr lang="en-US" altLang="zh-CN" sz="24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GB Pinyinok-D" pitchFamily="2" charset="-122"/>
                        </a:rPr>
                        <a:t>doctor</a:t>
                      </a:r>
                      <a:endParaRPr lang="zh-CN" altLang="en-US" sz="2400" dirty="0"/>
                    </a:p>
                  </a:txBody>
                  <a:tcPr marL="123146" marR="123146" marT="61573" marB="615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514350" indent="-514350" algn="l">
                        <a:buNone/>
                      </a:pPr>
                      <a:endParaRPr lang="en-US" altLang="zh-CN" sz="3200" b="1" baseline="0" dirty="0">
                        <a:solidFill>
                          <a:srgbClr val="C00000"/>
                        </a:solidFill>
                        <a:latin typeface="楷体_GB2312" pitchFamily="49" charset="-122"/>
                        <a:ea typeface="楷体_GB2312" pitchFamily="49" charset="-122"/>
                      </a:endParaRPr>
                    </a:p>
                    <a:p>
                      <a:pPr marL="514350" indent="-514350" algn="l">
                        <a:buNone/>
                      </a:pPr>
                      <a:r>
                        <a:rPr lang="zh-CN" altLang="en-US" sz="3200" b="1" baseline="0" dirty="0">
                          <a:solidFill>
                            <a:srgbClr val="C00000"/>
                          </a:solidFill>
                          <a:latin typeface="楷体_GB2312" pitchFamily="49" charset="-122"/>
                          <a:ea typeface="楷体_GB2312" pitchFamily="49" charset="-122"/>
                        </a:rPr>
                        <a:t> </a:t>
                      </a:r>
                      <a:endParaRPr lang="zh-CN" altLang="en-US" sz="3200" b="1" dirty="0">
                        <a:solidFill>
                          <a:srgbClr val="C00000"/>
                        </a:solidFill>
                        <a:latin typeface="楷体_GB2312" pitchFamily="49" charset="-122"/>
                        <a:ea typeface="楷体_GB2312" pitchFamily="49" charset="-122"/>
                      </a:endParaRPr>
                    </a:p>
                    <a:p>
                      <a:r>
                        <a:rPr lang="zh-CN" altLang="en-US" sz="2400" b="1" dirty="0">
                          <a:solidFill>
                            <a:srgbClr val="C00000"/>
                          </a:solidFill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   </a:t>
                      </a:r>
                      <a:r>
                        <a:rPr lang="zh-CN" altLang="en-US" sz="2400" b="1" dirty="0">
                          <a:solidFill>
                            <a:srgbClr val="C00000"/>
                          </a:solidFill>
                          <a:latin typeface="楷体_GB2312" pitchFamily="49" charset="-122"/>
                          <a:ea typeface="楷体_GB2312" pitchFamily="49" charset="-122"/>
                        </a:rPr>
                        <a:t> </a:t>
                      </a:r>
                      <a:endParaRPr lang="en-US" altLang="zh-CN" sz="3200" b="1" baseline="0" dirty="0">
                        <a:solidFill>
                          <a:srgbClr val="C00000"/>
                        </a:solidFill>
                        <a:latin typeface="楷体_GB2312" pitchFamily="49" charset="-122"/>
                        <a:ea typeface="楷体_GB2312" pitchFamily="49" charset="-122"/>
                      </a:endParaRPr>
                    </a:p>
                    <a:p>
                      <a:r>
                        <a:rPr lang="zh-CN" altLang="en-US" sz="3200" b="1" dirty="0">
                          <a:solidFill>
                            <a:srgbClr val="C00000"/>
                          </a:solidFill>
                          <a:latin typeface="楷体_GB2312" pitchFamily="49" charset="-122"/>
                          <a:ea typeface="楷体_GB2312" pitchFamily="49" charset="-122"/>
                        </a:rPr>
                        <a:t>  </a:t>
                      </a:r>
                      <a:r>
                        <a:rPr lang="zh-CN" altLang="en-US" sz="2400" b="1" dirty="0">
                          <a:solidFill>
                            <a:srgbClr val="C00000"/>
                          </a:solidFill>
                          <a:latin typeface="楷体_GB2312" pitchFamily="49" charset="-122"/>
                          <a:ea typeface="楷体_GB2312" pitchFamily="49" charset="-122"/>
                        </a:rPr>
                        <a:t>   </a:t>
                      </a:r>
                      <a:r>
                        <a:rPr lang="zh-CN" altLang="en-US" sz="3200" b="1" dirty="0">
                          <a:solidFill>
                            <a:srgbClr val="C00000"/>
                          </a:solidFill>
                          <a:latin typeface="楷体_GB2312" pitchFamily="49" charset="-122"/>
                          <a:ea typeface="楷体_GB2312" pitchFamily="49" charset="-122"/>
                        </a:rPr>
                        <a:t>  </a:t>
                      </a:r>
                    </a:p>
                  </a:txBody>
                  <a:tcPr marL="123146" marR="123146" marT="61573" marB="615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8627" name="Rectangle 29"/>
          <p:cNvSpPr/>
          <p:nvPr/>
        </p:nvSpPr>
        <p:spPr>
          <a:xfrm>
            <a:off x="7759700" y="1474788"/>
            <a:ext cx="231775" cy="46037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/>
          <a:p>
            <a:r>
              <a:rPr lang="zh-CN" altLang="zh-CN" sz="1100" dirty="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  <a:endParaRPr lang="zh-CN" altLang="zh-CN" dirty="0">
              <a:latin typeface="Arial" panose="020B0604020202020204" pitchFamily="34" charset="0"/>
            </a:endParaRPr>
          </a:p>
        </p:txBody>
      </p:sp>
      <p:grpSp>
        <p:nvGrpSpPr>
          <p:cNvPr id="68628" name="组合 50"/>
          <p:cNvGrpSpPr/>
          <p:nvPr/>
        </p:nvGrpSpPr>
        <p:grpSpPr>
          <a:xfrm>
            <a:off x="8032750" y="3168650"/>
            <a:ext cx="569913" cy="523875"/>
            <a:chOff x="8255001" y="3168650"/>
            <a:chExt cx="569912" cy="523220"/>
          </a:xfrm>
        </p:grpSpPr>
        <p:sp>
          <p:nvSpPr>
            <p:cNvPr id="68655" name="TextBox 28"/>
            <p:cNvSpPr txBox="1"/>
            <p:nvPr/>
          </p:nvSpPr>
          <p:spPr>
            <a:xfrm>
              <a:off x="8255001" y="3168650"/>
              <a:ext cx="569912" cy="523220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pPr eaLnBrk="0" hangingPunct="0">
                <a:buNone/>
              </a:pPr>
              <a:r>
                <a:rPr lang="zh-CN" altLang="en-US" sz="2800" b="1" dirty="0">
                  <a:solidFill>
                    <a:srgbClr val="C00000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店</a:t>
              </a:r>
              <a:endParaRPr lang="zh-CN" altLang="en-US" dirty="0">
                <a:solidFill>
                  <a:srgbClr val="C00000"/>
                </a:solidFill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  <p:cxnSp>
          <p:nvCxnSpPr>
            <p:cNvPr id="135" name="直接连接符 134"/>
            <p:cNvCxnSpPr/>
            <p:nvPr/>
          </p:nvCxnSpPr>
          <p:spPr bwMode="auto">
            <a:xfrm flipV="1">
              <a:off x="8482014" y="3341472"/>
              <a:ext cx="342899" cy="158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/>
            <p:cNvCxnSpPr/>
            <p:nvPr/>
          </p:nvCxnSpPr>
          <p:spPr bwMode="auto">
            <a:xfrm>
              <a:off x="8482014" y="3343057"/>
              <a:ext cx="0" cy="34881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8629" name="组合 49"/>
          <p:cNvGrpSpPr/>
          <p:nvPr/>
        </p:nvGrpSpPr>
        <p:grpSpPr>
          <a:xfrm>
            <a:off x="9158288" y="3179763"/>
            <a:ext cx="569912" cy="523875"/>
            <a:chOff x="9431338" y="3179763"/>
            <a:chExt cx="569912" cy="523220"/>
          </a:xfrm>
        </p:grpSpPr>
        <p:sp>
          <p:nvSpPr>
            <p:cNvPr id="68652" name="TextBox 28"/>
            <p:cNvSpPr txBox="1"/>
            <p:nvPr/>
          </p:nvSpPr>
          <p:spPr>
            <a:xfrm>
              <a:off x="9431338" y="3179763"/>
              <a:ext cx="569912" cy="523220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pPr eaLnBrk="0" hangingPunct="0">
                <a:buNone/>
              </a:pPr>
              <a:r>
                <a:rPr lang="zh-CN" altLang="en-US" sz="2800" b="1" dirty="0">
                  <a:solidFill>
                    <a:srgbClr val="C00000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习</a:t>
              </a:r>
              <a:endParaRPr lang="zh-CN" altLang="en-US" dirty="0">
                <a:solidFill>
                  <a:srgbClr val="C00000"/>
                </a:solidFill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  <p:cxnSp>
          <p:nvCxnSpPr>
            <p:cNvPr id="42" name="直接连接符 41"/>
            <p:cNvCxnSpPr/>
            <p:nvPr/>
          </p:nvCxnSpPr>
          <p:spPr bwMode="auto">
            <a:xfrm>
              <a:off x="9752013" y="3393807"/>
              <a:ext cx="1587" cy="30283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连接符 42"/>
            <p:cNvCxnSpPr/>
            <p:nvPr/>
          </p:nvCxnSpPr>
          <p:spPr bwMode="auto">
            <a:xfrm flipH="1">
              <a:off x="9432925" y="3389051"/>
              <a:ext cx="3175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8630" name="组合 98"/>
          <p:cNvGrpSpPr/>
          <p:nvPr/>
        </p:nvGrpSpPr>
        <p:grpSpPr>
          <a:xfrm>
            <a:off x="10256838" y="3182938"/>
            <a:ext cx="582612" cy="522287"/>
            <a:chOff x="10402889" y="3125787"/>
            <a:chExt cx="582612" cy="523220"/>
          </a:xfrm>
        </p:grpSpPr>
        <p:sp>
          <p:nvSpPr>
            <p:cNvPr id="68648" name="TextBox 28"/>
            <p:cNvSpPr txBox="1"/>
            <p:nvPr/>
          </p:nvSpPr>
          <p:spPr>
            <a:xfrm>
              <a:off x="10402889" y="3125787"/>
              <a:ext cx="582612" cy="523220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pPr eaLnBrk="0" hangingPunct="0">
                <a:buNone/>
              </a:pPr>
              <a:r>
                <a:rPr lang="zh-CN" altLang="en-US" sz="2800" b="1" dirty="0">
                  <a:solidFill>
                    <a:srgbClr val="C00000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这</a:t>
              </a:r>
              <a:endParaRPr lang="zh-CN" altLang="en-US" dirty="0">
                <a:solidFill>
                  <a:srgbClr val="C00000"/>
                </a:solidFill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  <p:grpSp>
          <p:nvGrpSpPr>
            <p:cNvPr id="68649" name="组合 56"/>
            <p:cNvGrpSpPr/>
            <p:nvPr/>
          </p:nvGrpSpPr>
          <p:grpSpPr>
            <a:xfrm rot="-5400000">
              <a:off x="10633931" y="3122715"/>
              <a:ext cx="343476" cy="349620"/>
              <a:chOff x="8628813" y="3494650"/>
              <a:chExt cx="343476" cy="349620"/>
            </a:xfrm>
          </p:grpSpPr>
          <p:cxnSp>
            <p:nvCxnSpPr>
              <p:cNvPr id="55" name="直接连接符 54"/>
              <p:cNvCxnSpPr/>
              <p:nvPr/>
            </p:nvCxnSpPr>
            <p:spPr bwMode="auto">
              <a:xfrm flipV="1">
                <a:off x="8628777" y="3495281"/>
                <a:ext cx="343512" cy="158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直接连接符 55"/>
              <p:cNvCxnSpPr/>
              <p:nvPr/>
            </p:nvCxnSpPr>
            <p:spPr bwMode="auto">
              <a:xfrm>
                <a:off x="8633549" y="3496868"/>
                <a:ext cx="0" cy="347663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68631" name="组合 68"/>
          <p:cNvGrpSpPr/>
          <p:nvPr/>
        </p:nvGrpSpPr>
        <p:grpSpPr>
          <a:xfrm>
            <a:off x="8056563" y="4370388"/>
            <a:ext cx="582612" cy="523875"/>
            <a:chOff x="8239126" y="4370392"/>
            <a:chExt cx="582612" cy="523221"/>
          </a:xfrm>
        </p:grpSpPr>
        <p:grpSp>
          <p:nvGrpSpPr>
            <p:cNvPr id="68643" name="组合 40"/>
            <p:cNvGrpSpPr/>
            <p:nvPr/>
          </p:nvGrpSpPr>
          <p:grpSpPr>
            <a:xfrm>
              <a:off x="8239126" y="4370392"/>
              <a:ext cx="582612" cy="523221"/>
              <a:chOff x="8239125" y="4370588"/>
              <a:chExt cx="582613" cy="522566"/>
            </a:xfrm>
          </p:grpSpPr>
          <p:sp>
            <p:nvSpPr>
              <p:cNvPr id="68645" name="TextBox 28"/>
              <p:cNvSpPr txBox="1"/>
              <p:nvPr/>
            </p:nvSpPr>
            <p:spPr>
              <a:xfrm>
                <a:off x="8239125" y="4370588"/>
                <a:ext cx="582613" cy="522566"/>
              </a:xfrm>
              <a:prstGeom prst="rect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>
                <a:spAutoFit/>
              </a:bodyPr>
              <a:lstStyle/>
              <a:p>
                <a:pPr eaLnBrk="0" hangingPunct="0">
                  <a:buNone/>
                </a:pPr>
                <a:r>
                  <a:rPr lang="zh-CN" altLang="en-US" sz="2800" b="1" dirty="0">
                    <a:solidFill>
                      <a:srgbClr val="C0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同</a:t>
                </a:r>
                <a:endParaRPr lang="zh-CN" altLang="en-US" dirty="0">
                  <a:solidFill>
                    <a:srgbClr val="C00000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  <p:cxnSp>
            <p:nvCxnSpPr>
              <p:cNvPr id="138" name="直接连接符 137"/>
              <p:cNvCxnSpPr/>
              <p:nvPr/>
            </p:nvCxnSpPr>
            <p:spPr bwMode="auto">
              <a:xfrm>
                <a:off x="8450262" y="4555861"/>
                <a:ext cx="0" cy="337293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9" name="直接连接符 138"/>
              <p:cNvCxnSpPr/>
              <p:nvPr/>
            </p:nvCxnSpPr>
            <p:spPr bwMode="auto">
              <a:xfrm>
                <a:off x="8585201" y="4554278"/>
                <a:ext cx="0" cy="338876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68" name="直接连接符 67"/>
            <p:cNvCxnSpPr/>
            <p:nvPr/>
          </p:nvCxnSpPr>
          <p:spPr>
            <a:xfrm flipV="1">
              <a:off x="8450263" y="4554312"/>
              <a:ext cx="134938" cy="158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8632" name="组合 90"/>
          <p:cNvGrpSpPr/>
          <p:nvPr/>
        </p:nvGrpSpPr>
        <p:grpSpPr>
          <a:xfrm>
            <a:off x="9182100" y="4364038"/>
            <a:ext cx="582613" cy="528637"/>
            <a:chOff x="9440863" y="4364365"/>
            <a:chExt cx="582612" cy="527660"/>
          </a:xfrm>
        </p:grpSpPr>
        <p:sp>
          <p:nvSpPr>
            <p:cNvPr id="68639" name="TextBox 28"/>
            <p:cNvSpPr txBox="1"/>
            <p:nvPr/>
          </p:nvSpPr>
          <p:spPr>
            <a:xfrm>
              <a:off x="9440863" y="4368804"/>
              <a:ext cx="582612" cy="523221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pPr eaLnBrk="0" hangingPunct="0">
                <a:buNone/>
              </a:pPr>
              <a:r>
                <a:rPr lang="zh-CN" altLang="en-US" sz="2800" b="1" dirty="0">
                  <a:solidFill>
                    <a:srgbClr val="C00000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凶</a:t>
              </a:r>
              <a:endParaRPr lang="zh-CN" altLang="en-US" dirty="0">
                <a:solidFill>
                  <a:srgbClr val="C00000"/>
                </a:solidFill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  <p:grpSp>
          <p:nvGrpSpPr>
            <p:cNvPr id="68640" name="组合 89"/>
            <p:cNvGrpSpPr/>
            <p:nvPr/>
          </p:nvGrpSpPr>
          <p:grpSpPr>
            <a:xfrm>
              <a:off x="9632157" y="4364365"/>
              <a:ext cx="157077" cy="339070"/>
              <a:chOff x="9632157" y="4364365"/>
              <a:chExt cx="157077" cy="339070"/>
            </a:xfrm>
          </p:grpSpPr>
          <p:cxnSp>
            <p:nvCxnSpPr>
              <p:cNvPr id="85" name="直接连接符 84"/>
              <p:cNvCxnSpPr/>
              <p:nvPr/>
            </p:nvCxnSpPr>
            <p:spPr bwMode="auto">
              <a:xfrm rot="10800000">
                <a:off x="9788526" y="4364365"/>
                <a:ext cx="0" cy="337512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直接连接符 85"/>
              <p:cNvCxnSpPr/>
              <p:nvPr/>
            </p:nvCxnSpPr>
            <p:spPr bwMode="auto">
              <a:xfrm rot="10800000">
                <a:off x="9632951" y="4364365"/>
                <a:ext cx="0" cy="33909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68633" name="组合 97"/>
          <p:cNvGrpSpPr/>
          <p:nvPr/>
        </p:nvGrpSpPr>
        <p:grpSpPr>
          <a:xfrm>
            <a:off x="10274300" y="4373563"/>
            <a:ext cx="582613" cy="523875"/>
            <a:chOff x="10402890" y="4362448"/>
            <a:chExt cx="582614" cy="523220"/>
          </a:xfrm>
        </p:grpSpPr>
        <p:grpSp>
          <p:nvGrpSpPr>
            <p:cNvPr id="68634" name="组合 40"/>
            <p:cNvGrpSpPr/>
            <p:nvPr/>
          </p:nvGrpSpPr>
          <p:grpSpPr>
            <a:xfrm>
              <a:off x="10402890" y="4362448"/>
              <a:ext cx="582614" cy="523220"/>
              <a:chOff x="8239125" y="4370590"/>
              <a:chExt cx="582615" cy="522566"/>
            </a:xfrm>
          </p:grpSpPr>
          <p:sp>
            <p:nvSpPr>
              <p:cNvPr id="68636" name="TextBox 28"/>
              <p:cNvSpPr txBox="1"/>
              <p:nvPr/>
            </p:nvSpPr>
            <p:spPr>
              <a:xfrm>
                <a:off x="8239125" y="4370590"/>
                <a:ext cx="582613" cy="522566"/>
              </a:xfrm>
              <a:prstGeom prst="rect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>
                <a:spAutoFit/>
              </a:bodyPr>
              <a:lstStyle/>
              <a:p>
                <a:pPr eaLnBrk="0" hangingPunct="0">
                  <a:buNone/>
                </a:pPr>
                <a:r>
                  <a:rPr lang="zh-CN" altLang="en-US" sz="2800" b="1" dirty="0">
                    <a:solidFill>
                      <a:srgbClr val="C0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医</a:t>
                </a:r>
                <a:endParaRPr lang="zh-CN" altLang="en-US" dirty="0">
                  <a:solidFill>
                    <a:srgbClr val="C00000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  <p:cxnSp>
            <p:nvCxnSpPr>
              <p:cNvPr id="28" name="直接连接符 27"/>
              <p:cNvCxnSpPr/>
              <p:nvPr/>
            </p:nvCxnSpPr>
            <p:spPr bwMode="auto">
              <a:xfrm flipV="1">
                <a:off x="8434389" y="4723717"/>
                <a:ext cx="387351" cy="1584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直接连接符 29"/>
              <p:cNvCxnSpPr/>
              <p:nvPr/>
            </p:nvCxnSpPr>
            <p:spPr bwMode="auto">
              <a:xfrm flipH="1">
                <a:off x="8434389" y="4546362"/>
                <a:ext cx="387351" cy="1584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97" name="直接连接符 96"/>
            <p:cNvCxnSpPr/>
            <p:nvPr/>
          </p:nvCxnSpPr>
          <p:spPr>
            <a:xfrm>
              <a:off x="10598153" y="4540026"/>
              <a:ext cx="0" cy="17757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文本框 1"/>
          <p:cNvSpPr txBox="1"/>
          <p:nvPr/>
        </p:nvSpPr>
        <p:spPr>
          <a:xfrm>
            <a:off x="1587500" y="1834515"/>
            <a:ext cx="12192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jié ɡòu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1219200" y="3025775"/>
            <a:ext cx="30480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bàn bāo wéi jié ɡòu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4260850" y="1864995"/>
            <a:ext cx="9144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lì zì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8115300" y="1864995"/>
            <a:ext cx="10668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tú jiě</a:t>
            </a:r>
          </a:p>
        </p:txBody>
      </p:sp>
    </p:spTree>
  </p:cSld>
  <p:clrMapOvr>
    <a:masterClrMapping/>
  </p:clrMapOvr>
  <p:transition spd="slow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9634" name="AutoShape 4"/>
          <p:cNvCxnSpPr/>
          <p:nvPr/>
        </p:nvCxnSpPr>
        <p:spPr>
          <a:xfrm flipH="1" flipV="1">
            <a:off x="120650" y="0"/>
            <a:ext cx="12700" cy="6872288"/>
          </a:xfrm>
          <a:prstGeom prst="straightConnector1">
            <a:avLst/>
          </a:prstGeom>
          <a:ln w="228600" cap="flat" cmpd="sng">
            <a:solidFill>
              <a:srgbClr val="008080"/>
            </a:solidFill>
            <a:prstDash val="solid"/>
            <a:headEnd type="none" w="med" len="med"/>
            <a:tailEnd type="none" w="med" len="med"/>
          </a:ln>
        </p:spPr>
      </p:cxnSp>
      <p:grpSp>
        <p:nvGrpSpPr>
          <p:cNvPr id="69635" name="组合 8"/>
          <p:cNvGrpSpPr/>
          <p:nvPr/>
        </p:nvGrpSpPr>
        <p:grpSpPr>
          <a:xfrm>
            <a:off x="307975" y="6350"/>
            <a:ext cx="3589338" cy="646113"/>
            <a:chOff x="308629" y="6819"/>
            <a:chExt cx="3588372" cy="646331"/>
          </a:xfrm>
        </p:grpSpPr>
        <p:sp>
          <p:nvSpPr>
            <p:cNvPr id="3" name="Text Box 4"/>
            <p:cNvSpPr txBox="1">
              <a:spLocks noChangeArrowheads="1"/>
            </p:cNvSpPr>
            <p:nvPr/>
          </p:nvSpPr>
          <p:spPr bwMode="auto">
            <a:xfrm>
              <a:off x="329261" y="6819"/>
              <a:ext cx="3567740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8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"/>
                <a:defRPr sz="2000">
                  <a:solidFill>
                    <a:schemeClr val="accent2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1pPr>
              <a:lvl2pPr marL="742950" indent="-285750">
                <a:lnSpc>
                  <a:spcPct val="130000"/>
                </a:lnSpc>
                <a:buFont typeface="Calibri" panose="020F0502020204030204" pitchFamily="34" charset="0"/>
                <a:buChar char=" 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 sz="2000"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3600" b="1" i="0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汉字</a:t>
              </a:r>
              <a:r>
                <a:rPr kumimoji="0" lang="en-US" altLang="zh-CN" sz="3600" b="1" i="1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Characters</a:t>
              </a:r>
              <a:endParaRPr kumimoji="0" lang="zh-CN" altLang="en-US" sz="3600" b="1" i="1" u="none" strike="noStrike" kern="1200" cap="none" spc="0" normalizeH="0" baseline="0" noProof="0" dirty="0">
                <a:ln>
                  <a:noFill/>
                </a:ln>
                <a:solidFill>
                  <a:srgbClr val="D09E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endParaRPr>
            </a:p>
          </p:txBody>
        </p:sp>
        <p:cxnSp>
          <p:nvCxnSpPr>
            <p:cNvPr id="5" name="直接连接符 4"/>
            <p:cNvCxnSpPr/>
            <p:nvPr/>
          </p:nvCxnSpPr>
          <p:spPr>
            <a:xfrm>
              <a:off x="308629" y="653150"/>
              <a:ext cx="3588372" cy="0"/>
            </a:xfrm>
            <a:prstGeom prst="line">
              <a:avLst/>
            </a:prstGeom>
            <a:ln w="69850" cmpd="thickThin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29" name="表格 28"/>
          <p:cNvGraphicFramePr>
            <a:graphicFrameLocks noGrp="1"/>
          </p:cNvGraphicFramePr>
          <p:nvPr/>
        </p:nvGraphicFramePr>
        <p:xfrm>
          <a:off x="711200" y="2287588"/>
          <a:ext cx="10946343" cy="3260473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5905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870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687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9427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偏旁 </a:t>
                      </a:r>
                      <a:r>
                        <a:rPr lang="en-US" altLang="zh-CN" sz="2400" b="1" i="0" kern="1200" dirty="0">
                          <a:solidFill>
                            <a:schemeClr val="lt1"/>
                          </a:solidFill>
                          <a:latin typeface="Bradley Hand ITC" panose="03070402050302030203" pitchFamily="66" charset="0"/>
                          <a:ea typeface="+mn-ea"/>
                          <a:cs typeface="+mn-cs"/>
                        </a:rPr>
                        <a:t>Radicals</a:t>
                      </a:r>
                      <a:endParaRPr lang="zh-CN" altLang="en-US" sz="2400" b="1" i="0" kern="1200" dirty="0">
                        <a:solidFill>
                          <a:schemeClr val="lt1"/>
                        </a:solidFill>
                        <a:latin typeface="Bradley Hand ITC" panose="03070402050302030203" pitchFamily="66" charset="0"/>
                        <a:ea typeface="+mn-ea"/>
                        <a:cs typeface="+mn-cs"/>
                      </a:endParaRPr>
                    </a:p>
                  </a:txBody>
                  <a:tcPr marL="123146" marR="123146" marT="61573" marB="6157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98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解释 </a:t>
                      </a:r>
                      <a:endParaRPr lang="en-US" altLang="zh-CN" sz="2400" dirty="0">
                        <a:latin typeface="Bradley Hand ITC" panose="03070402050302030203" pitchFamily="66" charset="0"/>
                        <a:ea typeface="+mn-ea"/>
                      </a:endParaRPr>
                    </a:p>
                    <a:p>
                      <a:pPr algn="ctr"/>
                      <a:r>
                        <a:rPr lang="en-US" altLang="zh-CN" sz="2400" dirty="0">
                          <a:latin typeface="Bradley Hand ITC" panose="03070402050302030203" pitchFamily="66" charset="0"/>
                        </a:rPr>
                        <a:t>Explanation</a:t>
                      </a:r>
                      <a:endParaRPr lang="zh-CN" altLang="en-US" sz="2400" dirty="0">
                        <a:latin typeface="Bradley Hand ITC" panose="03070402050302030203" pitchFamily="66" charset="0"/>
                      </a:endParaRPr>
                    </a:p>
                  </a:txBody>
                  <a:tcPr marL="123146" marR="123146" marT="61573" marB="6157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98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例字</a:t>
                      </a:r>
                      <a:endParaRPr lang="en-US" altLang="zh-CN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/>
                      <a:r>
                        <a:rPr lang="zh-CN" altLang="en-US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en-US" altLang="zh-CN" sz="2400" dirty="0">
                          <a:latin typeface="Bradley Hand ITC" panose="03070402050302030203" pitchFamily="66" charset="0"/>
                        </a:rPr>
                        <a:t>Example</a:t>
                      </a:r>
                      <a:r>
                        <a:rPr lang="en-US" altLang="zh-CN" sz="2400" baseline="0" dirty="0">
                          <a:latin typeface="Bradley Hand ITC" panose="03070402050302030203" pitchFamily="66" charset="0"/>
                        </a:rPr>
                        <a:t> Characters</a:t>
                      </a:r>
                      <a:endParaRPr lang="zh-CN" altLang="en-US" sz="2400" dirty="0">
                        <a:latin typeface="Bradley Hand ITC" panose="03070402050302030203" pitchFamily="66" charset="0"/>
                      </a:endParaRPr>
                    </a:p>
                  </a:txBody>
                  <a:tcPr marL="123146" marR="123146" marT="61573" marB="6157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98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76097">
                <a:tc>
                  <a:txBody>
                    <a:bodyPr/>
                    <a:lstStyle/>
                    <a:p>
                      <a:pPr algn="ctr"/>
                      <a:endParaRPr lang="zh-CN" altLang="en-US" sz="2400" dirty="0"/>
                    </a:p>
                  </a:txBody>
                  <a:tcPr marL="123146" marR="123146" marT="61573" marB="615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400" dirty="0"/>
                        <a:t>走之旁，一般和走路有关系。</a:t>
                      </a:r>
                      <a:endParaRPr lang="en-US" altLang="zh-CN" sz="2400" dirty="0"/>
                    </a:p>
                    <a:p>
                      <a:r>
                        <a:rPr lang="en-US" altLang="zh-CN" sz="2000" dirty="0"/>
                        <a:t>The radical</a:t>
                      </a:r>
                      <a:r>
                        <a:rPr lang="zh-CN" altLang="en-US" sz="2000" dirty="0"/>
                        <a:t>“  ”</a:t>
                      </a:r>
                      <a:r>
                        <a:rPr lang="en-US" altLang="zh-CN" sz="2000" dirty="0"/>
                        <a:t>is usually related </a:t>
                      </a:r>
                      <a:r>
                        <a:rPr lang="en-US" altLang="zh-CN" sz="2000" dirty="0" err="1"/>
                        <a:t>to”walking</a:t>
                      </a:r>
                      <a:r>
                        <a:rPr lang="en-US" altLang="zh-CN" sz="2000" dirty="0"/>
                        <a:t>” .</a:t>
                      </a:r>
                      <a:endParaRPr lang="zh-CN" altLang="en-US" sz="2000" dirty="0"/>
                    </a:p>
                  </a:txBody>
                  <a:tcPr marL="123146" marR="123146" marT="61573" marB="615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514350" indent="-514350" algn="l">
                        <a:buNone/>
                      </a:pPr>
                      <a:r>
                        <a:rPr lang="en-US" altLang="zh-CN" sz="2800" b="1" dirty="0">
                          <a:solidFill>
                            <a:srgbClr val="C00000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     </a:t>
                      </a:r>
                      <a:r>
                        <a:rPr lang="en-US" altLang="zh-CN" sz="2400" b="1" kern="1200" baseline="0" dirty="0" err="1">
                          <a:solidFill>
                            <a:schemeClr val="dk1"/>
                          </a:solidFill>
                          <a:latin typeface="GB Pinyinok-D" pitchFamily="2" charset="-122"/>
                          <a:ea typeface="GB Pinyinok-D" pitchFamily="2" charset="-122"/>
                          <a:cs typeface="+mn-cs"/>
                        </a:rPr>
                        <a:t>zhè</a:t>
                      </a:r>
                      <a:r>
                        <a:rPr lang="en-US" altLang="zh-CN" sz="2400" b="1" kern="1200" baseline="0" dirty="0">
                          <a:solidFill>
                            <a:schemeClr val="dk1"/>
                          </a:solidFill>
                          <a:latin typeface="GB Pinyinok-D" pitchFamily="2" charset="-122"/>
                          <a:ea typeface="GB Pinyinok-D" pitchFamily="2" charset="-122"/>
                          <a:cs typeface="+mn-cs"/>
                        </a:rPr>
                        <a:t>    </a:t>
                      </a:r>
                      <a:r>
                        <a:rPr lang="en-US" altLang="zh-CN" sz="2400" b="0" i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GB Pinyinok-D" pitchFamily="2" charset="-122"/>
                        </a:rPr>
                        <a:t>this</a:t>
                      </a:r>
                    </a:p>
                    <a:p>
                      <a:pPr marL="457200" indent="-457200" algn="l">
                        <a:buNone/>
                      </a:pPr>
                      <a:r>
                        <a:rPr lang="zh-CN" altLang="en-US" sz="2400" b="1" dirty="0">
                          <a:solidFill>
                            <a:srgbClr val="C00000"/>
                          </a:solidFill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            </a:t>
                      </a:r>
                      <a:r>
                        <a:rPr lang="en-US" altLang="zh-CN" sz="2400" b="1" kern="1200" baseline="0" dirty="0" err="1">
                          <a:solidFill>
                            <a:schemeClr val="dk1"/>
                          </a:solidFill>
                          <a:latin typeface="GB Pinyinok-D" pitchFamily="2" charset="-122"/>
                          <a:ea typeface="GB Pinyinok-D" pitchFamily="2" charset="-122"/>
                          <a:cs typeface="+mn-cs"/>
                        </a:rPr>
                        <a:t>sònɡ</a:t>
                      </a:r>
                      <a:r>
                        <a:rPr lang="en-US" altLang="zh-CN" sz="2400" b="1" kern="1200" baseline="0" dirty="0">
                          <a:solidFill>
                            <a:schemeClr val="dk1"/>
                          </a:solidFill>
                          <a:latin typeface="GB Pinyinok-D" pitchFamily="2" charset="-122"/>
                          <a:ea typeface="GB Pinyinok-D" pitchFamily="2" charset="-122"/>
                          <a:cs typeface="+mn-cs"/>
                        </a:rPr>
                        <a:t>  </a:t>
                      </a:r>
                      <a:r>
                        <a:rPr lang="en-US" altLang="zh-CN" sz="240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GB Pinyinok-D" pitchFamily="2" charset="-122"/>
                          <a:ea typeface="GB Pinyinok-D" pitchFamily="2" charset="-122"/>
                        </a:rPr>
                        <a:t> </a:t>
                      </a:r>
                      <a:r>
                        <a:rPr lang="en-US" altLang="zh-CN" sz="24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GB Pinyinok-D" pitchFamily="2" charset="-122"/>
                        </a:rPr>
                        <a:t>to send</a:t>
                      </a:r>
                      <a:endParaRPr lang="zh-CN" altLang="en-US" sz="2400" b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GB Pinyinok-D" pitchFamily="2" charset="-122"/>
                      </a:endParaRPr>
                    </a:p>
                  </a:txBody>
                  <a:tcPr marL="123146" marR="123146" marT="61573" marB="615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29710">
                <a:tc>
                  <a:txBody>
                    <a:bodyPr/>
                    <a:lstStyle/>
                    <a:p>
                      <a:pPr algn="l"/>
                      <a:endParaRPr lang="zh-CN" altLang="en-US" sz="2400" b="0" dirty="0">
                        <a:latin typeface="+mn-lt"/>
                        <a:ea typeface="GB Pinyinok-D" pitchFamily="2" charset="-122"/>
                      </a:endParaRPr>
                    </a:p>
                  </a:txBody>
                  <a:tcPr marL="123146" marR="123146" marT="61573" marB="615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400" dirty="0"/>
                        <a:t>门字旁，一般和房间、房门有关系。</a:t>
                      </a:r>
                      <a:endParaRPr lang="en-US" altLang="zh-CN" sz="2400" dirty="0"/>
                    </a:p>
                    <a:p>
                      <a:r>
                        <a:rPr lang="en-US" altLang="zh-CN" sz="2000" dirty="0"/>
                        <a:t>The radical</a:t>
                      </a:r>
                      <a:r>
                        <a:rPr lang="zh-CN" altLang="en-US" sz="2000" dirty="0"/>
                        <a:t>“    ”</a:t>
                      </a:r>
                      <a:r>
                        <a:rPr lang="en-US" altLang="zh-CN" sz="2000" dirty="0"/>
                        <a:t>is usually related</a:t>
                      </a:r>
                      <a:r>
                        <a:rPr lang="en-US" altLang="zh-CN" sz="2000" baseline="0" dirty="0"/>
                        <a:t> to a room or a door.</a:t>
                      </a:r>
                      <a:endParaRPr lang="zh-CN" altLang="en-US" sz="2000" dirty="0"/>
                    </a:p>
                  </a:txBody>
                  <a:tcPr marL="123146" marR="123146" marT="61573" marB="615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400" b="1" dirty="0">
                          <a:solidFill>
                            <a:srgbClr val="C00000"/>
                          </a:solidFill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            </a:t>
                      </a:r>
                      <a:r>
                        <a:rPr lang="en-US" altLang="zh-CN" sz="2400" b="1" kern="1200" baseline="0" dirty="0" err="1">
                          <a:solidFill>
                            <a:schemeClr val="dk1"/>
                          </a:solidFill>
                          <a:latin typeface="GB Pinyinok-D" pitchFamily="2" charset="-122"/>
                          <a:ea typeface="GB Pinyinok-D" pitchFamily="2" charset="-122"/>
                          <a:cs typeface="+mn-cs"/>
                        </a:rPr>
                        <a:t>wèn</a:t>
                      </a:r>
                      <a:r>
                        <a:rPr lang="en-US" altLang="zh-CN" sz="2400" b="1" kern="1200" baseline="0" dirty="0">
                          <a:solidFill>
                            <a:schemeClr val="dk1"/>
                          </a:solidFill>
                          <a:latin typeface="GB Pinyinok-D" pitchFamily="2" charset="-122"/>
                          <a:ea typeface="GB Pinyinok-D" pitchFamily="2" charset="-122"/>
                          <a:cs typeface="+mn-cs"/>
                        </a:rPr>
                        <a:t>  </a:t>
                      </a:r>
                      <a:r>
                        <a:rPr lang="en-US" altLang="zh-CN" sz="2400" b="1" dirty="0">
                          <a:latin typeface="GB Pinyinok-D" pitchFamily="2" charset="-122"/>
                          <a:ea typeface="GB Pinyinok-D" pitchFamily="2" charset="-122"/>
                        </a:rPr>
                        <a:t>  </a:t>
                      </a:r>
                      <a:r>
                        <a:rPr lang="en-US" altLang="zh-CN" sz="2400" dirty="0"/>
                        <a:t>to</a:t>
                      </a:r>
                      <a:r>
                        <a:rPr lang="en-US" altLang="zh-CN" sz="2400" baseline="0" dirty="0"/>
                        <a:t> ask</a:t>
                      </a:r>
                      <a:endParaRPr lang="en-US" altLang="zh-CN" sz="2400" dirty="0"/>
                    </a:p>
                    <a:p>
                      <a:r>
                        <a:rPr lang="zh-CN" altLang="en-US" sz="2400" b="1" baseline="0" dirty="0">
                          <a:solidFill>
                            <a:srgbClr val="C00000"/>
                          </a:solidFill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            </a:t>
                      </a:r>
                      <a:r>
                        <a:rPr lang="en-US" altLang="zh-CN" sz="2400" b="1" kern="1200" baseline="0" dirty="0" err="1">
                          <a:solidFill>
                            <a:schemeClr val="dk1"/>
                          </a:solidFill>
                          <a:latin typeface="GB Pinyinok-D" pitchFamily="2" charset="-122"/>
                          <a:ea typeface="GB Pinyinok-D" pitchFamily="2" charset="-122"/>
                          <a:cs typeface="+mn-cs"/>
                        </a:rPr>
                        <a:t>jiān</a:t>
                      </a:r>
                      <a:r>
                        <a:rPr lang="en-US" altLang="zh-CN" sz="2400" b="1" kern="1200" baseline="0" dirty="0">
                          <a:solidFill>
                            <a:schemeClr val="dk1"/>
                          </a:solidFill>
                          <a:latin typeface="GB Pinyinok-D" pitchFamily="2" charset="-122"/>
                          <a:ea typeface="GB Pinyinok-D" pitchFamily="2" charset="-122"/>
                          <a:cs typeface="+mn-cs"/>
                        </a:rPr>
                        <a:t>   </a:t>
                      </a:r>
                      <a:r>
                        <a:rPr lang="en-US" altLang="zh-CN" sz="2400" i="1" baseline="0" dirty="0"/>
                        <a:t>a measure </a:t>
                      </a:r>
                    </a:p>
                    <a:p>
                      <a:r>
                        <a:rPr lang="en-US" altLang="zh-CN" sz="2400" i="1" baseline="0" dirty="0"/>
                        <a:t>                             word for rooms</a:t>
                      </a:r>
                      <a:endParaRPr lang="zh-CN" altLang="en-US" sz="2400" i="1" dirty="0"/>
                    </a:p>
                  </a:txBody>
                  <a:tcPr marL="123146" marR="123146" marT="61573" marB="615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69654" name="组合 160"/>
          <p:cNvGrpSpPr/>
          <p:nvPr/>
        </p:nvGrpSpPr>
        <p:grpSpPr>
          <a:xfrm>
            <a:off x="7526338" y="3298825"/>
            <a:ext cx="361950" cy="360363"/>
            <a:chOff x="5668860" y="1438275"/>
            <a:chExt cx="362517" cy="360000"/>
          </a:xfrm>
        </p:grpSpPr>
        <p:sp>
          <p:nvSpPr>
            <p:cNvPr id="69696" name="Freeform 82"/>
            <p:cNvSpPr/>
            <p:nvPr/>
          </p:nvSpPr>
          <p:spPr>
            <a:xfrm>
              <a:off x="5678930" y="1577996"/>
              <a:ext cx="90629" cy="159861"/>
            </a:xfrm>
            <a:custGeom>
              <a:avLst/>
              <a:gdLst>
                <a:gd name="txL" fmla="*/ 0 w 72"/>
                <a:gd name="txT" fmla="*/ 0 h 127"/>
                <a:gd name="txR" fmla="*/ 72 w 72"/>
                <a:gd name="txB" fmla="*/ 127 h 127"/>
              </a:gdLst>
              <a:ahLst/>
              <a:cxnLst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0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</a:cxnLst>
              <a:rect l="txL" t="txT" r="txR" b="txB"/>
              <a:pathLst>
                <a:path w="72" h="127">
                  <a:moveTo>
                    <a:pt x="56" y="127"/>
                  </a:moveTo>
                  <a:lnTo>
                    <a:pt x="56" y="111"/>
                  </a:lnTo>
                  <a:lnTo>
                    <a:pt x="48" y="96"/>
                  </a:lnTo>
                  <a:lnTo>
                    <a:pt x="48" y="88"/>
                  </a:lnTo>
                  <a:lnTo>
                    <a:pt x="40" y="80"/>
                  </a:lnTo>
                  <a:lnTo>
                    <a:pt x="40" y="64"/>
                  </a:lnTo>
                  <a:lnTo>
                    <a:pt x="32" y="64"/>
                  </a:lnTo>
                  <a:lnTo>
                    <a:pt x="40" y="64"/>
                  </a:lnTo>
                  <a:lnTo>
                    <a:pt x="40" y="56"/>
                  </a:lnTo>
                  <a:lnTo>
                    <a:pt x="40" y="48"/>
                  </a:lnTo>
                  <a:lnTo>
                    <a:pt x="40" y="40"/>
                  </a:lnTo>
                  <a:lnTo>
                    <a:pt x="40" y="32"/>
                  </a:lnTo>
                  <a:lnTo>
                    <a:pt x="48" y="24"/>
                  </a:lnTo>
                  <a:lnTo>
                    <a:pt x="40" y="24"/>
                  </a:lnTo>
                  <a:lnTo>
                    <a:pt x="32" y="24"/>
                  </a:lnTo>
                  <a:lnTo>
                    <a:pt x="24" y="24"/>
                  </a:lnTo>
                  <a:lnTo>
                    <a:pt x="16" y="24"/>
                  </a:lnTo>
                  <a:lnTo>
                    <a:pt x="8" y="24"/>
                  </a:lnTo>
                  <a:lnTo>
                    <a:pt x="0" y="16"/>
                  </a:lnTo>
                  <a:lnTo>
                    <a:pt x="16" y="16"/>
                  </a:lnTo>
                  <a:lnTo>
                    <a:pt x="32" y="8"/>
                  </a:lnTo>
                  <a:lnTo>
                    <a:pt x="40" y="8"/>
                  </a:lnTo>
                  <a:lnTo>
                    <a:pt x="40" y="0"/>
                  </a:lnTo>
                  <a:lnTo>
                    <a:pt x="48" y="0"/>
                  </a:lnTo>
                  <a:lnTo>
                    <a:pt x="56" y="0"/>
                  </a:lnTo>
                  <a:lnTo>
                    <a:pt x="64" y="8"/>
                  </a:lnTo>
                  <a:lnTo>
                    <a:pt x="72" y="16"/>
                  </a:lnTo>
                  <a:lnTo>
                    <a:pt x="72" y="24"/>
                  </a:lnTo>
                  <a:lnTo>
                    <a:pt x="64" y="24"/>
                  </a:lnTo>
                  <a:lnTo>
                    <a:pt x="64" y="32"/>
                  </a:lnTo>
                  <a:lnTo>
                    <a:pt x="56" y="40"/>
                  </a:lnTo>
                  <a:lnTo>
                    <a:pt x="48" y="56"/>
                  </a:lnTo>
                  <a:lnTo>
                    <a:pt x="48" y="64"/>
                  </a:lnTo>
                  <a:lnTo>
                    <a:pt x="56" y="80"/>
                  </a:lnTo>
                  <a:lnTo>
                    <a:pt x="64" y="96"/>
                  </a:lnTo>
                  <a:lnTo>
                    <a:pt x="64" y="104"/>
                  </a:lnTo>
                  <a:lnTo>
                    <a:pt x="64" y="111"/>
                  </a:lnTo>
                  <a:lnTo>
                    <a:pt x="64" y="127"/>
                  </a:lnTo>
                  <a:lnTo>
                    <a:pt x="56" y="127"/>
                  </a:lnTo>
                </a:path>
              </a:pathLst>
            </a:custGeom>
            <a:solidFill>
              <a:srgbClr val="C00000">
                <a:alpha val="100000"/>
              </a:srgbClr>
            </a:solidFill>
            <a:ln w="12700" cap="flat" cmpd="sng">
              <a:solidFill>
                <a:srgbClr val="C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697" name="Freeform 83"/>
            <p:cNvSpPr/>
            <p:nvPr/>
          </p:nvSpPr>
          <p:spPr>
            <a:xfrm>
              <a:off x="5719210" y="1478555"/>
              <a:ext cx="50350" cy="50350"/>
            </a:xfrm>
            <a:custGeom>
              <a:avLst/>
              <a:gdLst>
                <a:gd name="txL" fmla="*/ 0 w 40"/>
                <a:gd name="txT" fmla="*/ 0 h 40"/>
                <a:gd name="txR" fmla="*/ 40 w 40"/>
                <a:gd name="txB" fmla="*/ 40 h 40"/>
              </a:gdLst>
              <a:ahLst/>
              <a:cxnLst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0" y="2147483647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2147483647"/>
                </a:cxn>
                <a:cxn ang="0">
                  <a:pos x="2147483647" y="2147483647"/>
                </a:cxn>
              </a:cxnLst>
              <a:rect l="txL" t="txT" r="txR" b="txB"/>
              <a:pathLst>
                <a:path w="40" h="40">
                  <a:moveTo>
                    <a:pt x="24" y="8"/>
                  </a:moveTo>
                  <a:lnTo>
                    <a:pt x="32" y="16"/>
                  </a:lnTo>
                  <a:lnTo>
                    <a:pt x="40" y="24"/>
                  </a:lnTo>
                  <a:lnTo>
                    <a:pt x="32" y="32"/>
                  </a:lnTo>
                  <a:lnTo>
                    <a:pt x="32" y="40"/>
                  </a:lnTo>
                  <a:lnTo>
                    <a:pt x="24" y="40"/>
                  </a:lnTo>
                  <a:lnTo>
                    <a:pt x="24" y="32"/>
                  </a:lnTo>
                  <a:lnTo>
                    <a:pt x="16" y="24"/>
                  </a:lnTo>
                  <a:lnTo>
                    <a:pt x="8" y="16"/>
                  </a:lnTo>
                  <a:lnTo>
                    <a:pt x="0" y="8"/>
                  </a:lnTo>
                  <a:lnTo>
                    <a:pt x="0" y="0"/>
                  </a:lnTo>
                  <a:lnTo>
                    <a:pt x="8" y="0"/>
                  </a:lnTo>
                  <a:lnTo>
                    <a:pt x="16" y="0"/>
                  </a:lnTo>
                  <a:lnTo>
                    <a:pt x="24" y="8"/>
                  </a:lnTo>
                </a:path>
              </a:pathLst>
            </a:custGeom>
            <a:solidFill>
              <a:srgbClr val="C00000">
                <a:alpha val="100000"/>
              </a:srgbClr>
            </a:solidFill>
            <a:ln w="12700" cap="flat" cmpd="sng">
              <a:solidFill>
                <a:srgbClr val="C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698" name="Freeform 84"/>
            <p:cNvSpPr/>
            <p:nvPr/>
          </p:nvSpPr>
          <p:spPr>
            <a:xfrm>
              <a:off x="5850118" y="1438275"/>
              <a:ext cx="50350" cy="60420"/>
            </a:xfrm>
            <a:custGeom>
              <a:avLst/>
              <a:gdLst>
                <a:gd name="txL" fmla="*/ 0 w 40"/>
                <a:gd name="txT" fmla="*/ 0 h 48"/>
                <a:gd name="txR" fmla="*/ 40 w 40"/>
                <a:gd name="txB" fmla="*/ 48 h 48"/>
              </a:gdLst>
              <a:ahLst/>
              <a:cxnLst>
                <a:cxn ang="0">
                  <a:pos x="0" y="2147483647"/>
                </a:cxn>
                <a:cxn ang="0">
                  <a:pos x="0" y="0"/>
                </a:cxn>
                <a:cxn ang="0">
                  <a:pos x="2147483647" y="0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0" y="2147483647"/>
                </a:cxn>
                <a:cxn ang="0">
                  <a:pos x="0" y="2147483647"/>
                </a:cxn>
                <a:cxn ang="0">
                  <a:pos x="0" y="2147483647"/>
                </a:cxn>
                <a:cxn ang="0">
                  <a:pos x="0" y="2147483647"/>
                </a:cxn>
              </a:cxnLst>
              <a:rect l="txL" t="txT" r="txR" b="txB"/>
              <a:pathLst>
                <a:path w="40" h="48">
                  <a:moveTo>
                    <a:pt x="0" y="8"/>
                  </a:moveTo>
                  <a:lnTo>
                    <a:pt x="0" y="0"/>
                  </a:lnTo>
                  <a:lnTo>
                    <a:pt x="8" y="0"/>
                  </a:lnTo>
                  <a:lnTo>
                    <a:pt x="24" y="8"/>
                  </a:lnTo>
                  <a:lnTo>
                    <a:pt x="32" y="8"/>
                  </a:lnTo>
                  <a:lnTo>
                    <a:pt x="40" y="24"/>
                  </a:lnTo>
                  <a:lnTo>
                    <a:pt x="40" y="32"/>
                  </a:lnTo>
                  <a:lnTo>
                    <a:pt x="40" y="40"/>
                  </a:lnTo>
                  <a:lnTo>
                    <a:pt x="32" y="48"/>
                  </a:lnTo>
                  <a:lnTo>
                    <a:pt x="24" y="40"/>
                  </a:lnTo>
                  <a:lnTo>
                    <a:pt x="8" y="24"/>
                  </a:lnTo>
                  <a:lnTo>
                    <a:pt x="0" y="8"/>
                  </a:lnTo>
                </a:path>
              </a:pathLst>
            </a:custGeom>
            <a:solidFill>
              <a:schemeClr val="tx1">
                <a:alpha val="100000"/>
              </a:schemeClr>
            </a:solidFill>
            <a:ln w="12700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699" name="Freeform 85"/>
            <p:cNvSpPr/>
            <p:nvPr/>
          </p:nvSpPr>
          <p:spPr>
            <a:xfrm>
              <a:off x="5789699" y="1508765"/>
              <a:ext cx="191328" cy="49091"/>
            </a:xfrm>
            <a:custGeom>
              <a:avLst/>
              <a:gdLst>
                <a:gd name="txL" fmla="*/ 0 w 152"/>
                <a:gd name="txT" fmla="*/ 0 h 39"/>
                <a:gd name="txR" fmla="*/ 152 w 152"/>
                <a:gd name="txB" fmla="*/ 39 h 39"/>
              </a:gdLst>
              <a:ahLst/>
              <a:cxnLst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0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</a:cxnLst>
              <a:rect l="txL" t="txT" r="txR" b="txB"/>
              <a:pathLst>
                <a:path w="152" h="39">
                  <a:moveTo>
                    <a:pt x="64" y="16"/>
                  </a:moveTo>
                  <a:lnTo>
                    <a:pt x="88" y="8"/>
                  </a:lnTo>
                  <a:lnTo>
                    <a:pt x="112" y="0"/>
                  </a:lnTo>
                  <a:lnTo>
                    <a:pt x="120" y="0"/>
                  </a:lnTo>
                  <a:lnTo>
                    <a:pt x="128" y="0"/>
                  </a:lnTo>
                  <a:lnTo>
                    <a:pt x="136" y="0"/>
                  </a:lnTo>
                  <a:lnTo>
                    <a:pt x="144" y="0"/>
                  </a:lnTo>
                  <a:lnTo>
                    <a:pt x="144" y="8"/>
                  </a:lnTo>
                  <a:lnTo>
                    <a:pt x="152" y="8"/>
                  </a:lnTo>
                  <a:lnTo>
                    <a:pt x="152" y="16"/>
                  </a:lnTo>
                  <a:lnTo>
                    <a:pt x="144" y="16"/>
                  </a:lnTo>
                  <a:lnTo>
                    <a:pt x="136" y="16"/>
                  </a:lnTo>
                  <a:lnTo>
                    <a:pt x="128" y="23"/>
                  </a:lnTo>
                  <a:lnTo>
                    <a:pt x="112" y="23"/>
                  </a:lnTo>
                  <a:lnTo>
                    <a:pt x="96" y="23"/>
                  </a:lnTo>
                  <a:lnTo>
                    <a:pt x="80" y="31"/>
                  </a:lnTo>
                  <a:lnTo>
                    <a:pt x="64" y="31"/>
                  </a:lnTo>
                  <a:lnTo>
                    <a:pt x="56" y="31"/>
                  </a:lnTo>
                  <a:lnTo>
                    <a:pt x="40" y="31"/>
                  </a:lnTo>
                  <a:lnTo>
                    <a:pt x="24" y="39"/>
                  </a:lnTo>
                  <a:lnTo>
                    <a:pt x="16" y="31"/>
                  </a:lnTo>
                  <a:lnTo>
                    <a:pt x="8" y="31"/>
                  </a:lnTo>
                  <a:lnTo>
                    <a:pt x="0" y="31"/>
                  </a:lnTo>
                  <a:lnTo>
                    <a:pt x="8" y="23"/>
                  </a:lnTo>
                  <a:lnTo>
                    <a:pt x="16" y="23"/>
                  </a:lnTo>
                  <a:lnTo>
                    <a:pt x="40" y="23"/>
                  </a:lnTo>
                  <a:lnTo>
                    <a:pt x="64" y="16"/>
                  </a:lnTo>
                </a:path>
              </a:pathLst>
            </a:custGeom>
            <a:solidFill>
              <a:schemeClr val="tx1">
                <a:alpha val="100000"/>
              </a:schemeClr>
            </a:solidFill>
            <a:ln w="12700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700" name="Freeform 86"/>
            <p:cNvSpPr/>
            <p:nvPr/>
          </p:nvSpPr>
          <p:spPr>
            <a:xfrm>
              <a:off x="5789699" y="1528904"/>
              <a:ext cx="130909" cy="188811"/>
            </a:xfrm>
            <a:custGeom>
              <a:avLst/>
              <a:gdLst>
                <a:gd name="txL" fmla="*/ 0 w 104"/>
                <a:gd name="txT" fmla="*/ 0 h 150"/>
                <a:gd name="txR" fmla="*/ 104 w 104"/>
                <a:gd name="txB" fmla="*/ 150 h 150"/>
              </a:gdLst>
              <a:ahLst/>
              <a:cxnLst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0" y="2147483647"/>
                </a:cxn>
                <a:cxn ang="0">
                  <a:pos x="0" y="2147483647"/>
                </a:cxn>
                <a:cxn ang="0">
                  <a:pos x="0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0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</a:cxnLst>
              <a:rect l="txL" t="txT" r="txR" b="txB"/>
              <a:pathLst>
                <a:path w="104" h="150">
                  <a:moveTo>
                    <a:pt x="104" y="23"/>
                  </a:moveTo>
                  <a:lnTo>
                    <a:pt x="104" y="31"/>
                  </a:lnTo>
                  <a:lnTo>
                    <a:pt x="104" y="39"/>
                  </a:lnTo>
                  <a:lnTo>
                    <a:pt x="96" y="47"/>
                  </a:lnTo>
                  <a:lnTo>
                    <a:pt x="96" y="63"/>
                  </a:lnTo>
                  <a:lnTo>
                    <a:pt x="80" y="87"/>
                  </a:lnTo>
                  <a:lnTo>
                    <a:pt x="64" y="111"/>
                  </a:lnTo>
                  <a:lnTo>
                    <a:pt x="48" y="127"/>
                  </a:lnTo>
                  <a:lnTo>
                    <a:pt x="24" y="143"/>
                  </a:lnTo>
                  <a:lnTo>
                    <a:pt x="16" y="143"/>
                  </a:lnTo>
                  <a:lnTo>
                    <a:pt x="8" y="150"/>
                  </a:lnTo>
                  <a:lnTo>
                    <a:pt x="0" y="150"/>
                  </a:lnTo>
                  <a:lnTo>
                    <a:pt x="8" y="143"/>
                  </a:lnTo>
                  <a:lnTo>
                    <a:pt x="16" y="135"/>
                  </a:lnTo>
                  <a:lnTo>
                    <a:pt x="24" y="127"/>
                  </a:lnTo>
                  <a:lnTo>
                    <a:pt x="48" y="111"/>
                  </a:lnTo>
                  <a:lnTo>
                    <a:pt x="64" y="95"/>
                  </a:lnTo>
                  <a:lnTo>
                    <a:pt x="72" y="71"/>
                  </a:lnTo>
                  <a:lnTo>
                    <a:pt x="80" y="47"/>
                  </a:lnTo>
                  <a:lnTo>
                    <a:pt x="80" y="23"/>
                  </a:lnTo>
                  <a:lnTo>
                    <a:pt x="80" y="0"/>
                  </a:lnTo>
                  <a:lnTo>
                    <a:pt x="96" y="7"/>
                  </a:lnTo>
                  <a:lnTo>
                    <a:pt x="96" y="15"/>
                  </a:lnTo>
                  <a:lnTo>
                    <a:pt x="104" y="23"/>
                  </a:lnTo>
                </a:path>
              </a:pathLst>
            </a:custGeom>
            <a:solidFill>
              <a:schemeClr val="tx1">
                <a:alpha val="100000"/>
              </a:schemeClr>
            </a:solidFill>
            <a:ln w="12700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701" name="Freeform 87"/>
            <p:cNvSpPr/>
            <p:nvPr/>
          </p:nvSpPr>
          <p:spPr>
            <a:xfrm>
              <a:off x="5668860" y="1727785"/>
              <a:ext cx="362517" cy="70490"/>
            </a:xfrm>
            <a:custGeom>
              <a:avLst/>
              <a:gdLst>
                <a:gd name="txL" fmla="*/ 0 w 288"/>
                <a:gd name="txT" fmla="*/ 0 h 56"/>
                <a:gd name="txR" fmla="*/ 288 w 288"/>
                <a:gd name="txB" fmla="*/ 56 h 56"/>
              </a:gdLst>
              <a:ahLst/>
              <a:cxnLst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0" y="2147483647"/>
                </a:cxn>
                <a:cxn ang="0">
                  <a:pos x="2147483647" y="2147483647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</a:cxnLst>
              <a:rect l="txL" t="txT" r="txR" b="txB"/>
              <a:pathLst>
                <a:path w="288" h="56">
                  <a:moveTo>
                    <a:pt x="248" y="24"/>
                  </a:moveTo>
                  <a:lnTo>
                    <a:pt x="264" y="24"/>
                  </a:lnTo>
                  <a:lnTo>
                    <a:pt x="280" y="24"/>
                  </a:lnTo>
                  <a:lnTo>
                    <a:pt x="288" y="24"/>
                  </a:lnTo>
                  <a:lnTo>
                    <a:pt x="288" y="32"/>
                  </a:lnTo>
                  <a:lnTo>
                    <a:pt x="280" y="32"/>
                  </a:lnTo>
                  <a:lnTo>
                    <a:pt x="272" y="40"/>
                  </a:lnTo>
                  <a:lnTo>
                    <a:pt x="248" y="48"/>
                  </a:lnTo>
                  <a:lnTo>
                    <a:pt x="240" y="56"/>
                  </a:lnTo>
                  <a:lnTo>
                    <a:pt x="224" y="56"/>
                  </a:lnTo>
                  <a:lnTo>
                    <a:pt x="216" y="56"/>
                  </a:lnTo>
                  <a:lnTo>
                    <a:pt x="208" y="56"/>
                  </a:lnTo>
                  <a:lnTo>
                    <a:pt x="200" y="56"/>
                  </a:lnTo>
                  <a:lnTo>
                    <a:pt x="184" y="48"/>
                  </a:lnTo>
                  <a:lnTo>
                    <a:pt x="168" y="40"/>
                  </a:lnTo>
                  <a:lnTo>
                    <a:pt x="152" y="40"/>
                  </a:lnTo>
                  <a:lnTo>
                    <a:pt x="136" y="32"/>
                  </a:lnTo>
                  <a:lnTo>
                    <a:pt x="112" y="24"/>
                  </a:lnTo>
                  <a:lnTo>
                    <a:pt x="88" y="16"/>
                  </a:lnTo>
                  <a:lnTo>
                    <a:pt x="72" y="16"/>
                  </a:lnTo>
                  <a:lnTo>
                    <a:pt x="64" y="8"/>
                  </a:lnTo>
                  <a:lnTo>
                    <a:pt x="56" y="8"/>
                  </a:lnTo>
                  <a:lnTo>
                    <a:pt x="48" y="8"/>
                  </a:lnTo>
                  <a:lnTo>
                    <a:pt x="32" y="16"/>
                  </a:lnTo>
                  <a:lnTo>
                    <a:pt x="16" y="24"/>
                  </a:lnTo>
                  <a:lnTo>
                    <a:pt x="8" y="16"/>
                  </a:lnTo>
                  <a:lnTo>
                    <a:pt x="0" y="8"/>
                  </a:lnTo>
                  <a:lnTo>
                    <a:pt x="16" y="8"/>
                  </a:lnTo>
                  <a:lnTo>
                    <a:pt x="24" y="0"/>
                  </a:lnTo>
                  <a:lnTo>
                    <a:pt x="40" y="0"/>
                  </a:lnTo>
                  <a:lnTo>
                    <a:pt x="56" y="0"/>
                  </a:lnTo>
                  <a:lnTo>
                    <a:pt x="72" y="0"/>
                  </a:lnTo>
                  <a:lnTo>
                    <a:pt x="88" y="0"/>
                  </a:lnTo>
                  <a:lnTo>
                    <a:pt x="104" y="8"/>
                  </a:lnTo>
                  <a:lnTo>
                    <a:pt x="128" y="16"/>
                  </a:lnTo>
                  <a:lnTo>
                    <a:pt x="152" y="16"/>
                  </a:lnTo>
                  <a:lnTo>
                    <a:pt x="184" y="24"/>
                  </a:lnTo>
                  <a:lnTo>
                    <a:pt x="216" y="24"/>
                  </a:lnTo>
                  <a:lnTo>
                    <a:pt x="248" y="24"/>
                  </a:lnTo>
                </a:path>
              </a:pathLst>
            </a:custGeom>
            <a:solidFill>
              <a:srgbClr val="C00000">
                <a:alpha val="100000"/>
              </a:srgbClr>
            </a:solidFill>
            <a:ln w="12700" cap="flat" cmpd="sng">
              <a:solidFill>
                <a:srgbClr val="C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702" name="Freeform 88"/>
            <p:cNvSpPr/>
            <p:nvPr/>
          </p:nvSpPr>
          <p:spPr>
            <a:xfrm>
              <a:off x="5819909" y="1577996"/>
              <a:ext cx="130909" cy="139721"/>
            </a:xfrm>
            <a:custGeom>
              <a:avLst/>
              <a:gdLst>
                <a:gd name="txL" fmla="*/ 0 w 104"/>
                <a:gd name="txT" fmla="*/ 0 h 111"/>
                <a:gd name="txR" fmla="*/ 104 w 104"/>
                <a:gd name="txB" fmla="*/ 111 h 111"/>
              </a:gdLst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0" y="2147483647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104" h="111">
                  <a:moveTo>
                    <a:pt x="0" y="0"/>
                  </a:moveTo>
                  <a:lnTo>
                    <a:pt x="0" y="0"/>
                  </a:lnTo>
                  <a:lnTo>
                    <a:pt x="8" y="0"/>
                  </a:lnTo>
                  <a:lnTo>
                    <a:pt x="24" y="8"/>
                  </a:lnTo>
                  <a:lnTo>
                    <a:pt x="32" y="16"/>
                  </a:lnTo>
                  <a:lnTo>
                    <a:pt x="48" y="32"/>
                  </a:lnTo>
                  <a:lnTo>
                    <a:pt x="72" y="48"/>
                  </a:lnTo>
                  <a:lnTo>
                    <a:pt x="80" y="64"/>
                  </a:lnTo>
                  <a:lnTo>
                    <a:pt x="96" y="72"/>
                  </a:lnTo>
                  <a:lnTo>
                    <a:pt x="96" y="80"/>
                  </a:lnTo>
                  <a:lnTo>
                    <a:pt x="104" y="96"/>
                  </a:lnTo>
                  <a:lnTo>
                    <a:pt x="104" y="104"/>
                  </a:lnTo>
                  <a:lnTo>
                    <a:pt x="104" y="111"/>
                  </a:lnTo>
                  <a:lnTo>
                    <a:pt x="96" y="111"/>
                  </a:lnTo>
                  <a:lnTo>
                    <a:pt x="88" y="104"/>
                  </a:lnTo>
                  <a:lnTo>
                    <a:pt x="72" y="80"/>
                  </a:lnTo>
                  <a:lnTo>
                    <a:pt x="48" y="56"/>
                  </a:lnTo>
                  <a:lnTo>
                    <a:pt x="24" y="32"/>
                  </a:lnTo>
                  <a:lnTo>
                    <a:pt x="8" y="16"/>
                  </a:lnTo>
                  <a:lnTo>
                    <a:pt x="0" y="8"/>
                  </a:lnTo>
                  <a:lnTo>
                    <a:pt x="0" y="0"/>
                  </a:lnTo>
                </a:path>
              </a:pathLst>
            </a:custGeom>
            <a:solidFill>
              <a:schemeClr val="tx1">
                <a:alpha val="100000"/>
              </a:schemeClr>
            </a:solidFill>
            <a:ln w="12700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69655" name="组合 118"/>
          <p:cNvGrpSpPr>
            <a:grpSpLocks noChangeAspect="1"/>
          </p:cNvGrpSpPr>
          <p:nvPr/>
        </p:nvGrpSpPr>
        <p:grpSpPr>
          <a:xfrm>
            <a:off x="7515225" y="3800475"/>
            <a:ext cx="361950" cy="358775"/>
            <a:chOff x="5238750" y="1527174"/>
            <a:chExt cx="457200" cy="454025"/>
          </a:xfrm>
        </p:grpSpPr>
        <p:sp>
          <p:nvSpPr>
            <p:cNvPr id="69687" name="Freeform 95"/>
            <p:cNvSpPr/>
            <p:nvPr/>
          </p:nvSpPr>
          <p:spPr>
            <a:xfrm>
              <a:off x="5238750" y="1703387"/>
              <a:ext cx="114300" cy="188913"/>
            </a:xfrm>
            <a:custGeom>
              <a:avLst/>
              <a:gdLst>
                <a:gd name="txL" fmla="*/ 0 w 72"/>
                <a:gd name="txT" fmla="*/ 0 h 119"/>
                <a:gd name="txR" fmla="*/ 72 w 72"/>
                <a:gd name="txB" fmla="*/ 119 h 119"/>
              </a:gdLst>
              <a:ahLst/>
              <a:cxnLst>
                <a:cxn ang="0">
                  <a:pos x="2147483647" y="2147483647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0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</a:cxnLst>
              <a:rect l="txL" t="txT" r="txR" b="txB"/>
              <a:pathLst>
                <a:path w="72" h="119">
                  <a:moveTo>
                    <a:pt x="40" y="8"/>
                  </a:moveTo>
                  <a:lnTo>
                    <a:pt x="40" y="0"/>
                  </a:lnTo>
                  <a:lnTo>
                    <a:pt x="48" y="0"/>
                  </a:lnTo>
                  <a:lnTo>
                    <a:pt x="56" y="8"/>
                  </a:lnTo>
                  <a:lnTo>
                    <a:pt x="64" y="8"/>
                  </a:lnTo>
                  <a:lnTo>
                    <a:pt x="64" y="16"/>
                  </a:lnTo>
                  <a:lnTo>
                    <a:pt x="72" y="24"/>
                  </a:lnTo>
                  <a:lnTo>
                    <a:pt x="64" y="24"/>
                  </a:lnTo>
                  <a:lnTo>
                    <a:pt x="64" y="32"/>
                  </a:lnTo>
                  <a:lnTo>
                    <a:pt x="56" y="40"/>
                  </a:lnTo>
                  <a:lnTo>
                    <a:pt x="56" y="48"/>
                  </a:lnTo>
                  <a:lnTo>
                    <a:pt x="56" y="56"/>
                  </a:lnTo>
                  <a:lnTo>
                    <a:pt x="56" y="64"/>
                  </a:lnTo>
                  <a:lnTo>
                    <a:pt x="56" y="72"/>
                  </a:lnTo>
                  <a:lnTo>
                    <a:pt x="64" y="96"/>
                  </a:lnTo>
                  <a:lnTo>
                    <a:pt x="64" y="119"/>
                  </a:lnTo>
                  <a:lnTo>
                    <a:pt x="56" y="119"/>
                  </a:lnTo>
                  <a:lnTo>
                    <a:pt x="48" y="104"/>
                  </a:lnTo>
                  <a:lnTo>
                    <a:pt x="48" y="80"/>
                  </a:lnTo>
                  <a:lnTo>
                    <a:pt x="40" y="64"/>
                  </a:lnTo>
                  <a:lnTo>
                    <a:pt x="40" y="56"/>
                  </a:lnTo>
                  <a:lnTo>
                    <a:pt x="40" y="40"/>
                  </a:lnTo>
                  <a:lnTo>
                    <a:pt x="48" y="32"/>
                  </a:lnTo>
                  <a:lnTo>
                    <a:pt x="48" y="24"/>
                  </a:lnTo>
                  <a:lnTo>
                    <a:pt x="40" y="24"/>
                  </a:lnTo>
                  <a:lnTo>
                    <a:pt x="32" y="24"/>
                  </a:lnTo>
                  <a:lnTo>
                    <a:pt x="16" y="32"/>
                  </a:lnTo>
                  <a:lnTo>
                    <a:pt x="8" y="32"/>
                  </a:lnTo>
                  <a:lnTo>
                    <a:pt x="8" y="24"/>
                  </a:lnTo>
                  <a:lnTo>
                    <a:pt x="0" y="24"/>
                  </a:lnTo>
                  <a:lnTo>
                    <a:pt x="8" y="24"/>
                  </a:lnTo>
                  <a:lnTo>
                    <a:pt x="8" y="16"/>
                  </a:lnTo>
                  <a:lnTo>
                    <a:pt x="16" y="16"/>
                  </a:lnTo>
                  <a:lnTo>
                    <a:pt x="24" y="16"/>
                  </a:lnTo>
                  <a:lnTo>
                    <a:pt x="32" y="8"/>
                  </a:lnTo>
                  <a:lnTo>
                    <a:pt x="40" y="8"/>
                  </a:lnTo>
                </a:path>
              </a:pathLst>
            </a:custGeom>
            <a:solidFill>
              <a:srgbClr val="C00000">
                <a:alpha val="100000"/>
              </a:srgbClr>
            </a:solidFill>
            <a:ln w="12700" cap="flat" cmpd="sng">
              <a:solidFill>
                <a:srgbClr val="C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688" name="Freeform 96"/>
            <p:cNvSpPr/>
            <p:nvPr/>
          </p:nvSpPr>
          <p:spPr>
            <a:xfrm>
              <a:off x="5302250" y="1577974"/>
              <a:ext cx="63500" cy="74613"/>
            </a:xfrm>
            <a:custGeom>
              <a:avLst/>
              <a:gdLst>
                <a:gd name="txL" fmla="*/ 0 w 40"/>
                <a:gd name="txT" fmla="*/ 0 h 47"/>
                <a:gd name="txR" fmla="*/ 40 w 40"/>
                <a:gd name="txB" fmla="*/ 47 h 47"/>
              </a:gdLst>
              <a:ahLst/>
              <a:cxnLst>
                <a:cxn ang="0">
                  <a:pos x="0" y="2147483647"/>
                </a:cxn>
                <a:cxn ang="0">
                  <a:pos x="0" y="0"/>
                </a:cxn>
                <a:cxn ang="0">
                  <a:pos x="2147483647" y="0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0" y="2147483647"/>
                </a:cxn>
                <a:cxn ang="0">
                  <a:pos x="0" y="2147483647"/>
                </a:cxn>
                <a:cxn ang="0">
                  <a:pos x="0" y="2147483647"/>
                </a:cxn>
                <a:cxn ang="0">
                  <a:pos x="0" y="2147483647"/>
                </a:cxn>
                <a:cxn ang="0">
                  <a:pos x="0" y="2147483647"/>
                </a:cxn>
                <a:cxn ang="0">
                  <a:pos x="0" y="2147483647"/>
                </a:cxn>
              </a:cxnLst>
              <a:rect l="txL" t="txT" r="txR" b="txB"/>
              <a:pathLst>
                <a:path w="40" h="47">
                  <a:moveTo>
                    <a:pt x="0" y="8"/>
                  </a:moveTo>
                  <a:lnTo>
                    <a:pt x="0" y="0"/>
                  </a:lnTo>
                  <a:lnTo>
                    <a:pt x="8" y="0"/>
                  </a:lnTo>
                  <a:lnTo>
                    <a:pt x="8" y="8"/>
                  </a:lnTo>
                  <a:lnTo>
                    <a:pt x="24" y="8"/>
                  </a:lnTo>
                  <a:lnTo>
                    <a:pt x="32" y="16"/>
                  </a:lnTo>
                  <a:lnTo>
                    <a:pt x="40" y="32"/>
                  </a:lnTo>
                  <a:lnTo>
                    <a:pt x="40" y="40"/>
                  </a:lnTo>
                  <a:lnTo>
                    <a:pt x="32" y="47"/>
                  </a:lnTo>
                  <a:lnTo>
                    <a:pt x="24" y="40"/>
                  </a:lnTo>
                  <a:lnTo>
                    <a:pt x="24" y="32"/>
                  </a:lnTo>
                  <a:lnTo>
                    <a:pt x="16" y="24"/>
                  </a:lnTo>
                  <a:lnTo>
                    <a:pt x="8" y="16"/>
                  </a:lnTo>
                  <a:lnTo>
                    <a:pt x="0" y="16"/>
                  </a:lnTo>
                  <a:lnTo>
                    <a:pt x="0" y="8"/>
                  </a:lnTo>
                </a:path>
              </a:pathLst>
            </a:custGeom>
            <a:solidFill>
              <a:srgbClr val="C00000">
                <a:alpha val="100000"/>
              </a:srgbClr>
            </a:solidFill>
            <a:ln w="12700" cap="flat" cmpd="sng">
              <a:solidFill>
                <a:srgbClr val="C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689" name="Freeform 97"/>
            <p:cNvSpPr/>
            <p:nvPr/>
          </p:nvSpPr>
          <p:spPr>
            <a:xfrm>
              <a:off x="5238750" y="1879599"/>
              <a:ext cx="457200" cy="101600"/>
            </a:xfrm>
            <a:custGeom>
              <a:avLst/>
              <a:gdLst>
                <a:gd name="txL" fmla="*/ 0 w 288"/>
                <a:gd name="txT" fmla="*/ 0 h 64"/>
                <a:gd name="txR" fmla="*/ 288 w 288"/>
                <a:gd name="txB" fmla="*/ 64 h 64"/>
              </a:gdLst>
              <a:ahLst/>
              <a:cxnLst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0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</a:cxnLst>
              <a:rect l="txL" t="txT" r="txR" b="txB"/>
              <a:pathLst>
                <a:path w="288" h="64">
                  <a:moveTo>
                    <a:pt x="184" y="32"/>
                  </a:moveTo>
                  <a:lnTo>
                    <a:pt x="208" y="32"/>
                  </a:lnTo>
                  <a:lnTo>
                    <a:pt x="232" y="32"/>
                  </a:lnTo>
                  <a:lnTo>
                    <a:pt x="256" y="32"/>
                  </a:lnTo>
                  <a:lnTo>
                    <a:pt x="272" y="32"/>
                  </a:lnTo>
                  <a:lnTo>
                    <a:pt x="280" y="32"/>
                  </a:lnTo>
                  <a:lnTo>
                    <a:pt x="288" y="32"/>
                  </a:lnTo>
                  <a:lnTo>
                    <a:pt x="288" y="40"/>
                  </a:lnTo>
                  <a:lnTo>
                    <a:pt x="280" y="40"/>
                  </a:lnTo>
                  <a:lnTo>
                    <a:pt x="272" y="48"/>
                  </a:lnTo>
                  <a:lnTo>
                    <a:pt x="248" y="56"/>
                  </a:lnTo>
                  <a:lnTo>
                    <a:pt x="232" y="64"/>
                  </a:lnTo>
                  <a:lnTo>
                    <a:pt x="224" y="64"/>
                  </a:lnTo>
                  <a:lnTo>
                    <a:pt x="208" y="64"/>
                  </a:lnTo>
                  <a:lnTo>
                    <a:pt x="200" y="64"/>
                  </a:lnTo>
                  <a:lnTo>
                    <a:pt x="184" y="56"/>
                  </a:lnTo>
                  <a:lnTo>
                    <a:pt x="160" y="48"/>
                  </a:lnTo>
                  <a:lnTo>
                    <a:pt x="136" y="40"/>
                  </a:lnTo>
                  <a:lnTo>
                    <a:pt x="104" y="32"/>
                  </a:lnTo>
                  <a:lnTo>
                    <a:pt x="80" y="24"/>
                  </a:lnTo>
                  <a:lnTo>
                    <a:pt x="64" y="16"/>
                  </a:lnTo>
                  <a:lnTo>
                    <a:pt x="56" y="16"/>
                  </a:lnTo>
                  <a:lnTo>
                    <a:pt x="40" y="16"/>
                  </a:lnTo>
                  <a:lnTo>
                    <a:pt x="24" y="24"/>
                  </a:lnTo>
                  <a:lnTo>
                    <a:pt x="16" y="24"/>
                  </a:lnTo>
                  <a:lnTo>
                    <a:pt x="8" y="24"/>
                  </a:lnTo>
                  <a:lnTo>
                    <a:pt x="8" y="16"/>
                  </a:lnTo>
                  <a:lnTo>
                    <a:pt x="0" y="8"/>
                  </a:lnTo>
                  <a:lnTo>
                    <a:pt x="8" y="8"/>
                  </a:lnTo>
                  <a:lnTo>
                    <a:pt x="24" y="8"/>
                  </a:lnTo>
                  <a:lnTo>
                    <a:pt x="40" y="8"/>
                  </a:lnTo>
                  <a:lnTo>
                    <a:pt x="48" y="0"/>
                  </a:lnTo>
                  <a:lnTo>
                    <a:pt x="64" y="0"/>
                  </a:lnTo>
                  <a:lnTo>
                    <a:pt x="72" y="8"/>
                  </a:lnTo>
                  <a:lnTo>
                    <a:pt x="88" y="8"/>
                  </a:lnTo>
                  <a:lnTo>
                    <a:pt x="96" y="8"/>
                  </a:lnTo>
                  <a:lnTo>
                    <a:pt x="112" y="16"/>
                  </a:lnTo>
                  <a:lnTo>
                    <a:pt x="128" y="16"/>
                  </a:lnTo>
                  <a:lnTo>
                    <a:pt x="160" y="24"/>
                  </a:lnTo>
                  <a:lnTo>
                    <a:pt x="184" y="32"/>
                  </a:lnTo>
                </a:path>
              </a:pathLst>
            </a:custGeom>
            <a:solidFill>
              <a:srgbClr val="C00000">
                <a:alpha val="100000"/>
              </a:srgbClr>
            </a:solidFill>
            <a:ln w="12700" cap="flat" cmpd="sng">
              <a:solidFill>
                <a:srgbClr val="C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690" name="Freeform 98"/>
            <p:cNvSpPr/>
            <p:nvPr/>
          </p:nvSpPr>
          <p:spPr>
            <a:xfrm>
              <a:off x="5518150" y="1792287"/>
              <a:ext cx="76200" cy="87313"/>
            </a:xfrm>
            <a:custGeom>
              <a:avLst/>
              <a:gdLst>
                <a:gd name="txL" fmla="*/ 0 w 48"/>
                <a:gd name="txT" fmla="*/ 0 h 55"/>
                <a:gd name="txR" fmla="*/ 48 w 48"/>
                <a:gd name="txB" fmla="*/ 55 h 55"/>
              </a:gdLst>
              <a:ahLst/>
              <a:cxnLst>
                <a:cxn ang="0">
                  <a:pos x="0" y="2147483647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0" y="2147483647"/>
                </a:cxn>
                <a:cxn ang="0">
                  <a:pos x="0" y="2147483647"/>
                </a:cxn>
              </a:cxnLst>
              <a:rect l="txL" t="txT" r="txR" b="txB"/>
              <a:pathLst>
                <a:path w="48" h="55">
                  <a:moveTo>
                    <a:pt x="0" y="8"/>
                  </a:moveTo>
                  <a:lnTo>
                    <a:pt x="8" y="0"/>
                  </a:lnTo>
                  <a:lnTo>
                    <a:pt x="16" y="0"/>
                  </a:lnTo>
                  <a:lnTo>
                    <a:pt x="32" y="8"/>
                  </a:lnTo>
                  <a:lnTo>
                    <a:pt x="40" y="16"/>
                  </a:lnTo>
                  <a:lnTo>
                    <a:pt x="48" y="32"/>
                  </a:lnTo>
                  <a:lnTo>
                    <a:pt x="48" y="40"/>
                  </a:lnTo>
                  <a:lnTo>
                    <a:pt x="48" y="48"/>
                  </a:lnTo>
                  <a:lnTo>
                    <a:pt x="48" y="55"/>
                  </a:lnTo>
                  <a:lnTo>
                    <a:pt x="40" y="55"/>
                  </a:lnTo>
                  <a:lnTo>
                    <a:pt x="40" y="48"/>
                  </a:lnTo>
                  <a:lnTo>
                    <a:pt x="32" y="40"/>
                  </a:lnTo>
                  <a:lnTo>
                    <a:pt x="24" y="32"/>
                  </a:lnTo>
                  <a:lnTo>
                    <a:pt x="16" y="16"/>
                  </a:lnTo>
                  <a:lnTo>
                    <a:pt x="8" y="8"/>
                  </a:lnTo>
                  <a:lnTo>
                    <a:pt x="0" y="8"/>
                  </a:lnTo>
                </a:path>
              </a:pathLst>
            </a:custGeom>
            <a:solidFill>
              <a:schemeClr val="tx1">
                <a:alpha val="100000"/>
              </a:schemeClr>
            </a:solidFill>
            <a:ln w="12700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691" name="Freeform 99"/>
            <p:cNvSpPr/>
            <p:nvPr/>
          </p:nvSpPr>
          <p:spPr>
            <a:xfrm>
              <a:off x="5429250" y="1577974"/>
              <a:ext cx="50800" cy="63500"/>
            </a:xfrm>
            <a:custGeom>
              <a:avLst/>
              <a:gdLst>
                <a:gd name="txL" fmla="*/ 0 w 32"/>
                <a:gd name="txT" fmla="*/ 0 h 40"/>
                <a:gd name="txR" fmla="*/ 32 w 32"/>
                <a:gd name="txB" fmla="*/ 40 h 40"/>
              </a:gdLst>
              <a:ahLst/>
              <a:cxnLst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0" y="2147483647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</a:cxnLst>
              <a:rect l="txL" t="txT" r="txR" b="txB"/>
              <a:pathLst>
                <a:path w="32" h="40">
                  <a:moveTo>
                    <a:pt x="32" y="40"/>
                  </a:moveTo>
                  <a:lnTo>
                    <a:pt x="32" y="40"/>
                  </a:lnTo>
                  <a:lnTo>
                    <a:pt x="24" y="40"/>
                  </a:lnTo>
                  <a:lnTo>
                    <a:pt x="16" y="32"/>
                  </a:lnTo>
                  <a:lnTo>
                    <a:pt x="16" y="24"/>
                  </a:lnTo>
                  <a:lnTo>
                    <a:pt x="8" y="16"/>
                  </a:lnTo>
                  <a:lnTo>
                    <a:pt x="0" y="8"/>
                  </a:lnTo>
                  <a:lnTo>
                    <a:pt x="0" y="0"/>
                  </a:lnTo>
                  <a:lnTo>
                    <a:pt x="8" y="0"/>
                  </a:lnTo>
                  <a:lnTo>
                    <a:pt x="16" y="0"/>
                  </a:lnTo>
                  <a:lnTo>
                    <a:pt x="24" y="8"/>
                  </a:lnTo>
                  <a:lnTo>
                    <a:pt x="32" y="16"/>
                  </a:lnTo>
                  <a:lnTo>
                    <a:pt x="32" y="24"/>
                  </a:lnTo>
                  <a:lnTo>
                    <a:pt x="32" y="32"/>
                  </a:lnTo>
                  <a:lnTo>
                    <a:pt x="32" y="40"/>
                  </a:lnTo>
                </a:path>
              </a:pathLst>
            </a:custGeom>
            <a:solidFill>
              <a:schemeClr val="tx1">
                <a:alpha val="100000"/>
              </a:schemeClr>
            </a:solidFill>
            <a:ln w="12700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692" name="Freeform 100"/>
            <p:cNvSpPr/>
            <p:nvPr/>
          </p:nvSpPr>
          <p:spPr>
            <a:xfrm>
              <a:off x="5518150" y="1527174"/>
              <a:ext cx="76200" cy="114300"/>
            </a:xfrm>
            <a:custGeom>
              <a:avLst/>
              <a:gdLst>
                <a:gd name="txL" fmla="*/ 0 w 48"/>
                <a:gd name="txT" fmla="*/ 0 h 72"/>
                <a:gd name="txR" fmla="*/ 48 w 48"/>
                <a:gd name="txB" fmla="*/ 72 h 72"/>
              </a:gdLst>
              <a:ahLst/>
              <a:cxnLst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0" y="2147483647"/>
                </a:cxn>
                <a:cxn ang="0">
                  <a:pos x="0" y="2147483647"/>
                </a:cxn>
                <a:cxn ang="0">
                  <a:pos x="0" y="2147483647"/>
                </a:cxn>
                <a:cxn ang="0">
                  <a:pos x="0" y="2147483647"/>
                </a:cxn>
                <a:cxn ang="0">
                  <a:pos x="0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0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</a:cxnLst>
              <a:rect l="txL" t="txT" r="txR" b="txB"/>
              <a:pathLst>
                <a:path w="48" h="72">
                  <a:moveTo>
                    <a:pt x="48" y="24"/>
                  </a:moveTo>
                  <a:lnTo>
                    <a:pt x="48" y="24"/>
                  </a:lnTo>
                  <a:lnTo>
                    <a:pt x="40" y="32"/>
                  </a:lnTo>
                  <a:lnTo>
                    <a:pt x="32" y="48"/>
                  </a:lnTo>
                  <a:lnTo>
                    <a:pt x="16" y="64"/>
                  </a:lnTo>
                  <a:lnTo>
                    <a:pt x="8" y="64"/>
                  </a:lnTo>
                  <a:lnTo>
                    <a:pt x="8" y="72"/>
                  </a:lnTo>
                  <a:lnTo>
                    <a:pt x="0" y="72"/>
                  </a:lnTo>
                  <a:lnTo>
                    <a:pt x="0" y="64"/>
                  </a:lnTo>
                  <a:lnTo>
                    <a:pt x="8" y="56"/>
                  </a:lnTo>
                  <a:lnTo>
                    <a:pt x="16" y="40"/>
                  </a:lnTo>
                  <a:lnTo>
                    <a:pt x="24" y="24"/>
                  </a:lnTo>
                  <a:lnTo>
                    <a:pt x="24" y="16"/>
                  </a:lnTo>
                  <a:lnTo>
                    <a:pt x="24" y="8"/>
                  </a:lnTo>
                  <a:lnTo>
                    <a:pt x="24" y="0"/>
                  </a:lnTo>
                  <a:lnTo>
                    <a:pt x="32" y="8"/>
                  </a:lnTo>
                  <a:lnTo>
                    <a:pt x="40" y="8"/>
                  </a:lnTo>
                  <a:lnTo>
                    <a:pt x="48" y="16"/>
                  </a:lnTo>
                  <a:lnTo>
                    <a:pt x="48" y="24"/>
                  </a:lnTo>
                </a:path>
              </a:pathLst>
            </a:custGeom>
            <a:solidFill>
              <a:schemeClr val="tx1">
                <a:alpha val="100000"/>
              </a:schemeClr>
            </a:solidFill>
            <a:ln w="12700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693" name="Freeform 101"/>
            <p:cNvSpPr/>
            <p:nvPr/>
          </p:nvSpPr>
          <p:spPr>
            <a:xfrm>
              <a:off x="5416550" y="1641474"/>
              <a:ext cx="177800" cy="61913"/>
            </a:xfrm>
            <a:custGeom>
              <a:avLst/>
              <a:gdLst>
                <a:gd name="txL" fmla="*/ 0 w 112"/>
                <a:gd name="txT" fmla="*/ 0 h 39"/>
                <a:gd name="txR" fmla="*/ 112 w 112"/>
                <a:gd name="txB" fmla="*/ 39 h 39"/>
              </a:gdLst>
              <a:ahLst/>
              <a:cxnLst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0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</a:cxnLst>
              <a:rect l="txL" t="txT" r="txR" b="txB"/>
              <a:pathLst>
                <a:path w="112" h="39">
                  <a:moveTo>
                    <a:pt x="8" y="31"/>
                  </a:moveTo>
                  <a:lnTo>
                    <a:pt x="8" y="31"/>
                  </a:lnTo>
                  <a:lnTo>
                    <a:pt x="0" y="31"/>
                  </a:lnTo>
                  <a:lnTo>
                    <a:pt x="8" y="31"/>
                  </a:lnTo>
                  <a:lnTo>
                    <a:pt x="16" y="23"/>
                  </a:lnTo>
                  <a:lnTo>
                    <a:pt x="24" y="23"/>
                  </a:lnTo>
                  <a:lnTo>
                    <a:pt x="48" y="15"/>
                  </a:lnTo>
                  <a:lnTo>
                    <a:pt x="64" y="7"/>
                  </a:lnTo>
                  <a:lnTo>
                    <a:pt x="80" y="7"/>
                  </a:lnTo>
                  <a:lnTo>
                    <a:pt x="88" y="0"/>
                  </a:lnTo>
                  <a:lnTo>
                    <a:pt x="96" y="0"/>
                  </a:lnTo>
                  <a:lnTo>
                    <a:pt x="104" y="0"/>
                  </a:lnTo>
                  <a:lnTo>
                    <a:pt x="104" y="7"/>
                  </a:lnTo>
                  <a:lnTo>
                    <a:pt x="112" y="7"/>
                  </a:lnTo>
                  <a:lnTo>
                    <a:pt x="104" y="15"/>
                  </a:lnTo>
                  <a:lnTo>
                    <a:pt x="96" y="15"/>
                  </a:lnTo>
                  <a:lnTo>
                    <a:pt x="88" y="23"/>
                  </a:lnTo>
                  <a:lnTo>
                    <a:pt x="80" y="23"/>
                  </a:lnTo>
                  <a:lnTo>
                    <a:pt x="56" y="31"/>
                  </a:lnTo>
                  <a:lnTo>
                    <a:pt x="40" y="31"/>
                  </a:lnTo>
                  <a:lnTo>
                    <a:pt x="24" y="39"/>
                  </a:lnTo>
                  <a:lnTo>
                    <a:pt x="16" y="39"/>
                  </a:lnTo>
                  <a:lnTo>
                    <a:pt x="8" y="31"/>
                  </a:lnTo>
                </a:path>
              </a:pathLst>
            </a:custGeom>
            <a:solidFill>
              <a:schemeClr val="tx1">
                <a:alpha val="100000"/>
              </a:schemeClr>
            </a:solidFill>
            <a:ln w="12700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694" name="Freeform 102"/>
            <p:cNvSpPr/>
            <p:nvPr/>
          </p:nvSpPr>
          <p:spPr>
            <a:xfrm>
              <a:off x="5391150" y="1728787"/>
              <a:ext cx="215900" cy="50800"/>
            </a:xfrm>
            <a:custGeom>
              <a:avLst/>
              <a:gdLst>
                <a:gd name="txL" fmla="*/ 0 w 136"/>
                <a:gd name="txT" fmla="*/ 0 h 32"/>
                <a:gd name="txR" fmla="*/ 136 w 136"/>
                <a:gd name="txB" fmla="*/ 32 h 32"/>
              </a:gdLst>
              <a:ahLst/>
              <a:cxnLst>
                <a:cxn ang="0">
                  <a:pos x="2147483647" y="2147483647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0" y="2147483647"/>
                </a:cxn>
                <a:cxn ang="0">
                  <a:pos x="0" y="2147483647"/>
                </a:cxn>
                <a:cxn ang="0">
                  <a:pos x="0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</a:cxnLst>
              <a:rect l="txL" t="txT" r="txR" b="txB"/>
              <a:pathLst>
                <a:path w="136" h="32">
                  <a:moveTo>
                    <a:pt x="72" y="8"/>
                  </a:moveTo>
                  <a:lnTo>
                    <a:pt x="88" y="0"/>
                  </a:lnTo>
                  <a:lnTo>
                    <a:pt x="96" y="0"/>
                  </a:lnTo>
                  <a:lnTo>
                    <a:pt x="112" y="0"/>
                  </a:lnTo>
                  <a:lnTo>
                    <a:pt x="120" y="0"/>
                  </a:lnTo>
                  <a:lnTo>
                    <a:pt x="128" y="0"/>
                  </a:lnTo>
                  <a:lnTo>
                    <a:pt x="136" y="0"/>
                  </a:lnTo>
                  <a:lnTo>
                    <a:pt x="136" y="8"/>
                  </a:lnTo>
                  <a:lnTo>
                    <a:pt x="136" y="16"/>
                  </a:lnTo>
                  <a:lnTo>
                    <a:pt x="128" y="16"/>
                  </a:lnTo>
                  <a:lnTo>
                    <a:pt x="120" y="16"/>
                  </a:lnTo>
                  <a:lnTo>
                    <a:pt x="112" y="16"/>
                  </a:lnTo>
                  <a:lnTo>
                    <a:pt x="96" y="16"/>
                  </a:lnTo>
                  <a:lnTo>
                    <a:pt x="80" y="16"/>
                  </a:lnTo>
                  <a:lnTo>
                    <a:pt x="72" y="24"/>
                  </a:lnTo>
                  <a:lnTo>
                    <a:pt x="56" y="24"/>
                  </a:lnTo>
                  <a:lnTo>
                    <a:pt x="40" y="32"/>
                  </a:lnTo>
                  <a:lnTo>
                    <a:pt x="24" y="32"/>
                  </a:lnTo>
                  <a:lnTo>
                    <a:pt x="16" y="32"/>
                  </a:lnTo>
                  <a:lnTo>
                    <a:pt x="8" y="32"/>
                  </a:lnTo>
                  <a:lnTo>
                    <a:pt x="0" y="32"/>
                  </a:lnTo>
                  <a:lnTo>
                    <a:pt x="0" y="24"/>
                  </a:lnTo>
                  <a:lnTo>
                    <a:pt x="8" y="24"/>
                  </a:lnTo>
                  <a:lnTo>
                    <a:pt x="16" y="24"/>
                  </a:lnTo>
                  <a:lnTo>
                    <a:pt x="24" y="16"/>
                  </a:lnTo>
                  <a:lnTo>
                    <a:pt x="40" y="16"/>
                  </a:lnTo>
                  <a:lnTo>
                    <a:pt x="56" y="16"/>
                  </a:lnTo>
                  <a:lnTo>
                    <a:pt x="72" y="8"/>
                  </a:lnTo>
                </a:path>
              </a:pathLst>
            </a:custGeom>
            <a:solidFill>
              <a:schemeClr val="tx1">
                <a:alpha val="100000"/>
              </a:schemeClr>
            </a:solidFill>
            <a:ln w="12700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695" name="Freeform 103"/>
            <p:cNvSpPr/>
            <p:nvPr/>
          </p:nvSpPr>
          <p:spPr>
            <a:xfrm>
              <a:off x="5403850" y="1677987"/>
              <a:ext cx="114300" cy="214313"/>
            </a:xfrm>
            <a:custGeom>
              <a:avLst/>
              <a:gdLst>
                <a:gd name="txL" fmla="*/ 0 w 72"/>
                <a:gd name="txT" fmla="*/ 0 h 135"/>
                <a:gd name="txR" fmla="*/ 72 w 72"/>
                <a:gd name="txB" fmla="*/ 135 h 135"/>
              </a:gdLst>
              <a:ahLst/>
              <a:cxnLst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0" y="2147483647"/>
                </a:cxn>
                <a:cxn ang="0">
                  <a:pos x="0" y="2147483647"/>
                </a:cxn>
                <a:cxn ang="0">
                  <a:pos x="0" y="2147483647"/>
                </a:cxn>
                <a:cxn ang="0">
                  <a:pos x="0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</a:cxnLst>
              <a:rect l="txL" t="txT" r="txR" b="txB"/>
              <a:pathLst>
                <a:path w="72" h="135">
                  <a:moveTo>
                    <a:pt x="32" y="96"/>
                  </a:moveTo>
                  <a:lnTo>
                    <a:pt x="40" y="72"/>
                  </a:lnTo>
                  <a:lnTo>
                    <a:pt x="48" y="56"/>
                  </a:lnTo>
                  <a:lnTo>
                    <a:pt x="56" y="32"/>
                  </a:lnTo>
                  <a:lnTo>
                    <a:pt x="48" y="0"/>
                  </a:lnTo>
                  <a:lnTo>
                    <a:pt x="72" y="0"/>
                  </a:lnTo>
                  <a:lnTo>
                    <a:pt x="72" y="24"/>
                  </a:lnTo>
                  <a:lnTo>
                    <a:pt x="64" y="48"/>
                  </a:lnTo>
                  <a:lnTo>
                    <a:pt x="64" y="64"/>
                  </a:lnTo>
                  <a:lnTo>
                    <a:pt x="56" y="80"/>
                  </a:lnTo>
                  <a:lnTo>
                    <a:pt x="48" y="96"/>
                  </a:lnTo>
                  <a:lnTo>
                    <a:pt x="40" y="104"/>
                  </a:lnTo>
                  <a:lnTo>
                    <a:pt x="24" y="120"/>
                  </a:lnTo>
                  <a:lnTo>
                    <a:pt x="8" y="127"/>
                  </a:lnTo>
                  <a:lnTo>
                    <a:pt x="8" y="135"/>
                  </a:lnTo>
                  <a:lnTo>
                    <a:pt x="0" y="135"/>
                  </a:lnTo>
                  <a:lnTo>
                    <a:pt x="0" y="127"/>
                  </a:lnTo>
                  <a:lnTo>
                    <a:pt x="8" y="120"/>
                  </a:lnTo>
                  <a:lnTo>
                    <a:pt x="24" y="112"/>
                  </a:lnTo>
                  <a:lnTo>
                    <a:pt x="32" y="96"/>
                  </a:lnTo>
                </a:path>
              </a:pathLst>
            </a:custGeom>
            <a:solidFill>
              <a:schemeClr val="tx1">
                <a:alpha val="100000"/>
              </a:schemeClr>
            </a:solidFill>
            <a:ln w="12700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69656" name="组合 161"/>
          <p:cNvGrpSpPr/>
          <p:nvPr/>
        </p:nvGrpSpPr>
        <p:grpSpPr>
          <a:xfrm>
            <a:off x="7526338" y="4422775"/>
            <a:ext cx="306387" cy="333375"/>
            <a:chOff x="6936757" y="1577996"/>
            <a:chExt cx="349931" cy="360000"/>
          </a:xfrm>
        </p:grpSpPr>
        <p:sp>
          <p:nvSpPr>
            <p:cNvPr id="69681" name="Freeform 110"/>
            <p:cNvSpPr/>
            <p:nvPr/>
          </p:nvSpPr>
          <p:spPr>
            <a:xfrm>
              <a:off x="6936757" y="1638416"/>
              <a:ext cx="40280" cy="289510"/>
            </a:xfrm>
            <a:custGeom>
              <a:avLst/>
              <a:gdLst>
                <a:gd name="txL" fmla="*/ 0 w 32"/>
                <a:gd name="txT" fmla="*/ 0 h 230"/>
                <a:gd name="txR" fmla="*/ 32 w 32"/>
                <a:gd name="txB" fmla="*/ 230 h 230"/>
              </a:gdLst>
              <a:ahLst/>
              <a:cxnLst>
                <a:cxn ang="0">
                  <a:pos x="0" y="2147483647"/>
                </a:cxn>
                <a:cxn ang="0">
                  <a:pos x="0" y="2147483647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2147483647" y="0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0" y="2147483647"/>
                </a:cxn>
                <a:cxn ang="0">
                  <a:pos x="0" y="2147483647"/>
                </a:cxn>
                <a:cxn ang="0">
                  <a:pos x="0" y="2147483647"/>
                </a:cxn>
                <a:cxn ang="0">
                  <a:pos x="0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0" y="2147483647"/>
                </a:cxn>
                <a:cxn ang="0">
                  <a:pos x="0" y="2147483647"/>
                </a:cxn>
                <a:cxn ang="0">
                  <a:pos x="0" y="2147483647"/>
                </a:cxn>
              </a:cxnLst>
              <a:rect l="txL" t="txT" r="txR" b="txB"/>
              <a:pathLst>
                <a:path w="32" h="230">
                  <a:moveTo>
                    <a:pt x="0" y="8"/>
                  </a:moveTo>
                  <a:lnTo>
                    <a:pt x="0" y="8"/>
                  </a:lnTo>
                  <a:lnTo>
                    <a:pt x="0" y="0"/>
                  </a:lnTo>
                  <a:lnTo>
                    <a:pt x="8" y="0"/>
                  </a:lnTo>
                  <a:lnTo>
                    <a:pt x="24" y="8"/>
                  </a:lnTo>
                  <a:lnTo>
                    <a:pt x="32" y="16"/>
                  </a:lnTo>
                  <a:lnTo>
                    <a:pt x="32" y="31"/>
                  </a:lnTo>
                  <a:lnTo>
                    <a:pt x="32" y="47"/>
                  </a:lnTo>
                  <a:lnTo>
                    <a:pt x="32" y="63"/>
                  </a:lnTo>
                  <a:lnTo>
                    <a:pt x="32" y="79"/>
                  </a:lnTo>
                  <a:lnTo>
                    <a:pt x="32" y="111"/>
                  </a:lnTo>
                  <a:lnTo>
                    <a:pt x="32" y="135"/>
                  </a:lnTo>
                  <a:lnTo>
                    <a:pt x="32" y="159"/>
                  </a:lnTo>
                  <a:lnTo>
                    <a:pt x="24" y="182"/>
                  </a:lnTo>
                  <a:lnTo>
                    <a:pt x="24" y="198"/>
                  </a:lnTo>
                  <a:lnTo>
                    <a:pt x="24" y="214"/>
                  </a:lnTo>
                  <a:lnTo>
                    <a:pt x="24" y="222"/>
                  </a:lnTo>
                  <a:lnTo>
                    <a:pt x="24" y="230"/>
                  </a:lnTo>
                  <a:lnTo>
                    <a:pt x="16" y="230"/>
                  </a:lnTo>
                  <a:lnTo>
                    <a:pt x="16" y="222"/>
                  </a:lnTo>
                  <a:lnTo>
                    <a:pt x="8" y="222"/>
                  </a:lnTo>
                  <a:lnTo>
                    <a:pt x="8" y="214"/>
                  </a:lnTo>
                  <a:lnTo>
                    <a:pt x="0" y="198"/>
                  </a:lnTo>
                  <a:lnTo>
                    <a:pt x="0" y="190"/>
                  </a:lnTo>
                  <a:lnTo>
                    <a:pt x="0" y="182"/>
                  </a:lnTo>
                  <a:lnTo>
                    <a:pt x="8" y="174"/>
                  </a:lnTo>
                  <a:lnTo>
                    <a:pt x="8" y="159"/>
                  </a:lnTo>
                  <a:lnTo>
                    <a:pt x="8" y="127"/>
                  </a:lnTo>
                  <a:lnTo>
                    <a:pt x="8" y="95"/>
                  </a:lnTo>
                  <a:lnTo>
                    <a:pt x="8" y="71"/>
                  </a:lnTo>
                  <a:lnTo>
                    <a:pt x="8" y="55"/>
                  </a:lnTo>
                  <a:lnTo>
                    <a:pt x="8" y="47"/>
                  </a:lnTo>
                  <a:lnTo>
                    <a:pt x="8" y="31"/>
                  </a:lnTo>
                  <a:lnTo>
                    <a:pt x="8" y="24"/>
                  </a:lnTo>
                  <a:lnTo>
                    <a:pt x="8" y="16"/>
                  </a:lnTo>
                  <a:lnTo>
                    <a:pt x="0" y="16"/>
                  </a:lnTo>
                  <a:lnTo>
                    <a:pt x="0" y="8"/>
                  </a:lnTo>
                </a:path>
              </a:pathLst>
            </a:custGeom>
            <a:solidFill>
              <a:srgbClr val="C00000">
                <a:alpha val="100000"/>
              </a:srgbClr>
            </a:solidFill>
            <a:ln w="12700" cap="flat" cmpd="sng">
              <a:solidFill>
                <a:srgbClr val="C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682" name="Freeform 111"/>
            <p:cNvSpPr/>
            <p:nvPr/>
          </p:nvSpPr>
          <p:spPr>
            <a:xfrm>
              <a:off x="7076478" y="1577996"/>
              <a:ext cx="210210" cy="360000"/>
            </a:xfrm>
            <a:custGeom>
              <a:avLst/>
              <a:gdLst>
                <a:gd name="txL" fmla="*/ 0 w 167"/>
                <a:gd name="txT" fmla="*/ 0 h 286"/>
                <a:gd name="txR" fmla="*/ 167 w 167"/>
                <a:gd name="txB" fmla="*/ 286 h 286"/>
              </a:gdLst>
              <a:ahLst/>
              <a:cxnLst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0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</a:cxnLst>
              <a:rect l="txL" t="txT" r="txR" b="txB"/>
              <a:pathLst>
                <a:path w="167" h="286">
                  <a:moveTo>
                    <a:pt x="159" y="278"/>
                  </a:moveTo>
                  <a:lnTo>
                    <a:pt x="151" y="286"/>
                  </a:lnTo>
                  <a:lnTo>
                    <a:pt x="143" y="286"/>
                  </a:lnTo>
                  <a:lnTo>
                    <a:pt x="135" y="286"/>
                  </a:lnTo>
                  <a:lnTo>
                    <a:pt x="135" y="278"/>
                  </a:lnTo>
                  <a:lnTo>
                    <a:pt x="127" y="270"/>
                  </a:lnTo>
                  <a:lnTo>
                    <a:pt x="127" y="262"/>
                  </a:lnTo>
                  <a:lnTo>
                    <a:pt x="119" y="254"/>
                  </a:lnTo>
                  <a:lnTo>
                    <a:pt x="111" y="254"/>
                  </a:lnTo>
                  <a:lnTo>
                    <a:pt x="103" y="246"/>
                  </a:lnTo>
                  <a:lnTo>
                    <a:pt x="96" y="238"/>
                  </a:lnTo>
                  <a:lnTo>
                    <a:pt x="96" y="230"/>
                  </a:lnTo>
                  <a:lnTo>
                    <a:pt x="103" y="230"/>
                  </a:lnTo>
                  <a:lnTo>
                    <a:pt x="111" y="238"/>
                  </a:lnTo>
                  <a:lnTo>
                    <a:pt x="119" y="238"/>
                  </a:lnTo>
                  <a:lnTo>
                    <a:pt x="127" y="238"/>
                  </a:lnTo>
                  <a:lnTo>
                    <a:pt x="135" y="238"/>
                  </a:lnTo>
                  <a:lnTo>
                    <a:pt x="143" y="238"/>
                  </a:lnTo>
                  <a:lnTo>
                    <a:pt x="143" y="230"/>
                  </a:lnTo>
                  <a:lnTo>
                    <a:pt x="143" y="222"/>
                  </a:lnTo>
                  <a:lnTo>
                    <a:pt x="143" y="215"/>
                  </a:lnTo>
                  <a:lnTo>
                    <a:pt x="143" y="199"/>
                  </a:lnTo>
                  <a:lnTo>
                    <a:pt x="143" y="167"/>
                  </a:lnTo>
                  <a:lnTo>
                    <a:pt x="143" y="127"/>
                  </a:lnTo>
                  <a:lnTo>
                    <a:pt x="143" y="95"/>
                  </a:lnTo>
                  <a:lnTo>
                    <a:pt x="135" y="64"/>
                  </a:lnTo>
                  <a:lnTo>
                    <a:pt x="135" y="48"/>
                  </a:lnTo>
                  <a:lnTo>
                    <a:pt x="135" y="40"/>
                  </a:lnTo>
                  <a:lnTo>
                    <a:pt x="135" y="32"/>
                  </a:lnTo>
                  <a:lnTo>
                    <a:pt x="127" y="24"/>
                  </a:lnTo>
                  <a:lnTo>
                    <a:pt x="119" y="24"/>
                  </a:lnTo>
                  <a:lnTo>
                    <a:pt x="111" y="24"/>
                  </a:lnTo>
                  <a:lnTo>
                    <a:pt x="88" y="32"/>
                  </a:lnTo>
                  <a:lnTo>
                    <a:pt x="64" y="32"/>
                  </a:lnTo>
                  <a:lnTo>
                    <a:pt x="56" y="32"/>
                  </a:lnTo>
                  <a:lnTo>
                    <a:pt x="40" y="32"/>
                  </a:lnTo>
                  <a:lnTo>
                    <a:pt x="32" y="32"/>
                  </a:lnTo>
                  <a:lnTo>
                    <a:pt x="24" y="32"/>
                  </a:lnTo>
                  <a:lnTo>
                    <a:pt x="16" y="32"/>
                  </a:lnTo>
                  <a:lnTo>
                    <a:pt x="8" y="32"/>
                  </a:lnTo>
                  <a:lnTo>
                    <a:pt x="0" y="24"/>
                  </a:lnTo>
                  <a:lnTo>
                    <a:pt x="16" y="24"/>
                  </a:lnTo>
                  <a:lnTo>
                    <a:pt x="32" y="24"/>
                  </a:lnTo>
                  <a:lnTo>
                    <a:pt x="48" y="16"/>
                  </a:lnTo>
                  <a:lnTo>
                    <a:pt x="56" y="16"/>
                  </a:lnTo>
                  <a:lnTo>
                    <a:pt x="96" y="16"/>
                  </a:lnTo>
                  <a:lnTo>
                    <a:pt x="111" y="8"/>
                  </a:lnTo>
                  <a:lnTo>
                    <a:pt x="119" y="8"/>
                  </a:lnTo>
                  <a:lnTo>
                    <a:pt x="127" y="0"/>
                  </a:lnTo>
                  <a:lnTo>
                    <a:pt x="135" y="0"/>
                  </a:lnTo>
                  <a:lnTo>
                    <a:pt x="135" y="8"/>
                  </a:lnTo>
                  <a:lnTo>
                    <a:pt x="151" y="8"/>
                  </a:lnTo>
                  <a:lnTo>
                    <a:pt x="159" y="16"/>
                  </a:lnTo>
                  <a:lnTo>
                    <a:pt x="167" y="16"/>
                  </a:lnTo>
                  <a:lnTo>
                    <a:pt x="167" y="24"/>
                  </a:lnTo>
                  <a:lnTo>
                    <a:pt x="167" y="32"/>
                  </a:lnTo>
                  <a:lnTo>
                    <a:pt x="159" y="32"/>
                  </a:lnTo>
                  <a:lnTo>
                    <a:pt x="159" y="40"/>
                  </a:lnTo>
                  <a:lnTo>
                    <a:pt x="159" y="48"/>
                  </a:lnTo>
                  <a:lnTo>
                    <a:pt x="159" y="56"/>
                  </a:lnTo>
                  <a:lnTo>
                    <a:pt x="159" y="72"/>
                  </a:lnTo>
                  <a:lnTo>
                    <a:pt x="159" y="95"/>
                  </a:lnTo>
                  <a:lnTo>
                    <a:pt x="167" y="119"/>
                  </a:lnTo>
                  <a:lnTo>
                    <a:pt x="167" y="151"/>
                  </a:lnTo>
                  <a:lnTo>
                    <a:pt x="167" y="191"/>
                  </a:lnTo>
                  <a:lnTo>
                    <a:pt x="167" y="215"/>
                  </a:lnTo>
                  <a:lnTo>
                    <a:pt x="167" y="230"/>
                  </a:lnTo>
                  <a:lnTo>
                    <a:pt x="167" y="246"/>
                  </a:lnTo>
                  <a:lnTo>
                    <a:pt x="159" y="262"/>
                  </a:lnTo>
                  <a:lnTo>
                    <a:pt x="159" y="278"/>
                  </a:lnTo>
                </a:path>
              </a:pathLst>
            </a:custGeom>
            <a:solidFill>
              <a:srgbClr val="C00000">
                <a:alpha val="100000"/>
              </a:srgbClr>
            </a:solidFill>
            <a:ln w="12700" cap="flat" cmpd="sng">
              <a:solidFill>
                <a:srgbClr val="C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683" name="Freeform 112"/>
            <p:cNvSpPr/>
            <p:nvPr/>
          </p:nvSpPr>
          <p:spPr>
            <a:xfrm>
              <a:off x="7026128" y="1707647"/>
              <a:ext cx="50350" cy="110769"/>
            </a:xfrm>
            <a:custGeom>
              <a:avLst/>
              <a:gdLst>
                <a:gd name="txL" fmla="*/ 0 w 40"/>
                <a:gd name="txT" fmla="*/ 0 h 88"/>
                <a:gd name="txR" fmla="*/ 40 w 40"/>
                <a:gd name="txB" fmla="*/ 88 h 88"/>
              </a:gdLst>
              <a:ahLst/>
              <a:cxnLst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0" y="2147483647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</a:cxnLst>
              <a:rect l="txL" t="txT" r="txR" b="txB"/>
              <a:pathLst>
                <a:path w="40" h="88">
                  <a:moveTo>
                    <a:pt x="32" y="80"/>
                  </a:moveTo>
                  <a:lnTo>
                    <a:pt x="32" y="88"/>
                  </a:lnTo>
                  <a:lnTo>
                    <a:pt x="24" y="80"/>
                  </a:lnTo>
                  <a:lnTo>
                    <a:pt x="24" y="72"/>
                  </a:lnTo>
                  <a:lnTo>
                    <a:pt x="24" y="64"/>
                  </a:lnTo>
                  <a:lnTo>
                    <a:pt x="16" y="48"/>
                  </a:lnTo>
                  <a:lnTo>
                    <a:pt x="8" y="32"/>
                  </a:lnTo>
                  <a:lnTo>
                    <a:pt x="8" y="24"/>
                  </a:lnTo>
                  <a:lnTo>
                    <a:pt x="0" y="8"/>
                  </a:lnTo>
                  <a:lnTo>
                    <a:pt x="0" y="0"/>
                  </a:lnTo>
                  <a:lnTo>
                    <a:pt x="8" y="0"/>
                  </a:lnTo>
                  <a:lnTo>
                    <a:pt x="16" y="0"/>
                  </a:lnTo>
                  <a:lnTo>
                    <a:pt x="24" y="0"/>
                  </a:lnTo>
                  <a:lnTo>
                    <a:pt x="32" y="24"/>
                  </a:lnTo>
                  <a:lnTo>
                    <a:pt x="32" y="48"/>
                  </a:lnTo>
                  <a:lnTo>
                    <a:pt x="32" y="56"/>
                  </a:lnTo>
                  <a:lnTo>
                    <a:pt x="32" y="64"/>
                  </a:lnTo>
                  <a:lnTo>
                    <a:pt x="40" y="72"/>
                  </a:lnTo>
                  <a:lnTo>
                    <a:pt x="32" y="80"/>
                  </a:lnTo>
                </a:path>
              </a:pathLst>
            </a:custGeom>
            <a:solidFill>
              <a:schemeClr val="tx1">
                <a:alpha val="100000"/>
              </a:schemeClr>
            </a:solidFill>
            <a:ln w="12700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684" name="Freeform 113"/>
            <p:cNvSpPr/>
            <p:nvPr/>
          </p:nvSpPr>
          <p:spPr>
            <a:xfrm>
              <a:off x="7036198" y="1687507"/>
              <a:ext cx="161119" cy="90629"/>
            </a:xfrm>
            <a:custGeom>
              <a:avLst/>
              <a:gdLst>
                <a:gd name="txL" fmla="*/ 0 w 128"/>
                <a:gd name="txT" fmla="*/ 0 h 72"/>
                <a:gd name="txR" fmla="*/ 128 w 128"/>
                <a:gd name="txB" fmla="*/ 72 h 72"/>
              </a:gdLst>
              <a:ahLst/>
              <a:cxnLst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0" y="2147483647"/>
                </a:cxn>
                <a:cxn ang="0">
                  <a:pos x="0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</a:cxnLst>
              <a:rect l="txL" t="txT" r="txR" b="txB"/>
              <a:pathLst>
                <a:path w="128" h="72">
                  <a:moveTo>
                    <a:pt x="120" y="24"/>
                  </a:moveTo>
                  <a:lnTo>
                    <a:pt x="120" y="24"/>
                  </a:lnTo>
                  <a:lnTo>
                    <a:pt x="112" y="40"/>
                  </a:lnTo>
                  <a:lnTo>
                    <a:pt x="104" y="56"/>
                  </a:lnTo>
                  <a:lnTo>
                    <a:pt x="96" y="72"/>
                  </a:lnTo>
                  <a:lnTo>
                    <a:pt x="80" y="72"/>
                  </a:lnTo>
                  <a:lnTo>
                    <a:pt x="80" y="56"/>
                  </a:lnTo>
                  <a:lnTo>
                    <a:pt x="88" y="48"/>
                  </a:lnTo>
                  <a:lnTo>
                    <a:pt x="88" y="40"/>
                  </a:lnTo>
                  <a:lnTo>
                    <a:pt x="88" y="32"/>
                  </a:lnTo>
                  <a:lnTo>
                    <a:pt x="88" y="24"/>
                  </a:lnTo>
                  <a:lnTo>
                    <a:pt x="88" y="16"/>
                  </a:lnTo>
                  <a:lnTo>
                    <a:pt x="80" y="16"/>
                  </a:lnTo>
                  <a:lnTo>
                    <a:pt x="72" y="16"/>
                  </a:lnTo>
                  <a:lnTo>
                    <a:pt x="64" y="16"/>
                  </a:lnTo>
                  <a:lnTo>
                    <a:pt x="48" y="24"/>
                  </a:lnTo>
                  <a:lnTo>
                    <a:pt x="32" y="24"/>
                  </a:lnTo>
                  <a:lnTo>
                    <a:pt x="16" y="24"/>
                  </a:lnTo>
                  <a:lnTo>
                    <a:pt x="8" y="24"/>
                  </a:lnTo>
                  <a:lnTo>
                    <a:pt x="0" y="24"/>
                  </a:lnTo>
                  <a:lnTo>
                    <a:pt x="0" y="16"/>
                  </a:lnTo>
                  <a:lnTo>
                    <a:pt x="24" y="16"/>
                  </a:lnTo>
                  <a:lnTo>
                    <a:pt x="56" y="8"/>
                  </a:lnTo>
                  <a:lnTo>
                    <a:pt x="72" y="8"/>
                  </a:lnTo>
                  <a:lnTo>
                    <a:pt x="80" y="8"/>
                  </a:lnTo>
                  <a:lnTo>
                    <a:pt x="88" y="0"/>
                  </a:lnTo>
                  <a:lnTo>
                    <a:pt x="96" y="0"/>
                  </a:lnTo>
                  <a:lnTo>
                    <a:pt x="104" y="0"/>
                  </a:lnTo>
                  <a:lnTo>
                    <a:pt x="112" y="8"/>
                  </a:lnTo>
                  <a:lnTo>
                    <a:pt x="128" y="16"/>
                  </a:lnTo>
                  <a:lnTo>
                    <a:pt x="128" y="24"/>
                  </a:lnTo>
                  <a:lnTo>
                    <a:pt x="120" y="24"/>
                  </a:lnTo>
                </a:path>
              </a:pathLst>
            </a:custGeom>
            <a:solidFill>
              <a:schemeClr val="tx1">
                <a:alpha val="100000"/>
              </a:schemeClr>
            </a:solidFill>
            <a:ln w="12700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685" name="Freeform 114"/>
            <p:cNvSpPr/>
            <p:nvPr/>
          </p:nvSpPr>
          <p:spPr>
            <a:xfrm>
              <a:off x="7056338" y="1768066"/>
              <a:ext cx="120839" cy="30210"/>
            </a:xfrm>
            <a:custGeom>
              <a:avLst/>
              <a:gdLst>
                <a:gd name="txL" fmla="*/ 0 w 96"/>
                <a:gd name="txT" fmla="*/ 0 h 24"/>
                <a:gd name="txR" fmla="*/ 96 w 96"/>
                <a:gd name="txB" fmla="*/ 24 h 24"/>
              </a:gdLst>
              <a:ahLst/>
              <a:cxnLst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0" y="2147483647"/>
                </a:cxn>
                <a:cxn ang="0">
                  <a:pos x="0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</a:cxnLst>
              <a:rect l="txL" t="txT" r="txR" b="txB"/>
              <a:pathLst>
                <a:path w="96" h="24">
                  <a:moveTo>
                    <a:pt x="96" y="8"/>
                  </a:moveTo>
                  <a:lnTo>
                    <a:pt x="88" y="16"/>
                  </a:lnTo>
                  <a:lnTo>
                    <a:pt x="72" y="16"/>
                  </a:lnTo>
                  <a:lnTo>
                    <a:pt x="56" y="16"/>
                  </a:lnTo>
                  <a:lnTo>
                    <a:pt x="40" y="24"/>
                  </a:lnTo>
                  <a:lnTo>
                    <a:pt x="24" y="24"/>
                  </a:lnTo>
                  <a:lnTo>
                    <a:pt x="16" y="24"/>
                  </a:lnTo>
                  <a:lnTo>
                    <a:pt x="0" y="24"/>
                  </a:lnTo>
                  <a:lnTo>
                    <a:pt x="0" y="8"/>
                  </a:lnTo>
                  <a:lnTo>
                    <a:pt x="16" y="8"/>
                  </a:lnTo>
                  <a:lnTo>
                    <a:pt x="32" y="8"/>
                  </a:lnTo>
                  <a:lnTo>
                    <a:pt x="48" y="8"/>
                  </a:lnTo>
                  <a:lnTo>
                    <a:pt x="56" y="0"/>
                  </a:lnTo>
                  <a:lnTo>
                    <a:pt x="64" y="0"/>
                  </a:lnTo>
                  <a:lnTo>
                    <a:pt x="72" y="0"/>
                  </a:lnTo>
                  <a:lnTo>
                    <a:pt x="80" y="0"/>
                  </a:lnTo>
                  <a:lnTo>
                    <a:pt x="88" y="0"/>
                  </a:lnTo>
                  <a:lnTo>
                    <a:pt x="96" y="8"/>
                  </a:lnTo>
                </a:path>
              </a:pathLst>
            </a:custGeom>
            <a:solidFill>
              <a:schemeClr val="tx1">
                <a:alpha val="100000"/>
              </a:schemeClr>
            </a:solidFill>
            <a:ln w="12700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686" name="Freeform 115"/>
            <p:cNvSpPr/>
            <p:nvPr/>
          </p:nvSpPr>
          <p:spPr>
            <a:xfrm>
              <a:off x="6977037" y="1577996"/>
              <a:ext cx="69231" cy="60420"/>
            </a:xfrm>
            <a:custGeom>
              <a:avLst/>
              <a:gdLst>
                <a:gd name="txL" fmla="*/ 0 w 55"/>
                <a:gd name="txT" fmla="*/ 0 h 48"/>
                <a:gd name="txR" fmla="*/ 55 w 55"/>
                <a:gd name="txB" fmla="*/ 48 h 48"/>
              </a:gdLst>
              <a:ahLst/>
              <a:cxnLst>
                <a:cxn ang="0">
                  <a:pos x="0" y="2147483647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2147483647" y="0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0" y="2147483647"/>
                </a:cxn>
                <a:cxn ang="0">
                  <a:pos x="0" y="2147483647"/>
                </a:cxn>
                <a:cxn ang="0">
                  <a:pos x="0" y="2147483647"/>
                </a:cxn>
              </a:cxnLst>
              <a:rect l="txL" t="txT" r="txR" b="txB"/>
              <a:pathLst>
                <a:path w="55" h="48">
                  <a:moveTo>
                    <a:pt x="0" y="8"/>
                  </a:moveTo>
                  <a:lnTo>
                    <a:pt x="0" y="0"/>
                  </a:lnTo>
                  <a:lnTo>
                    <a:pt x="8" y="0"/>
                  </a:lnTo>
                  <a:lnTo>
                    <a:pt x="24" y="8"/>
                  </a:lnTo>
                  <a:lnTo>
                    <a:pt x="32" y="8"/>
                  </a:lnTo>
                  <a:lnTo>
                    <a:pt x="39" y="16"/>
                  </a:lnTo>
                  <a:lnTo>
                    <a:pt x="47" y="24"/>
                  </a:lnTo>
                  <a:lnTo>
                    <a:pt x="55" y="32"/>
                  </a:lnTo>
                  <a:lnTo>
                    <a:pt x="55" y="40"/>
                  </a:lnTo>
                  <a:lnTo>
                    <a:pt x="47" y="48"/>
                  </a:lnTo>
                  <a:lnTo>
                    <a:pt x="39" y="48"/>
                  </a:lnTo>
                  <a:lnTo>
                    <a:pt x="32" y="40"/>
                  </a:lnTo>
                  <a:lnTo>
                    <a:pt x="24" y="32"/>
                  </a:lnTo>
                  <a:lnTo>
                    <a:pt x="8" y="24"/>
                  </a:lnTo>
                  <a:lnTo>
                    <a:pt x="0" y="8"/>
                  </a:lnTo>
                </a:path>
              </a:pathLst>
            </a:custGeom>
            <a:solidFill>
              <a:srgbClr val="C00000">
                <a:alpha val="100000"/>
              </a:srgbClr>
            </a:solidFill>
            <a:ln w="12700" cap="flat" cmpd="sng">
              <a:solidFill>
                <a:srgbClr val="C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69657" name="组合 143"/>
          <p:cNvGrpSpPr>
            <a:grpSpLocks noChangeAspect="1"/>
          </p:cNvGrpSpPr>
          <p:nvPr/>
        </p:nvGrpSpPr>
        <p:grpSpPr>
          <a:xfrm>
            <a:off x="7526338" y="4889500"/>
            <a:ext cx="341312" cy="342900"/>
            <a:chOff x="8920162" y="1501775"/>
            <a:chExt cx="454026" cy="454025"/>
          </a:xfrm>
        </p:grpSpPr>
        <p:sp>
          <p:nvSpPr>
            <p:cNvPr id="69674" name="Freeform 122"/>
            <p:cNvSpPr/>
            <p:nvPr/>
          </p:nvSpPr>
          <p:spPr>
            <a:xfrm>
              <a:off x="8970962" y="1501775"/>
              <a:ext cx="87313" cy="63500"/>
            </a:xfrm>
            <a:custGeom>
              <a:avLst/>
              <a:gdLst>
                <a:gd name="txL" fmla="*/ 0 w 55"/>
                <a:gd name="txT" fmla="*/ 0 h 40"/>
                <a:gd name="txR" fmla="*/ 55 w 55"/>
                <a:gd name="txB" fmla="*/ 40 h 40"/>
              </a:gdLst>
              <a:ahLst/>
              <a:cxnLst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0" y="0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</a:cxnLst>
              <a:rect l="txL" t="txT" r="txR" b="txB"/>
              <a:pathLst>
                <a:path w="55" h="40">
                  <a:moveTo>
                    <a:pt x="47" y="16"/>
                  </a:moveTo>
                  <a:lnTo>
                    <a:pt x="55" y="24"/>
                  </a:lnTo>
                  <a:lnTo>
                    <a:pt x="55" y="32"/>
                  </a:lnTo>
                  <a:lnTo>
                    <a:pt x="55" y="40"/>
                  </a:lnTo>
                  <a:lnTo>
                    <a:pt x="47" y="40"/>
                  </a:lnTo>
                  <a:lnTo>
                    <a:pt x="40" y="40"/>
                  </a:lnTo>
                  <a:lnTo>
                    <a:pt x="32" y="40"/>
                  </a:lnTo>
                  <a:lnTo>
                    <a:pt x="32" y="32"/>
                  </a:lnTo>
                  <a:lnTo>
                    <a:pt x="24" y="32"/>
                  </a:lnTo>
                  <a:lnTo>
                    <a:pt x="16" y="16"/>
                  </a:lnTo>
                  <a:lnTo>
                    <a:pt x="8" y="16"/>
                  </a:lnTo>
                  <a:lnTo>
                    <a:pt x="8" y="8"/>
                  </a:lnTo>
                  <a:lnTo>
                    <a:pt x="0" y="0"/>
                  </a:lnTo>
                  <a:lnTo>
                    <a:pt x="8" y="0"/>
                  </a:lnTo>
                  <a:lnTo>
                    <a:pt x="24" y="8"/>
                  </a:lnTo>
                  <a:lnTo>
                    <a:pt x="32" y="8"/>
                  </a:lnTo>
                  <a:lnTo>
                    <a:pt x="47" y="16"/>
                  </a:lnTo>
                </a:path>
              </a:pathLst>
            </a:custGeom>
            <a:solidFill>
              <a:srgbClr val="C00000">
                <a:alpha val="100000"/>
              </a:srgbClr>
            </a:solidFill>
            <a:ln w="12700" cap="flat" cmpd="sng">
              <a:solidFill>
                <a:srgbClr val="C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675" name="Freeform 123"/>
            <p:cNvSpPr/>
            <p:nvPr/>
          </p:nvSpPr>
          <p:spPr>
            <a:xfrm>
              <a:off x="8920162" y="1577975"/>
              <a:ext cx="63500" cy="339725"/>
            </a:xfrm>
            <a:custGeom>
              <a:avLst/>
              <a:gdLst>
                <a:gd name="txL" fmla="*/ 0 w 40"/>
                <a:gd name="txT" fmla="*/ 0 h 214"/>
                <a:gd name="txR" fmla="*/ 40 w 40"/>
                <a:gd name="txB" fmla="*/ 214 h 214"/>
              </a:gdLst>
              <a:ahLst/>
              <a:cxnLst>
                <a:cxn ang="0">
                  <a:pos x="2147483647" y="2147483647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0" y="2147483647"/>
                </a:cxn>
                <a:cxn ang="0">
                  <a:pos x="0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</a:cxnLst>
              <a:rect l="txL" t="txT" r="txR" b="txB"/>
              <a:pathLst>
                <a:path w="40" h="214">
                  <a:moveTo>
                    <a:pt x="8" y="8"/>
                  </a:moveTo>
                  <a:lnTo>
                    <a:pt x="8" y="0"/>
                  </a:lnTo>
                  <a:lnTo>
                    <a:pt x="16" y="0"/>
                  </a:lnTo>
                  <a:lnTo>
                    <a:pt x="24" y="8"/>
                  </a:lnTo>
                  <a:lnTo>
                    <a:pt x="40" y="16"/>
                  </a:lnTo>
                  <a:lnTo>
                    <a:pt x="40" y="24"/>
                  </a:lnTo>
                  <a:lnTo>
                    <a:pt x="40" y="31"/>
                  </a:lnTo>
                  <a:lnTo>
                    <a:pt x="40" y="47"/>
                  </a:lnTo>
                  <a:lnTo>
                    <a:pt x="32" y="55"/>
                  </a:lnTo>
                  <a:lnTo>
                    <a:pt x="32" y="79"/>
                  </a:lnTo>
                  <a:lnTo>
                    <a:pt x="32" y="103"/>
                  </a:lnTo>
                  <a:lnTo>
                    <a:pt x="32" y="127"/>
                  </a:lnTo>
                  <a:lnTo>
                    <a:pt x="32" y="151"/>
                  </a:lnTo>
                  <a:lnTo>
                    <a:pt x="32" y="167"/>
                  </a:lnTo>
                  <a:lnTo>
                    <a:pt x="24" y="182"/>
                  </a:lnTo>
                  <a:lnTo>
                    <a:pt x="24" y="198"/>
                  </a:lnTo>
                  <a:lnTo>
                    <a:pt x="24" y="206"/>
                  </a:lnTo>
                  <a:lnTo>
                    <a:pt x="24" y="214"/>
                  </a:lnTo>
                  <a:lnTo>
                    <a:pt x="16" y="214"/>
                  </a:lnTo>
                  <a:lnTo>
                    <a:pt x="8" y="206"/>
                  </a:lnTo>
                  <a:lnTo>
                    <a:pt x="8" y="190"/>
                  </a:lnTo>
                  <a:lnTo>
                    <a:pt x="0" y="190"/>
                  </a:lnTo>
                  <a:lnTo>
                    <a:pt x="0" y="182"/>
                  </a:lnTo>
                  <a:lnTo>
                    <a:pt x="8" y="174"/>
                  </a:lnTo>
                  <a:lnTo>
                    <a:pt x="8" y="167"/>
                  </a:lnTo>
                  <a:lnTo>
                    <a:pt x="8" y="159"/>
                  </a:lnTo>
                  <a:lnTo>
                    <a:pt x="8" y="135"/>
                  </a:lnTo>
                  <a:lnTo>
                    <a:pt x="16" y="111"/>
                  </a:lnTo>
                  <a:lnTo>
                    <a:pt x="16" y="103"/>
                  </a:lnTo>
                  <a:lnTo>
                    <a:pt x="16" y="87"/>
                  </a:lnTo>
                  <a:lnTo>
                    <a:pt x="16" y="71"/>
                  </a:lnTo>
                  <a:lnTo>
                    <a:pt x="16" y="55"/>
                  </a:lnTo>
                  <a:lnTo>
                    <a:pt x="16" y="39"/>
                  </a:lnTo>
                  <a:lnTo>
                    <a:pt x="16" y="24"/>
                  </a:lnTo>
                  <a:lnTo>
                    <a:pt x="8" y="16"/>
                  </a:lnTo>
                  <a:lnTo>
                    <a:pt x="8" y="8"/>
                  </a:lnTo>
                </a:path>
              </a:pathLst>
            </a:custGeom>
            <a:solidFill>
              <a:srgbClr val="C00000">
                <a:alpha val="100000"/>
              </a:srgbClr>
            </a:solidFill>
            <a:ln w="12700" cap="flat" cmpd="sng">
              <a:solidFill>
                <a:srgbClr val="C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676" name="Freeform 124"/>
            <p:cNvSpPr/>
            <p:nvPr/>
          </p:nvSpPr>
          <p:spPr>
            <a:xfrm>
              <a:off x="9109075" y="1514475"/>
              <a:ext cx="265113" cy="441325"/>
            </a:xfrm>
            <a:custGeom>
              <a:avLst/>
              <a:gdLst>
                <a:gd name="txL" fmla="*/ 0 w 167"/>
                <a:gd name="txT" fmla="*/ 0 h 278"/>
                <a:gd name="txR" fmla="*/ 167 w 167"/>
                <a:gd name="txB" fmla="*/ 278 h 278"/>
              </a:gdLst>
              <a:ahLst/>
              <a:cxnLst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0" y="2147483647"/>
                </a:cxn>
                <a:cxn ang="0">
                  <a:pos x="0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0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</a:cxnLst>
              <a:rect l="txL" t="txT" r="txR" b="txB"/>
              <a:pathLst>
                <a:path w="167" h="278">
                  <a:moveTo>
                    <a:pt x="159" y="56"/>
                  </a:moveTo>
                  <a:lnTo>
                    <a:pt x="159" y="71"/>
                  </a:lnTo>
                  <a:lnTo>
                    <a:pt x="159" y="87"/>
                  </a:lnTo>
                  <a:lnTo>
                    <a:pt x="159" y="111"/>
                  </a:lnTo>
                  <a:lnTo>
                    <a:pt x="159" y="143"/>
                  </a:lnTo>
                  <a:lnTo>
                    <a:pt x="159" y="167"/>
                  </a:lnTo>
                  <a:lnTo>
                    <a:pt x="159" y="191"/>
                  </a:lnTo>
                  <a:lnTo>
                    <a:pt x="159" y="214"/>
                  </a:lnTo>
                  <a:lnTo>
                    <a:pt x="159" y="230"/>
                  </a:lnTo>
                  <a:lnTo>
                    <a:pt x="159" y="246"/>
                  </a:lnTo>
                  <a:lnTo>
                    <a:pt x="159" y="254"/>
                  </a:lnTo>
                  <a:lnTo>
                    <a:pt x="159" y="262"/>
                  </a:lnTo>
                  <a:lnTo>
                    <a:pt x="151" y="270"/>
                  </a:lnTo>
                  <a:lnTo>
                    <a:pt x="143" y="278"/>
                  </a:lnTo>
                  <a:lnTo>
                    <a:pt x="135" y="278"/>
                  </a:lnTo>
                  <a:lnTo>
                    <a:pt x="127" y="270"/>
                  </a:lnTo>
                  <a:lnTo>
                    <a:pt x="127" y="262"/>
                  </a:lnTo>
                  <a:lnTo>
                    <a:pt x="119" y="254"/>
                  </a:lnTo>
                  <a:lnTo>
                    <a:pt x="111" y="254"/>
                  </a:lnTo>
                  <a:lnTo>
                    <a:pt x="103" y="246"/>
                  </a:lnTo>
                  <a:lnTo>
                    <a:pt x="96" y="238"/>
                  </a:lnTo>
                  <a:lnTo>
                    <a:pt x="88" y="238"/>
                  </a:lnTo>
                  <a:lnTo>
                    <a:pt x="88" y="230"/>
                  </a:lnTo>
                  <a:lnTo>
                    <a:pt x="96" y="230"/>
                  </a:lnTo>
                  <a:lnTo>
                    <a:pt x="111" y="230"/>
                  </a:lnTo>
                  <a:lnTo>
                    <a:pt x="119" y="230"/>
                  </a:lnTo>
                  <a:lnTo>
                    <a:pt x="127" y="230"/>
                  </a:lnTo>
                  <a:lnTo>
                    <a:pt x="135" y="230"/>
                  </a:lnTo>
                  <a:lnTo>
                    <a:pt x="135" y="222"/>
                  </a:lnTo>
                  <a:lnTo>
                    <a:pt x="135" y="214"/>
                  </a:lnTo>
                  <a:lnTo>
                    <a:pt x="135" y="207"/>
                  </a:lnTo>
                  <a:lnTo>
                    <a:pt x="135" y="183"/>
                  </a:lnTo>
                  <a:lnTo>
                    <a:pt x="135" y="167"/>
                  </a:lnTo>
                  <a:lnTo>
                    <a:pt x="135" y="143"/>
                  </a:lnTo>
                  <a:lnTo>
                    <a:pt x="135" y="111"/>
                  </a:lnTo>
                  <a:lnTo>
                    <a:pt x="135" y="87"/>
                  </a:lnTo>
                  <a:lnTo>
                    <a:pt x="135" y="64"/>
                  </a:lnTo>
                  <a:lnTo>
                    <a:pt x="135" y="40"/>
                  </a:lnTo>
                  <a:lnTo>
                    <a:pt x="127" y="32"/>
                  </a:lnTo>
                  <a:lnTo>
                    <a:pt x="127" y="24"/>
                  </a:lnTo>
                  <a:lnTo>
                    <a:pt x="119" y="24"/>
                  </a:lnTo>
                  <a:lnTo>
                    <a:pt x="111" y="24"/>
                  </a:lnTo>
                  <a:lnTo>
                    <a:pt x="103" y="24"/>
                  </a:lnTo>
                  <a:lnTo>
                    <a:pt x="96" y="24"/>
                  </a:lnTo>
                  <a:lnTo>
                    <a:pt x="80" y="24"/>
                  </a:lnTo>
                  <a:lnTo>
                    <a:pt x="64" y="32"/>
                  </a:lnTo>
                  <a:lnTo>
                    <a:pt x="48" y="32"/>
                  </a:lnTo>
                  <a:lnTo>
                    <a:pt x="32" y="32"/>
                  </a:lnTo>
                  <a:lnTo>
                    <a:pt x="24" y="32"/>
                  </a:lnTo>
                  <a:lnTo>
                    <a:pt x="16" y="32"/>
                  </a:lnTo>
                  <a:lnTo>
                    <a:pt x="8" y="32"/>
                  </a:lnTo>
                  <a:lnTo>
                    <a:pt x="0" y="24"/>
                  </a:lnTo>
                  <a:lnTo>
                    <a:pt x="0" y="16"/>
                  </a:lnTo>
                  <a:lnTo>
                    <a:pt x="8" y="16"/>
                  </a:lnTo>
                  <a:lnTo>
                    <a:pt x="16" y="16"/>
                  </a:lnTo>
                  <a:lnTo>
                    <a:pt x="24" y="16"/>
                  </a:lnTo>
                  <a:lnTo>
                    <a:pt x="32" y="16"/>
                  </a:lnTo>
                  <a:lnTo>
                    <a:pt x="48" y="16"/>
                  </a:lnTo>
                  <a:lnTo>
                    <a:pt x="72" y="16"/>
                  </a:lnTo>
                  <a:lnTo>
                    <a:pt x="88" y="8"/>
                  </a:lnTo>
                  <a:lnTo>
                    <a:pt x="103" y="8"/>
                  </a:lnTo>
                  <a:lnTo>
                    <a:pt x="111" y="8"/>
                  </a:lnTo>
                  <a:lnTo>
                    <a:pt x="119" y="0"/>
                  </a:lnTo>
                  <a:lnTo>
                    <a:pt x="127" y="0"/>
                  </a:lnTo>
                  <a:lnTo>
                    <a:pt x="135" y="8"/>
                  </a:lnTo>
                  <a:lnTo>
                    <a:pt x="151" y="8"/>
                  </a:lnTo>
                  <a:lnTo>
                    <a:pt x="159" y="16"/>
                  </a:lnTo>
                  <a:lnTo>
                    <a:pt x="167" y="24"/>
                  </a:lnTo>
                  <a:lnTo>
                    <a:pt x="167" y="32"/>
                  </a:lnTo>
                  <a:lnTo>
                    <a:pt x="159" y="40"/>
                  </a:lnTo>
                  <a:lnTo>
                    <a:pt x="159" y="48"/>
                  </a:lnTo>
                  <a:lnTo>
                    <a:pt x="159" y="56"/>
                  </a:lnTo>
                </a:path>
              </a:pathLst>
            </a:custGeom>
            <a:solidFill>
              <a:srgbClr val="C00000">
                <a:alpha val="100000"/>
              </a:srgbClr>
            </a:solidFill>
            <a:ln w="12700" cap="flat" cmpd="sng">
              <a:solidFill>
                <a:srgbClr val="C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677" name="Freeform 125"/>
            <p:cNvSpPr/>
            <p:nvPr/>
          </p:nvSpPr>
          <p:spPr>
            <a:xfrm>
              <a:off x="9045575" y="1639888"/>
              <a:ext cx="38100" cy="190500"/>
            </a:xfrm>
            <a:custGeom>
              <a:avLst/>
              <a:gdLst>
                <a:gd name="txL" fmla="*/ 0 w 24"/>
                <a:gd name="txT" fmla="*/ 0 h 120"/>
                <a:gd name="txR" fmla="*/ 24 w 24"/>
                <a:gd name="txB" fmla="*/ 120 h 120"/>
              </a:gdLst>
              <a:ahLst/>
              <a:cxnLst>
                <a:cxn ang="0">
                  <a:pos x="0" y="2147483647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0" y="2147483647"/>
                </a:cxn>
                <a:cxn ang="0">
                  <a:pos x="0" y="2147483647"/>
                </a:cxn>
              </a:cxnLst>
              <a:rect l="txL" t="txT" r="txR" b="txB"/>
              <a:pathLst>
                <a:path w="24" h="120">
                  <a:moveTo>
                    <a:pt x="0" y="8"/>
                  </a:moveTo>
                  <a:lnTo>
                    <a:pt x="0" y="0"/>
                  </a:lnTo>
                  <a:lnTo>
                    <a:pt x="16" y="0"/>
                  </a:lnTo>
                  <a:lnTo>
                    <a:pt x="24" y="0"/>
                  </a:lnTo>
                  <a:lnTo>
                    <a:pt x="24" y="32"/>
                  </a:lnTo>
                  <a:lnTo>
                    <a:pt x="24" y="48"/>
                  </a:lnTo>
                  <a:lnTo>
                    <a:pt x="24" y="72"/>
                  </a:lnTo>
                  <a:lnTo>
                    <a:pt x="24" y="88"/>
                  </a:lnTo>
                  <a:lnTo>
                    <a:pt x="24" y="96"/>
                  </a:lnTo>
                  <a:lnTo>
                    <a:pt x="24" y="104"/>
                  </a:lnTo>
                  <a:lnTo>
                    <a:pt x="24" y="112"/>
                  </a:lnTo>
                  <a:lnTo>
                    <a:pt x="24" y="120"/>
                  </a:lnTo>
                  <a:lnTo>
                    <a:pt x="16" y="120"/>
                  </a:lnTo>
                  <a:lnTo>
                    <a:pt x="8" y="112"/>
                  </a:lnTo>
                  <a:lnTo>
                    <a:pt x="8" y="96"/>
                  </a:lnTo>
                  <a:lnTo>
                    <a:pt x="8" y="72"/>
                  </a:lnTo>
                  <a:lnTo>
                    <a:pt x="8" y="48"/>
                  </a:lnTo>
                  <a:lnTo>
                    <a:pt x="8" y="32"/>
                  </a:lnTo>
                  <a:lnTo>
                    <a:pt x="8" y="16"/>
                  </a:lnTo>
                  <a:lnTo>
                    <a:pt x="0" y="8"/>
                  </a:lnTo>
                </a:path>
              </a:pathLst>
            </a:custGeom>
            <a:solidFill>
              <a:schemeClr val="tx1">
                <a:alpha val="100000"/>
              </a:schemeClr>
            </a:solidFill>
            <a:ln w="12700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678" name="Freeform 126"/>
            <p:cNvSpPr/>
            <p:nvPr/>
          </p:nvSpPr>
          <p:spPr>
            <a:xfrm>
              <a:off x="9070975" y="1627188"/>
              <a:ext cx="165100" cy="215900"/>
            </a:xfrm>
            <a:custGeom>
              <a:avLst/>
              <a:gdLst>
                <a:gd name="txL" fmla="*/ 0 w 104"/>
                <a:gd name="txT" fmla="*/ 0 h 136"/>
                <a:gd name="txR" fmla="*/ 104 w 104"/>
                <a:gd name="txB" fmla="*/ 136 h 136"/>
              </a:gdLst>
              <a:ahLst/>
              <a:cxnLst>
                <a:cxn ang="0">
                  <a:pos x="0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0" y="2147483647"/>
                </a:cxn>
                <a:cxn ang="0">
                  <a:pos x="0" y="2147483647"/>
                </a:cxn>
                <a:cxn ang="0">
                  <a:pos x="0" y="2147483647"/>
                </a:cxn>
              </a:cxnLst>
              <a:rect l="txL" t="txT" r="txR" b="txB"/>
              <a:pathLst>
                <a:path w="104" h="136">
                  <a:moveTo>
                    <a:pt x="0" y="8"/>
                  </a:moveTo>
                  <a:lnTo>
                    <a:pt x="24" y="8"/>
                  </a:lnTo>
                  <a:lnTo>
                    <a:pt x="40" y="8"/>
                  </a:lnTo>
                  <a:lnTo>
                    <a:pt x="56" y="0"/>
                  </a:lnTo>
                  <a:lnTo>
                    <a:pt x="64" y="0"/>
                  </a:lnTo>
                  <a:lnTo>
                    <a:pt x="72" y="0"/>
                  </a:lnTo>
                  <a:lnTo>
                    <a:pt x="80" y="0"/>
                  </a:lnTo>
                  <a:lnTo>
                    <a:pt x="96" y="0"/>
                  </a:lnTo>
                  <a:lnTo>
                    <a:pt x="104" y="8"/>
                  </a:lnTo>
                  <a:lnTo>
                    <a:pt x="104" y="16"/>
                  </a:lnTo>
                  <a:lnTo>
                    <a:pt x="104" y="24"/>
                  </a:lnTo>
                  <a:lnTo>
                    <a:pt x="96" y="24"/>
                  </a:lnTo>
                  <a:lnTo>
                    <a:pt x="96" y="32"/>
                  </a:lnTo>
                  <a:lnTo>
                    <a:pt x="96" y="48"/>
                  </a:lnTo>
                  <a:lnTo>
                    <a:pt x="96" y="72"/>
                  </a:lnTo>
                  <a:lnTo>
                    <a:pt x="96" y="88"/>
                  </a:lnTo>
                  <a:lnTo>
                    <a:pt x="96" y="104"/>
                  </a:lnTo>
                  <a:lnTo>
                    <a:pt x="96" y="120"/>
                  </a:lnTo>
                  <a:lnTo>
                    <a:pt x="88" y="128"/>
                  </a:lnTo>
                  <a:lnTo>
                    <a:pt x="88" y="136"/>
                  </a:lnTo>
                  <a:lnTo>
                    <a:pt x="80" y="136"/>
                  </a:lnTo>
                  <a:lnTo>
                    <a:pt x="80" y="128"/>
                  </a:lnTo>
                  <a:lnTo>
                    <a:pt x="80" y="112"/>
                  </a:lnTo>
                  <a:lnTo>
                    <a:pt x="80" y="104"/>
                  </a:lnTo>
                  <a:lnTo>
                    <a:pt x="80" y="88"/>
                  </a:lnTo>
                  <a:lnTo>
                    <a:pt x="80" y="72"/>
                  </a:lnTo>
                  <a:lnTo>
                    <a:pt x="80" y="56"/>
                  </a:lnTo>
                  <a:lnTo>
                    <a:pt x="80" y="48"/>
                  </a:lnTo>
                  <a:lnTo>
                    <a:pt x="80" y="40"/>
                  </a:lnTo>
                  <a:lnTo>
                    <a:pt x="80" y="32"/>
                  </a:lnTo>
                  <a:lnTo>
                    <a:pt x="72" y="24"/>
                  </a:lnTo>
                  <a:lnTo>
                    <a:pt x="72" y="16"/>
                  </a:lnTo>
                  <a:lnTo>
                    <a:pt x="64" y="16"/>
                  </a:lnTo>
                  <a:lnTo>
                    <a:pt x="48" y="16"/>
                  </a:lnTo>
                  <a:lnTo>
                    <a:pt x="24" y="24"/>
                  </a:lnTo>
                  <a:lnTo>
                    <a:pt x="0" y="24"/>
                  </a:lnTo>
                  <a:lnTo>
                    <a:pt x="0" y="8"/>
                  </a:lnTo>
                </a:path>
              </a:pathLst>
            </a:custGeom>
            <a:solidFill>
              <a:schemeClr val="tx1">
                <a:alpha val="100000"/>
              </a:schemeClr>
            </a:solidFill>
            <a:ln w="12700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679" name="Freeform 127"/>
            <p:cNvSpPr/>
            <p:nvPr/>
          </p:nvSpPr>
          <p:spPr>
            <a:xfrm>
              <a:off x="9070975" y="1703388"/>
              <a:ext cx="101600" cy="25400"/>
            </a:xfrm>
            <a:custGeom>
              <a:avLst/>
              <a:gdLst>
                <a:gd name="txL" fmla="*/ 0 w 64"/>
                <a:gd name="txT" fmla="*/ 0 h 16"/>
                <a:gd name="txR" fmla="*/ 64 w 64"/>
                <a:gd name="txB" fmla="*/ 16 h 16"/>
              </a:gdLst>
              <a:ahLst/>
              <a:cxnLst>
                <a:cxn ang="0">
                  <a:pos x="2147483647" y="2147483647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0" y="2147483647"/>
                </a:cxn>
                <a:cxn ang="0">
                  <a:pos x="0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</a:cxnLst>
              <a:rect l="txL" t="txT" r="txR" b="txB"/>
              <a:pathLst>
                <a:path w="64" h="16">
                  <a:moveTo>
                    <a:pt x="24" y="8"/>
                  </a:moveTo>
                  <a:lnTo>
                    <a:pt x="32" y="0"/>
                  </a:lnTo>
                  <a:lnTo>
                    <a:pt x="48" y="0"/>
                  </a:lnTo>
                  <a:lnTo>
                    <a:pt x="56" y="0"/>
                  </a:lnTo>
                  <a:lnTo>
                    <a:pt x="64" y="8"/>
                  </a:lnTo>
                  <a:lnTo>
                    <a:pt x="56" y="8"/>
                  </a:lnTo>
                  <a:lnTo>
                    <a:pt x="48" y="16"/>
                  </a:lnTo>
                  <a:lnTo>
                    <a:pt x="40" y="16"/>
                  </a:lnTo>
                  <a:lnTo>
                    <a:pt x="32" y="16"/>
                  </a:lnTo>
                  <a:lnTo>
                    <a:pt x="16" y="16"/>
                  </a:lnTo>
                  <a:lnTo>
                    <a:pt x="0" y="16"/>
                  </a:lnTo>
                  <a:lnTo>
                    <a:pt x="0" y="8"/>
                  </a:lnTo>
                  <a:lnTo>
                    <a:pt x="8" y="8"/>
                  </a:lnTo>
                  <a:lnTo>
                    <a:pt x="24" y="8"/>
                  </a:lnTo>
                </a:path>
              </a:pathLst>
            </a:custGeom>
            <a:solidFill>
              <a:schemeClr val="tx1">
                <a:alpha val="100000"/>
              </a:schemeClr>
            </a:solidFill>
            <a:ln w="12700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680" name="Freeform 128"/>
            <p:cNvSpPr/>
            <p:nvPr/>
          </p:nvSpPr>
          <p:spPr>
            <a:xfrm>
              <a:off x="9070975" y="1792288"/>
              <a:ext cx="139700" cy="12700"/>
            </a:xfrm>
            <a:custGeom>
              <a:avLst/>
              <a:gdLst>
                <a:gd name="txL" fmla="*/ 0 w 88"/>
                <a:gd name="txT" fmla="*/ 0 h 8"/>
                <a:gd name="txR" fmla="*/ 88 w 88"/>
                <a:gd name="txB" fmla="*/ 8 h 8"/>
              </a:gdLst>
              <a:ahLst/>
              <a:cxnLst>
                <a:cxn ang="0">
                  <a:pos x="2147483647" y="0"/>
                </a:cxn>
                <a:cxn ang="0">
                  <a:pos x="2147483647" y="2147483647"/>
                </a:cxn>
                <a:cxn ang="0">
                  <a:pos x="0" y="2147483647"/>
                </a:cxn>
                <a:cxn ang="0">
                  <a:pos x="0" y="0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0"/>
                </a:cxn>
              </a:cxnLst>
              <a:rect l="txL" t="txT" r="txR" b="txB"/>
              <a:pathLst>
                <a:path w="88" h="8">
                  <a:moveTo>
                    <a:pt x="88" y="0"/>
                  </a:moveTo>
                  <a:lnTo>
                    <a:pt x="88" y="8"/>
                  </a:lnTo>
                  <a:lnTo>
                    <a:pt x="0" y="8"/>
                  </a:lnTo>
                  <a:lnTo>
                    <a:pt x="0" y="0"/>
                  </a:lnTo>
                  <a:lnTo>
                    <a:pt x="24" y="0"/>
                  </a:lnTo>
                  <a:lnTo>
                    <a:pt x="40" y="0"/>
                  </a:lnTo>
                  <a:lnTo>
                    <a:pt x="48" y="0"/>
                  </a:lnTo>
                  <a:lnTo>
                    <a:pt x="56" y="0"/>
                  </a:lnTo>
                  <a:lnTo>
                    <a:pt x="72" y="0"/>
                  </a:lnTo>
                  <a:lnTo>
                    <a:pt x="88" y="0"/>
                  </a:lnTo>
                </a:path>
              </a:pathLst>
            </a:custGeom>
            <a:solidFill>
              <a:schemeClr val="tx1">
                <a:alpha val="100000"/>
              </a:schemeClr>
            </a:solidFill>
            <a:ln w="12700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69658" name="组合 155"/>
          <p:cNvGrpSpPr/>
          <p:nvPr/>
        </p:nvGrpSpPr>
        <p:grpSpPr>
          <a:xfrm>
            <a:off x="1225550" y="4719638"/>
            <a:ext cx="349250" cy="360362"/>
            <a:chOff x="7837696" y="1507507"/>
            <a:chExt cx="349931" cy="360000"/>
          </a:xfrm>
        </p:grpSpPr>
        <p:sp>
          <p:nvSpPr>
            <p:cNvPr id="69671" name="Freeform 110"/>
            <p:cNvSpPr/>
            <p:nvPr/>
          </p:nvSpPr>
          <p:spPr>
            <a:xfrm>
              <a:off x="7837696" y="1567927"/>
              <a:ext cx="40280" cy="289510"/>
            </a:xfrm>
            <a:custGeom>
              <a:avLst/>
              <a:gdLst>
                <a:gd name="txL" fmla="*/ 0 w 32"/>
                <a:gd name="txT" fmla="*/ 0 h 230"/>
                <a:gd name="txR" fmla="*/ 32 w 32"/>
                <a:gd name="txB" fmla="*/ 230 h 230"/>
              </a:gdLst>
              <a:ahLst/>
              <a:cxnLst>
                <a:cxn ang="0">
                  <a:pos x="0" y="2147483647"/>
                </a:cxn>
                <a:cxn ang="0">
                  <a:pos x="0" y="2147483647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2147483647" y="0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0" y="2147483647"/>
                </a:cxn>
                <a:cxn ang="0">
                  <a:pos x="0" y="2147483647"/>
                </a:cxn>
                <a:cxn ang="0">
                  <a:pos x="0" y="2147483647"/>
                </a:cxn>
                <a:cxn ang="0">
                  <a:pos x="0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0" y="2147483647"/>
                </a:cxn>
                <a:cxn ang="0">
                  <a:pos x="0" y="2147483647"/>
                </a:cxn>
                <a:cxn ang="0">
                  <a:pos x="0" y="2147483647"/>
                </a:cxn>
              </a:cxnLst>
              <a:rect l="txL" t="txT" r="txR" b="txB"/>
              <a:pathLst>
                <a:path w="32" h="230">
                  <a:moveTo>
                    <a:pt x="0" y="8"/>
                  </a:moveTo>
                  <a:lnTo>
                    <a:pt x="0" y="8"/>
                  </a:lnTo>
                  <a:lnTo>
                    <a:pt x="0" y="0"/>
                  </a:lnTo>
                  <a:lnTo>
                    <a:pt x="8" y="0"/>
                  </a:lnTo>
                  <a:lnTo>
                    <a:pt x="24" y="8"/>
                  </a:lnTo>
                  <a:lnTo>
                    <a:pt x="32" y="16"/>
                  </a:lnTo>
                  <a:lnTo>
                    <a:pt x="32" y="31"/>
                  </a:lnTo>
                  <a:lnTo>
                    <a:pt x="32" y="47"/>
                  </a:lnTo>
                  <a:lnTo>
                    <a:pt x="32" y="63"/>
                  </a:lnTo>
                  <a:lnTo>
                    <a:pt x="32" y="79"/>
                  </a:lnTo>
                  <a:lnTo>
                    <a:pt x="32" y="111"/>
                  </a:lnTo>
                  <a:lnTo>
                    <a:pt x="32" y="135"/>
                  </a:lnTo>
                  <a:lnTo>
                    <a:pt x="32" y="159"/>
                  </a:lnTo>
                  <a:lnTo>
                    <a:pt x="24" y="182"/>
                  </a:lnTo>
                  <a:lnTo>
                    <a:pt x="24" y="198"/>
                  </a:lnTo>
                  <a:lnTo>
                    <a:pt x="24" y="214"/>
                  </a:lnTo>
                  <a:lnTo>
                    <a:pt x="24" y="222"/>
                  </a:lnTo>
                  <a:lnTo>
                    <a:pt x="24" y="230"/>
                  </a:lnTo>
                  <a:lnTo>
                    <a:pt x="16" y="230"/>
                  </a:lnTo>
                  <a:lnTo>
                    <a:pt x="16" y="222"/>
                  </a:lnTo>
                  <a:lnTo>
                    <a:pt x="8" y="222"/>
                  </a:lnTo>
                  <a:lnTo>
                    <a:pt x="8" y="214"/>
                  </a:lnTo>
                  <a:lnTo>
                    <a:pt x="0" y="198"/>
                  </a:lnTo>
                  <a:lnTo>
                    <a:pt x="0" y="190"/>
                  </a:lnTo>
                  <a:lnTo>
                    <a:pt x="0" y="182"/>
                  </a:lnTo>
                  <a:lnTo>
                    <a:pt x="8" y="174"/>
                  </a:lnTo>
                  <a:lnTo>
                    <a:pt x="8" y="159"/>
                  </a:lnTo>
                  <a:lnTo>
                    <a:pt x="8" y="127"/>
                  </a:lnTo>
                  <a:lnTo>
                    <a:pt x="8" y="95"/>
                  </a:lnTo>
                  <a:lnTo>
                    <a:pt x="8" y="71"/>
                  </a:lnTo>
                  <a:lnTo>
                    <a:pt x="8" y="55"/>
                  </a:lnTo>
                  <a:lnTo>
                    <a:pt x="8" y="47"/>
                  </a:lnTo>
                  <a:lnTo>
                    <a:pt x="8" y="31"/>
                  </a:lnTo>
                  <a:lnTo>
                    <a:pt x="8" y="24"/>
                  </a:lnTo>
                  <a:lnTo>
                    <a:pt x="8" y="16"/>
                  </a:lnTo>
                  <a:lnTo>
                    <a:pt x="0" y="16"/>
                  </a:lnTo>
                  <a:lnTo>
                    <a:pt x="0" y="8"/>
                  </a:lnTo>
                </a:path>
              </a:pathLst>
            </a:custGeom>
            <a:solidFill>
              <a:srgbClr val="C00000">
                <a:alpha val="100000"/>
              </a:srgbClr>
            </a:solidFill>
            <a:ln w="12700" cap="flat" cmpd="sng">
              <a:solidFill>
                <a:srgbClr val="C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672" name="Freeform 111"/>
            <p:cNvSpPr/>
            <p:nvPr/>
          </p:nvSpPr>
          <p:spPr>
            <a:xfrm>
              <a:off x="7977417" y="1507507"/>
              <a:ext cx="210210" cy="360000"/>
            </a:xfrm>
            <a:custGeom>
              <a:avLst/>
              <a:gdLst>
                <a:gd name="txL" fmla="*/ 0 w 167"/>
                <a:gd name="txT" fmla="*/ 0 h 286"/>
                <a:gd name="txR" fmla="*/ 167 w 167"/>
                <a:gd name="txB" fmla="*/ 286 h 286"/>
              </a:gdLst>
              <a:ahLst/>
              <a:cxnLst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0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</a:cxnLst>
              <a:rect l="txL" t="txT" r="txR" b="txB"/>
              <a:pathLst>
                <a:path w="167" h="286">
                  <a:moveTo>
                    <a:pt x="159" y="278"/>
                  </a:moveTo>
                  <a:lnTo>
                    <a:pt x="151" y="286"/>
                  </a:lnTo>
                  <a:lnTo>
                    <a:pt x="143" y="286"/>
                  </a:lnTo>
                  <a:lnTo>
                    <a:pt x="135" y="286"/>
                  </a:lnTo>
                  <a:lnTo>
                    <a:pt x="135" y="278"/>
                  </a:lnTo>
                  <a:lnTo>
                    <a:pt x="127" y="270"/>
                  </a:lnTo>
                  <a:lnTo>
                    <a:pt x="127" y="262"/>
                  </a:lnTo>
                  <a:lnTo>
                    <a:pt x="119" y="254"/>
                  </a:lnTo>
                  <a:lnTo>
                    <a:pt x="111" y="254"/>
                  </a:lnTo>
                  <a:lnTo>
                    <a:pt x="103" y="246"/>
                  </a:lnTo>
                  <a:lnTo>
                    <a:pt x="96" y="238"/>
                  </a:lnTo>
                  <a:lnTo>
                    <a:pt x="96" y="230"/>
                  </a:lnTo>
                  <a:lnTo>
                    <a:pt x="103" y="230"/>
                  </a:lnTo>
                  <a:lnTo>
                    <a:pt x="111" y="238"/>
                  </a:lnTo>
                  <a:lnTo>
                    <a:pt x="119" y="238"/>
                  </a:lnTo>
                  <a:lnTo>
                    <a:pt x="127" y="238"/>
                  </a:lnTo>
                  <a:lnTo>
                    <a:pt x="135" y="238"/>
                  </a:lnTo>
                  <a:lnTo>
                    <a:pt x="143" y="238"/>
                  </a:lnTo>
                  <a:lnTo>
                    <a:pt x="143" y="230"/>
                  </a:lnTo>
                  <a:lnTo>
                    <a:pt x="143" y="222"/>
                  </a:lnTo>
                  <a:lnTo>
                    <a:pt x="143" y="215"/>
                  </a:lnTo>
                  <a:lnTo>
                    <a:pt x="143" y="199"/>
                  </a:lnTo>
                  <a:lnTo>
                    <a:pt x="143" y="167"/>
                  </a:lnTo>
                  <a:lnTo>
                    <a:pt x="143" y="127"/>
                  </a:lnTo>
                  <a:lnTo>
                    <a:pt x="143" y="95"/>
                  </a:lnTo>
                  <a:lnTo>
                    <a:pt x="135" y="64"/>
                  </a:lnTo>
                  <a:lnTo>
                    <a:pt x="135" y="48"/>
                  </a:lnTo>
                  <a:lnTo>
                    <a:pt x="135" y="40"/>
                  </a:lnTo>
                  <a:lnTo>
                    <a:pt x="135" y="32"/>
                  </a:lnTo>
                  <a:lnTo>
                    <a:pt x="127" y="24"/>
                  </a:lnTo>
                  <a:lnTo>
                    <a:pt x="119" y="24"/>
                  </a:lnTo>
                  <a:lnTo>
                    <a:pt x="111" y="24"/>
                  </a:lnTo>
                  <a:lnTo>
                    <a:pt x="88" y="32"/>
                  </a:lnTo>
                  <a:lnTo>
                    <a:pt x="64" y="32"/>
                  </a:lnTo>
                  <a:lnTo>
                    <a:pt x="56" y="32"/>
                  </a:lnTo>
                  <a:lnTo>
                    <a:pt x="40" y="32"/>
                  </a:lnTo>
                  <a:lnTo>
                    <a:pt x="32" y="32"/>
                  </a:lnTo>
                  <a:lnTo>
                    <a:pt x="24" y="32"/>
                  </a:lnTo>
                  <a:lnTo>
                    <a:pt x="16" y="32"/>
                  </a:lnTo>
                  <a:lnTo>
                    <a:pt x="8" y="32"/>
                  </a:lnTo>
                  <a:lnTo>
                    <a:pt x="0" y="24"/>
                  </a:lnTo>
                  <a:lnTo>
                    <a:pt x="16" y="24"/>
                  </a:lnTo>
                  <a:lnTo>
                    <a:pt x="32" y="24"/>
                  </a:lnTo>
                  <a:lnTo>
                    <a:pt x="48" y="16"/>
                  </a:lnTo>
                  <a:lnTo>
                    <a:pt x="56" y="16"/>
                  </a:lnTo>
                  <a:lnTo>
                    <a:pt x="96" y="16"/>
                  </a:lnTo>
                  <a:lnTo>
                    <a:pt x="111" y="8"/>
                  </a:lnTo>
                  <a:lnTo>
                    <a:pt x="119" y="8"/>
                  </a:lnTo>
                  <a:lnTo>
                    <a:pt x="127" y="0"/>
                  </a:lnTo>
                  <a:lnTo>
                    <a:pt x="135" y="0"/>
                  </a:lnTo>
                  <a:lnTo>
                    <a:pt x="135" y="8"/>
                  </a:lnTo>
                  <a:lnTo>
                    <a:pt x="151" y="8"/>
                  </a:lnTo>
                  <a:lnTo>
                    <a:pt x="159" y="16"/>
                  </a:lnTo>
                  <a:lnTo>
                    <a:pt x="167" y="16"/>
                  </a:lnTo>
                  <a:lnTo>
                    <a:pt x="167" y="24"/>
                  </a:lnTo>
                  <a:lnTo>
                    <a:pt x="167" y="32"/>
                  </a:lnTo>
                  <a:lnTo>
                    <a:pt x="159" y="32"/>
                  </a:lnTo>
                  <a:lnTo>
                    <a:pt x="159" y="40"/>
                  </a:lnTo>
                  <a:lnTo>
                    <a:pt x="159" y="48"/>
                  </a:lnTo>
                  <a:lnTo>
                    <a:pt x="159" y="56"/>
                  </a:lnTo>
                  <a:lnTo>
                    <a:pt x="159" y="72"/>
                  </a:lnTo>
                  <a:lnTo>
                    <a:pt x="159" y="95"/>
                  </a:lnTo>
                  <a:lnTo>
                    <a:pt x="167" y="119"/>
                  </a:lnTo>
                  <a:lnTo>
                    <a:pt x="167" y="151"/>
                  </a:lnTo>
                  <a:lnTo>
                    <a:pt x="167" y="191"/>
                  </a:lnTo>
                  <a:lnTo>
                    <a:pt x="167" y="215"/>
                  </a:lnTo>
                  <a:lnTo>
                    <a:pt x="167" y="230"/>
                  </a:lnTo>
                  <a:lnTo>
                    <a:pt x="167" y="246"/>
                  </a:lnTo>
                  <a:lnTo>
                    <a:pt x="159" y="262"/>
                  </a:lnTo>
                  <a:lnTo>
                    <a:pt x="159" y="278"/>
                  </a:lnTo>
                </a:path>
              </a:pathLst>
            </a:custGeom>
            <a:solidFill>
              <a:srgbClr val="C00000">
                <a:alpha val="100000"/>
              </a:srgbClr>
            </a:solidFill>
            <a:ln w="12700" cap="flat" cmpd="sng">
              <a:solidFill>
                <a:srgbClr val="C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673" name="Freeform 115"/>
            <p:cNvSpPr/>
            <p:nvPr/>
          </p:nvSpPr>
          <p:spPr>
            <a:xfrm>
              <a:off x="7877976" y="1507507"/>
              <a:ext cx="69231" cy="60420"/>
            </a:xfrm>
            <a:custGeom>
              <a:avLst/>
              <a:gdLst>
                <a:gd name="txL" fmla="*/ 0 w 55"/>
                <a:gd name="txT" fmla="*/ 0 h 48"/>
                <a:gd name="txR" fmla="*/ 55 w 55"/>
                <a:gd name="txB" fmla="*/ 48 h 48"/>
              </a:gdLst>
              <a:ahLst/>
              <a:cxnLst>
                <a:cxn ang="0">
                  <a:pos x="0" y="2147483647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2147483647" y="0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0" y="2147483647"/>
                </a:cxn>
                <a:cxn ang="0">
                  <a:pos x="0" y="2147483647"/>
                </a:cxn>
                <a:cxn ang="0">
                  <a:pos x="0" y="2147483647"/>
                </a:cxn>
              </a:cxnLst>
              <a:rect l="txL" t="txT" r="txR" b="txB"/>
              <a:pathLst>
                <a:path w="55" h="48">
                  <a:moveTo>
                    <a:pt x="0" y="8"/>
                  </a:moveTo>
                  <a:lnTo>
                    <a:pt x="0" y="0"/>
                  </a:lnTo>
                  <a:lnTo>
                    <a:pt x="8" y="0"/>
                  </a:lnTo>
                  <a:lnTo>
                    <a:pt x="24" y="8"/>
                  </a:lnTo>
                  <a:lnTo>
                    <a:pt x="32" y="8"/>
                  </a:lnTo>
                  <a:lnTo>
                    <a:pt x="39" y="16"/>
                  </a:lnTo>
                  <a:lnTo>
                    <a:pt x="47" y="24"/>
                  </a:lnTo>
                  <a:lnTo>
                    <a:pt x="55" y="32"/>
                  </a:lnTo>
                  <a:lnTo>
                    <a:pt x="55" y="40"/>
                  </a:lnTo>
                  <a:lnTo>
                    <a:pt x="47" y="48"/>
                  </a:lnTo>
                  <a:lnTo>
                    <a:pt x="39" y="48"/>
                  </a:lnTo>
                  <a:lnTo>
                    <a:pt x="32" y="40"/>
                  </a:lnTo>
                  <a:lnTo>
                    <a:pt x="24" y="32"/>
                  </a:lnTo>
                  <a:lnTo>
                    <a:pt x="8" y="24"/>
                  </a:lnTo>
                  <a:lnTo>
                    <a:pt x="0" y="8"/>
                  </a:lnTo>
                </a:path>
              </a:pathLst>
            </a:custGeom>
            <a:solidFill>
              <a:srgbClr val="C00000">
                <a:alpha val="100000"/>
              </a:srgbClr>
            </a:solidFill>
            <a:ln w="12700" cap="flat" cmpd="sng">
              <a:solidFill>
                <a:srgbClr val="C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69659" name="组合 159"/>
          <p:cNvGrpSpPr>
            <a:grpSpLocks noChangeAspect="1"/>
          </p:cNvGrpSpPr>
          <p:nvPr/>
        </p:nvGrpSpPr>
        <p:grpSpPr>
          <a:xfrm>
            <a:off x="1225550" y="3581400"/>
            <a:ext cx="387350" cy="342900"/>
            <a:chOff x="6301666" y="1418137"/>
            <a:chExt cx="362517" cy="319720"/>
          </a:xfrm>
        </p:grpSpPr>
        <p:sp>
          <p:nvSpPr>
            <p:cNvPr id="69668" name="Freeform 82"/>
            <p:cNvSpPr/>
            <p:nvPr/>
          </p:nvSpPr>
          <p:spPr>
            <a:xfrm>
              <a:off x="6311736" y="1517578"/>
              <a:ext cx="90629" cy="159861"/>
            </a:xfrm>
            <a:custGeom>
              <a:avLst/>
              <a:gdLst>
                <a:gd name="txL" fmla="*/ 0 w 72"/>
                <a:gd name="txT" fmla="*/ 0 h 127"/>
                <a:gd name="txR" fmla="*/ 72 w 72"/>
                <a:gd name="txB" fmla="*/ 127 h 127"/>
              </a:gdLst>
              <a:ahLst/>
              <a:cxnLst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0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</a:cxnLst>
              <a:rect l="txL" t="txT" r="txR" b="txB"/>
              <a:pathLst>
                <a:path w="72" h="127">
                  <a:moveTo>
                    <a:pt x="56" y="127"/>
                  </a:moveTo>
                  <a:lnTo>
                    <a:pt x="56" y="111"/>
                  </a:lnTo>
                  <a:lnTo>
                    <a:pt x="48" y="96"/>
                  </a:lnTo>
                  <a:lnTo>
                    <a:pt x="48" y="88"/>
                  </a:lnTo>
                  <a:lnTo>
                    <a:pt x="40" y="80"/>
                  </a:lnTo>
                  <a:lnTo>
                    <a:pt x="40" y="64"/>
                  </a:lnTo>
                  <a:lnTo>
                    <a:pt x="32" y="64"/>
                  </a:lnTo>
                  <a:lnTo>
                    <a:pt x="40" y="64"/>
                  </a:lnTo>
                  <a:lnTo>
                    <a:pt x="40" y="56"/>
                  </a:lnTo>
                  <a:lnTo>
                    <a:pt x="40" y="48"/>
                  </a:lnTo>
                  <a:lnTo>
                    <a:pt x="40" y="40"/>
                  </a:lnTo>
                  <a:lnTo>
                    <a:pt x="40" y="32"/>
                  </a:lnTo>
                  <a:lnTo>
                    <a:pt x="48" y="24"/>
                  </a:lnTo>
                  <a:lnTo>
                    <a:pt x="40" y="24"/>
                  </a:lnTo>
                  <a:lnTo>
                    <a:pt x="32" y="24"/>
                  </a:lnTo>
                  <a:lnTo>
                    <a:pt x="24" y="24"/>
                  </a:lnTo>
                  <a:lnTo>
                    <a:pt x="16" y="24"/>
                  </a:lnTo>
                  <a:lnTo>
                    <a:pt x="8" y="24"/>
                  </a:lnTo>
                  <a:lnTo>
                    <a:pt x="0" y="16"/>
                  </a:lnTo>
                  <a:lnTo>
                    <a:pt x="16" y="16"/>
                  </a:lnTo>
                  <a:lnTo>
                    <a:pt x="32" y="8"/>
                  </a:lnTo>
                  <a:lnTo>
                    <a:pt x="40" y="8"/>
                  </a:lnTo>
                  <a:lnTo>
                    <a:pt x="40" y="0"/>
                  </a:lnTo>
                  <a:lnTo>
                    <a:pt x="48" y="0"/>
                  </a:lnTo>
                  <a:lnTo>
                    <a:pt x="56" y="0"/>
                  </a:lnTo>
                  <a:lnTo>
                    <a:pt x="64" y="8"/>
                  </a:lnTo>
                  <a:lnTo>
                    <a:pt x="72" y="16"/>
                  </a:lnTo>
                  <a:lnTo>
                    <a:pt x="72" y="24"/>
                  </a:lnTo>
                  <a:lnTo>
                    <a:pt x="64" y="24"/>
                  </a:lnTo>
                  <a:lnTo>
                    <a:pt x="64" y="32"/>
                  </a:lnTo>
                  <a:lnTo>
                    <a:pt x="56" y="40"/>
                  </a:lnTo>
                  <a:lnTo>
                    <a:pt x="48" y="56"/>
                  </a:lnTo>
                  <a:lnTo>
                    <a:pt x="48" y="64"/>
                  </a:lnTo>
                  <a:lnTo>
                    <a:pt x="56" y="80"/>
                  </a:lnTo>
                  <a:lnTo>
                    <a:pt x="64" y="96"/>
                  </a:lnTo>
                  <a:lnTo>
                    <a:pt x="64" y="104"/>
                  </a:lnTo>
                  <a:lnTo>
                    <a:pt x="64" y="111"/>
                  </a:lnTo>
                  <a:lnTo>
                    <a:pt x="64" y="127"/>
                  </a:lnTo>
                  <a:lnTo>
                    <a:pt x="56" y="127"/>
                  </a:lnTo>
                </a:path>
              </a:pathLst>
            </a:custGeom>
            <a:solidFill>
              <a:srgbClr val="C00000">
                <a:alpha val="100000"/>
              </a:srgbClr>
            </a:solidFill>
            <a:ln w="12700" cap="flat" cmpd="sng">
              <a:solidFill>
                <a:srgbClr val="C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669" name="Freeform 83"/>
            <p:cNvSpPr/>
            <p:nvPr/>
          </p:nvSpPr>
          <p:spPr>
            <a:xfrm>
              <a:off x="6352016" y="1418137"/>
              <a:ext cx="50350" cy="50350"/>
            </a:xfrm>
            <a:custGeom>
              <a:avLst/>
              <a:gdLst>
                <a:gd name="txL" fmla="*/ 0 w 40"/>
                <a:gd name="txT" fmla="*/ 0 h 40"/>
                <a:gd name="txR" fmla="*/ 40 w 40"/>
                <a:gd name="txB" fmla="*/ 40 h 40"/>
              </a:gdLst>
              <a:ahLst/>
              <a:cxnLst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0" y="2147483647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2147483647"/>
                </a:cxn>
                <a:cxn ang="0">
                  <a:pos x="2147483647" y="2147483647"/>
                </a:cxn>
              </a:cxnLst>
              <a:rect l="txL" t="txT" r="txR" b="txB"/>
              <a:pathLst>
                <a:path w="40" h="40">
                  <a:moveTo>
                    <a:pt x="24" y="8"/>
                  </a:moveTo>
                  <a:lnTo>
                    <a:pt x="32" y="16"/>
                  </a:lnTo>
                  <a:lnTo>
                    <a:pt x="40" y="24"/>
                  </a:lnTo>
                  <a:lnTo>
                    <a:pt x="32" y="32"/>
                  </a:lnTo>
                  <a:lnTo>
                    <a:pt x="32" y="40"/>
                  </a:lnTo>
                  <a:lnTo>
                    <a:pt x="24" y="40"/>
                  </a:lnTo>
                  <a:lnTo>
                    <a:pt x="24" y="32"/>
                  </a:lnTo>
                  <a:lnTo>
                    <a:pt x="16" y="24"/>
                  </a:lnTo>
                  <a:lnTo>
                    <a:pt x="8" y="16"/>
                  </a:lnTo>
                  <a:lnTo>
                    <a:pt x="0" y="8"/>
                  </a:lnTo>
                  <a:lnTo>
                    <a:pt x="0" y="0"/>
                  </a:lnTo>
                  <a:lnTo>
                    <a:pt x="8" y="0"/>
                  </a:lnTo>
                  <a:lnTo>
                    <a:pt x="16" y="0"/>
                  </a:lnTo>
                  <a:lnTo>
                    <a:pt x="24" y="8"/>
                  </a:lnTo>
                </a:path>
              </a:pathLst>
            </a:custGeom>
            <a:solidFill>
              <a:srgbClr val="C00000">
                <a:alpha val="100000"/>
              </a:srgbClr>
            </a:solidFill>
            <a:ln w="12700" cap="flat" cmpd="sng">
              <a:solidFill>
                <a:srgbClr val="C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670" name="Freeform 87"/>
            <p:cNvSpPr/>
            <p:nvPr/>
          </p:nvSpPr>
          <p:spPr>
            <a:xfrm>
              <a:off x="6301666" y="1667367"/>
              <a:ext cx="362517" cy="70490"/>
            </a:xfrm>
            <a:custGeom>
              <a:avLst/>
              <a:gdLst>
                <a:gd name="txL" fmla="*/ 0 w 288"/>
                <a:gd name="txT" fmla="*/ 0 h 56"/>
                <a:gd name="txR" fmla="*/ 288 w 288"/>
                <a:gd name="txB" fmla="*/ 56 h 56"/>
              </a:gdLst>
              <a:ahLst/>
              <a:cxnLst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0" y="2147483647"/>
                </a:cxn>
                <a:cxn ang="0">
                  <a:pos x="2147483647" y="2147483647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</a:cxnLst>
              <a:rect l="txL" t="txT" r="txR" b="txB"/>
              <a:pathLst>
                <a:path w="288" h="56">
                  <a:moveTo>
                    <a:pt x="248" y="24"/>
                  </a:moveTo>
                  <a:lnTo>
                    <a:pt x="264" y="24"/>
                  </a:lnTo>
                  <a:lnTo>
                    <a:pt x="280" y="24"/>
                  </a:lnTo>
                  <a:lnTo>
                    <a:pt x="288" y="24"/>
                  </a:lnTo>
                  <a:lnTo>
                    <a:pt x="288" y="32"/>
                  </a:lnTo>
                  <a:lnTo>
                    <a:pt x="280" y="32"/>
                  </a:lnTo>
                  <a:lnTo>
                    <a:pt x="272" y="40"/>
                  </a:lnTo>
                  <a:lnTo>
                    <a:pt x="248" y="48"/>
                  </a:lnTo>
                  <a:lnTo>
                    <a:pt x="240" y="56"/>
                  </a:lnTo>
                  <a:lnTo>
                    <a:pt x="224" y="56"/>
                  </a:lnTo>
                  <a:lnTo>
                    <a:pt x="216" y="56"/>
                  </a:lnTo>
                  <a:lnTo>
                    <a:pt x="208" y="56"/>
                  </a:lnTo>
                  <a:lnTo>
                    <a:pt x="200" y="56"/>
                  </a:lnTo>
                  <a:lnTo>
                    <a:pt x="184" y="48"/>
                  </a:lnTo>
                  <a:lnTo>
                    <a:pt x="168" y="40"/>
                  </a:lnTo>
                  <a:lnTo>
                    <a:pt x="152" y="40"/>
                  </a:lnTo>
                  <a:lnTo>
                    <a:pt x="136" y="32"/>
                  </a:lnTo>
                  <a:lnTo>
                    <a:pt x="112" y="24"/>
                  </a:lnTo>
                  <a:lnTo>
                    <a:pt x="88" y="16"/>
                  </a:lnTo>
                  <a:lnTo>
                    <a:pt x="72" y="16"/>
                  </a:lnTo>
                  <a:lnTo>
                    <a:pt x="64" y="8"/>
                  </a:lnTo>
                  <a:lnTo>
                    <a:pt x="56" y="8"/>
                  </a:lnTo>
                  <a:lnTo>
                    <a:pt x="48" y="8"/>
                  </a:lnTo>
                  <a:lnTo>
                    <a:pt x="32" y="16"/>
                  </a:lnTo>
                  <a:lnTo>
                    <a:pt x="16" y="24"/>
                  </a:lnTo>
                  <a:lnTo>
                    <a:pt x="8" y="16"/>
                  </a:lnTo>
                  <a:lnTo>
                    <a:pt x="0" y="8"/>
                  </a:lnTo>
                  <a:lnTo>
                    <a:pt x="16" y="8"/>
                  </a:lnTo>
                  <a:lnTo>
                    <a:pt x="24" y="0"/>
                  </a:lnTo>
                  <a:lnTo>
                    <a:pt x="40" y="0"/>
                  </a:lnTo>
                  <a:lnTo>
                    <a:pt x="56" y="0"/>
                  </a:lnTo>
                  <a:lnTo>
                    <a:pt x="72" y="0"/>
                  </a:lnTo>
                  <a:lnTo>
                    <a:pt x="88" y="0"/>
                  </a:lnTo>
                  <a:lnTo>
                    <a:pt x="104" y="8"/>
                  </a:lnTo>
                  <a:lnTo>
                    <a:pt x="128" y="16"/>
                  </a:lnTo>
                  <a:lnTo>
                    <a:pt x="152" y="16"/>
                  </a:lnTo>
                  <a:lnTo>
                    <a:pt x="184" y="24"/>
                  </a:lnTo>
                  <a:lnTo>
                    <a:pt x="216" y="24"/>
                  </a:lnTo>
                  <a:lnTo>
                    <a:pt x="248" y="24"/>
                  </a:lnTo>
                </a:path>
              </a:pathLst>
            </a:custGeom>
            <a:solidFill>
              <a:srgbClr val="C00000">
                <a:alpha val="100000"/>
              </a:srgbClr>
            </a:solidFill>
            <a:ln w="12700" cap="flat" cmpd="sng">
              <a:solidFill>
                <a:srgbClr val="C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69660" name="组合 202"/>
          <p:cNvGrpSpPr/>
          <p:nvPr/>
        </p:nvGrpSpPr>
        <p:grpSpPr>
          <a:xfrm>
            <a:off x="474663" y="914400"/>
            <a:ext cx="9928225" cy="523875"/>
            <a:chOff x="474663" y="914400"/>
            <a:chExt cx="9928225" cy="523875"/>
          </a:xfrm>
        </p:grpSpPr>
        <p:sp>
          <p:nvSpPr>
            <p:cNvPr id="8" name="TextBox 7"/>
            <p:cNvSpPr txBox="1"/>
            <p:nvPr/>
          </p:nvSpPr>
          <p:spPr bwMode="auto">
            <a:xfrm>
              <a:off x="474663" y="914400"/>
              <a:ext cx="9928225" cy="523875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marR="0" defTabSz="914400" eaLnBrk="0" hangingPunct="0">
                <a:buClrTx/>
                <a:buSzTx/>
                <a:buFontTx/>
                <a:buNone/>
                <a:defRPr/>
              </a:pPr>
              <a:r>
                <a:rPr kumimoji="0" lang="en-US" altLang="zh-CN" sz="2800" b="1" kern="1200" cap="none" spc="0" normalizeH="0" baseline="0" noProof="0" dirty="0"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3. </a:t>
              </a:r>
              <a:r>
                <a:rPr kumimoji="0" lang="zh-CN" altLang="en-US" sz="2800" b="1" kern="1200" cap="none" spc="0" normalizeH="0" baseline="0" noProof="0" dirty="0"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汉字偏旁“  ”和“   ”</a:t>
              </a:r>
              <a:r>
                <a:rPr kumimoji="0" lang="en-US" altLang="zh-CN" kern="1200" cap="none" spc="0" normalizeH="0" baseline="0" noProof="0" dirty="0">
                  <a:latin typeface="+mn-ea"/>
                  <a:ea typeface="+mn-ea"/>
                  <a:cs typeface="+mn-cs"/>
                </a:rPr>
                <a:t>Chinese Radicals</a:t>
              </a:r>
              <a:r>
                <a:rPr kumimoji="0" lang="zh-CN" altLang="en-US" kern="1200" cap="none" spc="0" normalizeH="0" baseline="0" noProof="0" dirty="0">
                  <a:latin typeface="+mn-ea"/>
                  <a:ea typeface="+mn-ea"/>
                  <a:cs typeface="+mn-cs"/>
                </a:rPr>
                <a:t>“ ”</a:t>
              </a:r>
              <a:r>
                <a:rPr kumimoji="0" lang="en-US" altLang="zh-CN" kern="1200" cap="none" spc="0" normalizeH="0" baseline="0" noProof="0" dirty="0">
                  <a:latin typeface="+mn-ea"/>
                  <a:ea typeface="+mn-ea"/>
                  <a:cs typeface="+mn-cs"/>
                </a:rPr>
                <a:t>and</a:t>
              </a:r>
              <a:r>
                <a:rPr kumimoji="0" lang="zh-CN" altLang="en-US" kern="1200" cap="none" spc="0" normalizeH="0" baseline="0" noProof="0" dirty="0">
                  <a:latin typeface="+mn-ea"/>
                  <a:ea typeface="+mn-ea"/>
                  <a:cs typeface="+mn-cs"/>
                </a:rPr>
                <a:t>“  ”</a:t>
              </a:r>
              <a:endParaRPr kumimoji="0" lang="zh-CN" altLang="en-US" sz="2800" kern="1200" cap="none" spc="0" normalizeH="0" baseline="0" noProof="0" dirty="0">
                <a:latin typeface="+mn-ea"/>
                <a:ea typeface="+mn-ea"/>
                <a:cs typeface="+mn-cs"/>
              </a:endParaRPr>
            </a:p>
          </p:txBody>
        </p:sp>
        <p:grpSp>
          <p:nvGrpSpPr>
            <p:cNvPr id="13" name="组合 162"/>
            <p:cNvGrpSpPr/>
            <p:nvPr/>
          </p:nvGrpSpPr>
          <p:grpSpPr>
            <a:xfrm>
              <a:off x="4013291" y="998878"/>
              <a:ext cx="270000" cy="324000"/>
              <a:chOff x="7837696" y="1507507"/>
              <a:chExt cx="349931" cy="360000"/>
            </a:xfrm>
            <a:solidFill>
              <a:schemeClr val="tx1"/>
            </a:solidFill>
          </p:grpSpPr>
          <p:sp>
            <p:nvSpPr>
              <p:cNvPr id="164" name="Freeform 110"/>
              <p:cNvSpPr/>
              <p:nvPr/>
            </p:nvSpPr>
            <p:spPr bwMode="auto">
              <a:xfrm>
                <a:off x="7837696" y="1567927"/>
                <a:ext cx="40280" cy="289510"/>
              </a:xfrm>
              <a:custGeom>
                <a:avLst/>
                <a:gdLst/>
                <a:ahLst/>
                <a:cxnLst>
                  <a:cxn ang="0">
                    <a:pos x="0" y="8"/>
                  </a:cxn>
                  <a:cxn ang="0">
                    <a:pos x="0" y="8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8" y="0"/>
                  </a:cxn>
                  <a:cxn ang="0">
                    <a:pos x="24" y="8"/>
                  </a:cxn>
                  <a:cxn ang="0">
                    <a:pos x="24" y="8"/>
                  </a:cxn>
                  <a:cxn ang="0">
                    <a:pos x="32" y="16"/>
                  </a:cxn>
                  <a:cxn ang="0">
                    <a:pos x="32" y="31"/>
                  </a:cxn>
                  <a:cxn ang="0">
                    <a:pos x="32" y="47"/>
                  </a:cxn>
                  <a:cxn ang="0">
                    <a:pos x="32" y="63"/>
                  </a:cxn>
                  <a:cxn ang="0">
                    <a:pos x="32" y="79"/>
                  </a:cxn>
                  <a:cxn ang="0">
                    <a:pos x="32" y="111"/>
                  </a:cxn>
                  <a:cxn ang="0">
                    <a:pos x="32" y="135"/>
                  </a:cxn>
                  <a:cxn ang="0">
                    <a:pos x="32" y="159"/>
                  </a:cxn>
                  <a:cxn ang="0">
                    <a:pos x="24" y="182"/>
                  </a:cxn>
                  <a:cxn ang="0">
                    <a:pos x="24" y="198"/>
                  </a:cxn>
                  <a:cxn ang="0">
                    <a:pos x="24" y="214"/>
                  </a:cxn>
                  <a:cxn ang="0">
                    <a:pos x="24" y="222"/>
                  </a:cxn>
                  <a:cxn ang="0">
                    <a:pos x="24" y="230"/>
                  </a:cxn>
                  <a:cxn ang="0">
                    <a:pos x="16" y="230"/>
                  </a:cxn>
                  <a:cxn ang="0">
                    <a:pos x="16" y="230"/>
                  </a:cxn>
                  <a:cxn ang="0">
                    <a:pos x="16" y="222"/>
                  </a:cxn>
                  <a:cxn ang="0">
                    <a:pos x="8" y="222"/>
                  </a:cxn>
                  <a:cxn ang="0">
                    <a:pos x="8" y="214"/>
                  </a:cxn>
                  <a:cxn ang="0">
                    <a:pos x="0" y="198"/>
                  </a:cxn>
                  <a:cxn ang="0">
                    <a:pos x="0" y="190"/>
                  </a:cxn>
                  <a:cxn ang="0">
                    <a:pos x="0" y="190"/>
                  </a:cxn>
                  <a:cxn ang="0">
                    <a:pos x="0" y="182"/>
                  </a:cxn>
                  <a:cxn ang="0">
                    <a:pos x="8" y="174"/>
                  </a:cxn>
                  <a:cxn ang="0">
                    <a:pos x="8" y="159"/>
                  </a:cxn>
                  <a:cxn ang="0">
                    <a:pos x="8" y="127"/>
                  </a:cxn>
                  <a:cxn ang="0">
                    <a:pos x="8" y="95"/>
                  </a:cxn>
                  <a:cxn ang="0">
                    <a:pos x="8" y="71"/>
                  </a:cxn>
                  <a:cxn ang="0">
                    <a:pos x="8" y="55"/>
                  </a:cxn>
                  <a:cxn ang="0">
                    <a:pos x="8" y="47"/>
                  </a:cxn>
                  <a:cxn ang="0">
                    <a:pos x="8" y="31"/>
                  </a:cxn>
                  <a:cxn ang="0">
                    <a:pos x="8" y="24"/>
                  </a:cxn>
                  <a:cxn ang="0">
                    <a:pos x="8" y="16"/>
                  </a:cxn>
                  <a:cxn ang="0">
                    <a:pos x="0" y="16"/>
                  </a:cxn>
                  <a:cxn ang="0">
                    <a:pos x="0" y="8"/>
                  </a:cxn>
                  <a:cxn ang="0">
                    <a:pos x="0" y="8"/>
                  </a:cxn>
                </a:cxnLst>
                <a:rect l="0" t="0" r="r" b="b"/>
                <a:pathLst>
                  <a:path w="32" h="230">
                    <a:moveTo>
                      <a:pt x="0" y="8"/>
                    </a:moveTo>
                    <a:lnTo>
                      <a:pt x="0" y="8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8" y="0"/>
                    </a:lnTo>
                    <a:lnTo>
                      <a:pt x="24" y="8"/>
                    </a:lnTo>
                    <a:lnTo>
                      <a:pt x="24" y="8"/>
                    </a:lnTo>
                    <a:lnTo>
                      <a:pt x="32" y="16"/>
                    </a:lnTo>
                    <a:lnTo>
                      <a:pt x="32" y="31"/>
                    </a:lnTo>
                    <a:lnTo>
                      <a:pt x="32" y="47"/>
                    </a:lnTo>
                    <a:lnTo>
                      <a:pt x="32" y="63"/>
                    </a:lnTo>
                    <a:lnTo>
                      <a:pt x="32" y="79"/>
                    </a:lnTo>
                    <a:lnTo>
                      <a:pt x="32" y="111"/>
                    </a:lnTo>
                    <a:lnTo>
                      <a:pt x="32" y="135"/>
                    </a:lnTo>
                    <a:lnTo>
                      <a:pt x="32" y="159"/>
                    </a:lnTo>
                    <a:lnTo>
                      <a:pt x="24" y="182"/>
                    </a:lnTo>
                    <a:lnTo>
                      <a:pt x="24" y="198"/>
                    </a:lnTo>
                    <a:lnTo>
                      <a:pt x="24" y="214"/>
                    </a:lnTo>
                    <a:lnTo>
                      <a:pt x="24" y="222"/>
                    </a:lnTo>
                    <a:lnTo>
                      <a:pt x="24" y="230"/>
                    </a:lnTo>
                    <a:lnTo>
                      <a:pt x="16" y="230"/>
                    </a:lnTo>
                    <a:lnTo>
                      <a:pt x="16" y="230"/>
                    </a:lnTo>
                    <a:lnTo>
                      <a:pt x="16" y="222"/>
                    </a:lnTo>
                    <a:lnTo>
                      <a:pt x="8" y="222"/>
                    </a:lnTo>
                    <a:lnTo>
                      <a:pt x="8" y="214"/>
                    </a:lnTo>
                    <a:lnTo>
                      <a:pt x="0" y="198"/>
                    </a:lnTo>
                    <a:lnTo>
                      <a:pt x="0" y="190"/>
                    </a:lnTo>
                    <a:lnTo>
                      <a:pt x="0" y="190"/>
                    </a:lnTo>
                    <a:lnTo>
                      <a:pt x="0" y="182"/>
                    </a:lnTo>
                    <a:lnTo>
                      <a:pt x="8" y="174"/>
                    </a:lnTo>
                    <a:lnTo>
                      <a:pt x="8" y="159"/>
                    </a:lnTo>
                    <a:lnTo>
                      <a:pt x="8" y="127"/>
                    </a:lnTo>
                    <a:lnTo>
                      <a:pt x="8" y="95"/>
                    </a:lnTo>
                    <a:lnTo>
                      <a:pt x="8" y="71"/>
                    </a:lnTo>
                    <a:lnTo>
                      <a:pt x="8" y="55"/>
                    </a:lnTo>
                    <a:lnTo>
                      <a:pt x="8" y="47"/>
                    </a:lnTo>
                    <a:lnTo>
                      <a:pt x="8" y="31"/>
                    </a:lnTo>
                    <a:lnTo>
                      <a:pt x="8" y="24"/>
                    </a:lnTo>
                    <a:lnTo>
                      <a:pt x="8" y="16"/>
                    </a:lnTo>
                    <a:lnTo>
                      <a:pt x="0" y="16"/>
                    </a:lnTo>
                    <a:lnTo>
                      <a:pt x="0" y="8"/>
                    </a:lnTo>
                    <a:lnTo>
                      <a:pt x="0" y="8"/>
                    </a:lnTo>
                  </a:path>
                </a:pathLst>
              </a:custGeom>
              <a:grpFill/>
              <a:ln w="12700">
                <a:solidFill>
                  <a:schemeClr val="tx1"/>
                </a:solidFill>
                <a:prstDash val="solid"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65" name="Freeform 111"/>
              <p:cNvSpPr/>
              <p:nvPr/>
            </p:nvSpPr>
            <p:spPr bwMode="auto">
              <a:xfrm>
                <a:off x="7977417" y="1507507"/>
                <a:ext cx="210210" cy="360000"/>
              </a:xfrm>
              <a:custGeom>
                <a:avLst/>
                <a:gdLst/>
                <a:ahLst/>
                <a:cxnLst>
                  <a:cxn ang="0">
                    <a:pos x="151" y="286"/>
                  </a:cxn>
                  <a:cxn ang="0">
                    <a:pos x="135" y="286"/>
                  </a:cxn>
                  <a:cxn ang="0">
                    <a:pos x="127" y="270"/>
                  </a:cxn>
                  <a:cxn ang="0">
                    <a:pos x="119" y="254"/>
                  </a:cxn>
                  <a:cxn ang="0">
                    <a:pos x="103" y="246"/>
                  </a:cxn>
                  <a:cxn ang="0">
                    <a:pos x="96" y="238"/>
                  </a:cxn>
                  <a:cxn ang="0">
                    <a:pos x="103" y="230"/>
                  </a:cxn>
                  <a:cxn ang="0">
                    <a:pos x="119" y="238"/>
                  </a:cxn>
                  <a:cxn ang="0">
                    <a:pos x="135" y="238"/>
                  </a:cxn>
                  <a:cxn ang="0">
                    <a:pos x="143" y="230"/>
                  </a:cxn>
                  <a:cxn ang="0">
                    <a:pos x="143" y="215"/>
                  </a:cxn>
                  <a:cxn ang="0">
                    <a:pos x="143" y="167"/>
                  </a:cxn>
                  <a:cxn ang="0">
                    <a:pos x="143" y="95"/>
                  </a:cxn>
                  <a:cxn ang="0">
                    <a:pos x="135" y="48"/>
                  </a:cxn>
                  <a:cxn ang="0">
                    <a:pos x="135" y="32"/>
                  </a:cxn>
                  <a:cxn ang="0">
                    <a:pos x="119" y="24"/>
                  </a:cxn>
                  <a:cxn ang="0">
                    <a:pos x="88" y="32"/>
                  </a:cxn>
                  <a:cxn ang="0">
                    <a:pos x="56" y="32"/>
                  </a:cxn>
                  <a:cxn ang="0">
                    <a:pos x="32" y="32"/>
                  </a:cxn>
                  <a:cxn ang="0">
                    <a:pos x="24" y="32"/>
                  </a:cxn>
                  <a:cxn ang="0">
                    <a:pos x="8" y="32"/>
                  </a:cxn>
                  <a:cxn ang="0">
                    <a:pos x="16" y="24"/>
                  </a:cxn>
                  <a:cxn ang="0">
                    <a:pos x="48" y="16"/>
                  </a:cxn>
                  <a:cxn ang="0">
                    <a:pos x="96" y="16"/>
                  </a:cxn>
                  <a:cxn ang="0">
                    <a:pos x="119" y="8"/>
                  </a:cxn>
                  <a:cxn ang="0">
                    <a:pos x="135" y="0"/>
                  </a:cxn>
                  <a:cxn ang="0">
                    <a:pos x="151" y="8"/>
                  </a:cxn>
                  <a:cxn ang="0">
                    <a:pos x="167" y="16"/>
                  </a:cxn>
                  <a:cxn ang="0">
                    <a:pos x="167" y="24"/>
                  </a:cxn>
                  <a:cxn ang="0">
                    <a:pos x="167" y="32"/>
                  </a:cxn>
                  <a:cxn ang="0">
                    <a:pos x="159" y="40"/>
                  </a:cxn>
                  <a:cxn ang="0">
                    <a:pos x="159" y="56"/>
                  </a:cxn>
                  <a:cxn ang="0">
                    <a:pos x="159" y="95"/>
                  </a:cxn>
                  <a:cxn ang="0">
                    <a:pos x="167" y="151"/>
                  </a:cxn>
                  <a:cxn ang="0">
                    <a:pos x="167" y="215"/>
                  </a:cxn>
                  <a:cxn ang="0">
                    <a:pos x="167" y="246"/>
                  </a:cxn>
                  <a:cxn ang="0">
                    <a:pos x="159" y="278"/>
                  </a:cxn>
                </a:cxnLst>
                <a:rect l="0" t="0" r="r" b="b"/>
                <a:pathLst>
                  <a:path w="167" h="286">
                    <a:moveTo>
                      <a:pt x="159" y="278"/>
                    </a:moveTo>
                    <a:lnTo>
                      <a:pt x="151" y="286"/>
                    </a:lnTo>
                    <a:lnTo>
                      <a:pt x="143" y="286"/>
                    </a:lnTo>
                    <a:lnTo>
                      <a:pt x="135" y="286"/>
                    </a:lnTo>
                    <a:lnTo>
                      <a:pt x="135" y="278"/>
                    </a:lnTo>
                    <a:lnTo>
                      <a:pt x="127" y="270"/>
                    </a:lnTo>
                    <a:lnTo>
                      <a:pt x="127" y="262"/>
                    </a:lnTo>
                    <a:lnTo>
                      <a:pt x="119" y="254"/>
                    </a:lnTo>
                    <a:lnTo>
                      <a:pt x="111" y="254"/>
                    </a:lnTo>
                    <a:lnTo>
                      <a:pt x="103" y="246"/>
                    </a:lnTo>
                    <a:lnTo>
                      <a:pt x="96" y="238"/>
                    </a:lnTo>
                    <a:lnTo>
                      <a:pt x="96" y="238"/>
                    </a:lnTo>
                    <a:lnTo>
                      <a:pt x="96" y="230"/>
                    </a:lnTo>
                    <a:lnTo>
                      <a:pt x="103" y="230"/>
                    </a:lnTo>
                    <a:lnTo>
                      <a:pt x="111" y="238"/>
                    </a:lnTo>
                    <a:lnTo>
                      <a:pt x="119" y="238"/>
                    </a:lnTo>
                    <a:lnTo>
                      <a:pt x="127" y="238"/>
                    </a:lnTo>
                    <a:lnTo>
                      <a:pt x="135" y="238"/>
                    </a:lnTo>
                    <a:lnTo>
                      <a:pt x="143" y="238"/>
                    </a:lnTo>
                    <a:lnTo>
                      <a:pt x="143" y="230"/>
                    </a:lnTo>
                    <a:lnTo>
                      <a:pt x="143" y="222"/>
                    </a:lnTo>
                    <a:lnTo>
                      <a:pt x="143" y="215"/>
                    </a:lnTo>
                    <a:lnTo>
                      <a:pt x="143" y="199"/>
                    </a:lnTo>
                    <a:lnTo>
                      <a:pt x="143" y="167"/>
                    </a:lnTo>
                    <a:lnTo>
                      <a:pt x="143" y="127"/>
                    </a:lnTo>
                    <a:lnTo>
                      <a:pt x="143" y="95"/>
                    </a:lnTo>
                    <a:lnTo>
                      <a:pt x="135" y="64"/>
                    </a:lnTo>
                    <a:lnTo>
                      <a:pt x="135" y="48"/>
                    </a:lnTo>
                    <a:lnTo>
                      <a:pt x="135" y="40"/>
                    </a:lnTo>
                    <a:lnTo>
                      <a:pt x="135" y="32"/>
                    </a:lnTo>
                    <a:lnTo>
                      <a:pt x="127" y="24"/>
                    </a:lnTo>
                    <a:lnTo>
                      <a:pt x="119" y="24"/>
                    </a:lnTo>
                    <a:lnTo>
                      <a:pt x="111" y="24"/>
                    </a:lnTo>
                    <a:lnTo>
                      <a:pt x="88" y="32"/>
                    </a:lnTo>
                    <a:lnTo>
                      <a:pt x="64" y="32"/>
                    </a:lnTo>
                    <a:lnTo>
                      <a:pt x="56" y="32"/>
                    </a:lnTo>
                    <a:lnTo>
                      <a:pt x="40" y="32"/>
                    </a:lnTo>
                    <a:lnTo>
                      <a:pt x="32" y="32"/>
                    </a:lnTo>
                    <a:lnTo>
                      <a:pt x="32" y="32"/>
                    </a:lnTo>
                    <a:lnTo>
                      <a:pt x="24" y="32"/>
                    </a:lnTo>
                    <a:lnTo>
                      <a:pt x="16" y="32"/>
                    </a:lnTo>
                    <a:lnTo>
                      <a:pt x="8" y="32"/>
                    </a:lnTo>
                    <a:lnTo>
                      <a:pt x="0" y="24"/>
                    </a:lnTo>
                    <a:lnTo>
                      <a:pt x="16" y="24"/>
                    </a:lnTo>
                    <a:lnTo>
                      <a:pt x="32" y="24"/>
                    </a:lnTo>
                    <a:lnTo>
                      <a:pt x="48" y="16"/>
                    </a:lnTo>
                    <a:lnTo>
                      <a:pt x="56" y="16"/>
                    </a:lnTo>
                    <a:lnTo>
                      <a:pt x="96" y="16"/>
                    </a:lnTo>
                    <a:lnTo>
                      <a:pt x="111" y="8"/>
                    </a:lnTo>
                    <a:lnTo>
                      <a:pt x="119" y="8"/>
                    </a:lnTo>
                    <a:lnTo>
                      <a:pt x="127" y="0"/>
                    </a:lnTo>
                    <a:lnTo>
                      <a:pt x="135" y="0"/>
                    </a:lnTo>
                    <a:lnTo>
                      <a:pt x="135" y="8"/>
                    </a:lnTo>
                    <a:lnTo>
                      <a:pt x="151" y="8"/>
                    </a:lnTo>
                    <a:lnTo>
                      <a:pt x="159" y="16"/>
                    </a:lnTo>
                    <a:lnTo>
                      <a:pt x="167" y="16"/>
                    </a:lnTo>
                    <a:lnTo>
                      <a:pt x="167" y="24"/>
                    </a:lnTo>
                    <a:lnTo>
                      <a:pt x="167" y="24"/>
                    </a:lnTo>
                    <a:lnTo>
                      <a:pt x="167" y="32"/>
                    </a:lnTo>
                    <a:lnTo>
                      <a:pt x="167" y="32"/>
                    </a:lnTo>
                    <a:lnTo>
                      <a:pt x="159" y="32"/>
                    </a:lnTo>
                    <a:lnTo>
                      <a:pt x="159" y="40"/>
                    </a:lnTo>
                    <a:lnTo>
                      <a:pt x="159" y="48"/>
                    </a:lnTo>
                    <a:lnTo>
                      <a:pt x="159" y="56"/>
                    </a:lnTo>
                    <a:lnTo>
                      <a:pt x="159" y="72"/>
                    </a:lnTo>
                    <a:lnTo>
                      <a:pt x="159" y="95"/>
                    </a:lnTo>
                    <a:lnTo>
                      <a:pt x="167" y="119"/>
                    </a:lnTo>
                    <a:lnTo>
                      <a:pt x="167" y="151"/>
                    </a:lnTo>
                    <a:lnTo>
                      <a:pt x="167" y="191"/>
                    </a:lnTo>
                    <a:lnTo>
                      <a:pt x="167" y="215"/>
                    </a:lnTo>
                    <a:lnTo>
                      <a:pt x="167" y="230"/>
                    </a:lnTo>
                    <a:lnTo>
                      <a:pt x="167" y="246"/>
                    </a:lnTo>
                    <a:lnTo>
                      <a:pt x="159" y="262"/>
                    </a:lnTo>
                    <a:lnTo>
                      <a:pt x="159" y="278"/>
                    </a:lnTo>
                    <a:lnTo>
                      <a:pt x="159" y="278"/>
                    </a:lnTo>
                  </a:path>
                </a:pathLst>
              </a:custGeom>
              <a:grpFill/>
              <a:ln w="12700">
                <a:solidFill>
                  <a:schemeClr val="tx1"/>
                </a:solidFill>
                <a:prstDash val="solid"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66" name="Freeform 115"/>
              <p:cNvSpPr/>
              <p:nvPr/>
            </p:nvSpPr>
            <p:spPr bwMode="auto">
              <a:xfrm>
                <a:off x="7877976" y="1507507"/>
                <a:ext cx="69231" cy="60420"/>
              </a:xfrm>
              <a:custGeom>
                <a:avLst/>
                <a:gdLst/>
                <a:ahLst/>
                <a:cxnLst>
                  <a:cxn ang="0">
                    <a:pos x="0" y="8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8" y="0"/>
                  </a:cxn>
                  <a:cxn ang="0">
                    <a:pos x="24" y="8"/>
                  </a:cxn>
                  <a:cxn ang="0">
                    <a:pos x="32" y="8"/>
                  </a:cxn>
                  <a:cxn ang="0">
                    <a:pos x="39" y="16"/>
                  </a:cxn>
                  <a:cxn ang="0">
                    <a:pos x="47" y="24"/>
                  </a:cxn>
                  <a:cxn ang="0">
                    <a:pos x="55" y="32"/>
                  </a:cxn>
                  <a:cxn ang="0">
                    <a:pos x="55" y="40"/>
                  </a:cxn>
                  <a:cxn ang="0">
                    <a:pos x="47" y="48"/>
                  </a:cxn>
                  <a:cxn ang="0">
                    <a:pos x="47" y="48"/>
                  </a:cxn>
                  <a:cxn ang="0">
                    <a:pos x="39" y="48"/>
                  </a:cxn>
                  <a:cxn ang="0">
                    <a:pos x="32" y="40"/>
                  </a:cxn>
                  <a:cxn ang="0">
                    <a:pos x="24" y="32"/>
                  </a:cxn>
                  <a:cxn ang="0">
                    <a:pos x="8" y="24"/>
                  </a:cxn>
                  <a:cxn ang="0">
                    <a:pos x="0" y="8"/>
                  </a:cxn>
                  <a:cxn ang="0">
                    <a:pos x="0" y="8"/>
                  </a:cxn>
                  <a:cxn ang="0">
                    <a:pos x="0" y="8"/>
                  </a:cxn>
                </a:cxnLst>
                <a:rect l="0" t="0" r="r" b="b"/>
                <a:pathLst>
                  <a:path w="55" h="48">
                    <a:moveTo>
                      <a:pt x="0" y="8"/>
                    </a:moveTo>
                    <a:lnTo>
                      <a:pt x="0" y="0"/>
                    </a:lnTo>
                    <a:lnTo>
                      <a:pt x="0" y="0"/>
                    </a:lnTo>
                    <a:lnTo>
                      <a:pt x="8" y="0"/>
                    </a:lnTo>
                    <a:lnTo>
                      <a:pt x="24" y="8"/>
                    </a:lnTo>
                    <a:lnTo>
                      <a:pt x="32" y="8"/>
                    </a:lnTo>
                    <a:lnTo>
                      <a:pt x="39" y="16"/>
                    </a:lnTo>
                    <a:lnTo>
                      <a:pt x="47" y="24"/>
                    </a:lnTo>
                    <a:lnTo>
                      <a:pt x="55" y="32"/>
                    </a:lnTo>
                    <a:lnTo>
                      <a:pt x="55" y="40"/>
                    </a:lnTo>
                    <a:lnTo>
                      <a:pt x="47" y="48"/>
                    </a:lnTo>
                    <a:lnTo>
                      <a:pt x="47" y="48"/>
                    </a:lnTo>
                    <a:lnTo>
                      <a:pt x="39" y="48"/>
                    </a:lnTo>
                    <a:lnTo>
                      <a:pt x="32" y="40"/>
                    </a:lnTo>
                    <a:lnTo>
                      <a:pt x="24" y="32"/>
                    </a:lnTo>
                    <a:lnTo>
                      <a:pt x="8" y="24"/>
                    </a:lnTo>
                    <a:lnTo>
                      <a:pt x="0" y="8"/>
                    </a:lnTo>
                    <a:lnTo>
                      <a:pt x="0" y="8"/>
                    </a:lnTo>
                    <a:lnTo>
                      <a:pt x="0" y="8"/>
                    </a:lnTo>
                  </a:path>
                </a:pathLst>
              </a:custGeom>
              <a:grpFill/>
              <a:ln w="12700">
                <a:solidFill>
                  <a:schemeClr val="tx1"/>
                </a:solidFill>
                <a:prstDash val="solid"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grpSp>
          <p:nvGrpSpPr>
            <p:cNvPr id="14" name="组合 169"/>
            <p:cNvGrpSpPr>
              <a:grpSpLocks noChangeAspect="1"/>
            </p:cNvGrpSpPr>
            <p:nvPr/>
          </p:nvGrpSpPr>
          <p:grpSpPr>
            <a:xfrm>
              <a:off x="6681048" y="1142688"/>
              <a:ext cx="204094" cy="180000"/>
              <a:chOff x="6301666" y="1418137"/>
              <a:chExt cx="362517" cy="319720"/>
            </a:xfrm>
            <a:solidFill>
              <a:schemeClr val="tx1"/>
            </a:solidFill>
          </p:grpSpPr>
          <p:sp>
            <p:nvSpPr>
              <p:cNvPr id="176" name="Freeform 82"/>
              <p:cNvSpPr/>
              <p:nvPr/>
            </p:nvSpPr>
            <p:spPr bwMode="auto">
              <a:xfrm>
                <a:off x="6311736" y="1517578"/>
                <a:ext cx="90629" cy="159861"/>
              </a:xfrm>
              <a:custGeom>
                <a:avLst/>
                <a:gdLst/>
                <a:ahLst/>
                <a:cxnLst>
                  <a:cxn ang="0">
                    <a:pos x="56" y="127"/>
                  </a:cxn>
                  <a:cxn ang="0">
                    <a:pos x="56" y="111"/>
                  </a:cxn>
                  <a:cxn ang="0">
                    <a:pos x="48" y="96"/>
                  </a:cxn>
                  <a:cxn ang="0">
                    <a:pos x="48" y="88"/>
                  </a:cxn>
                  <a:cxn ang="0">
                    <a:pos x="40" y="80"/>
                  </a:cxn>
                  <a:cxn ang="0">
                    <a:pos x="40" y="64"/>
                  </a:cxn>
                  <a:cxn ang="0">
                    <a:pos x="32" y="64"/>
                  </a:cxn>
                  <a:cxn ang="0">
                    <a:pos x="40" y="64"/>
                  </a:cxn>
                  <a:cxn ang="0">
                    <a:pos x="40" y="56"/>
                  </a:cxn>
                  <a:cxn ang="0">
                    <a:pos x="40" y="48"/>
                  </a:cxn>
                  <a:cxn ang="0">
                    <a:pos x="40" y="40"/>
                  </a:cxn>
                  <a:cxn ang="0">
                    <a:pos x="40" y="32"/>
                  </a:cxn>
                  <a:cxn ang="0">
                    <a:pos x="48" y="24"/>
                  </a:cxn>
                  <a:cxn ang="0">
                    <a:pos x="48" y="24"/>
                  </a:cxn>
                  <a:cxn ang="0">
                    <a:pos x="48" y="24"/>
                  </a:cxn>
                  <a:cxn ang="0">
                    <a:pos x="40" y="24"/>
                  </a:cxn>
                  <a:cxn ang="0">
                    <a:pos x="32" y="24"/>
                  </a:cxn>
                  <a:cxn ang="0">
                    <a:pos x="24" y="24"/>
                  </a:cxn>
                  <a:cxn ang="0">
                    <a:pos x="16" y="24"/>
                  </a:cxn>
                  <a:cxn ang="0">
                    <a:pos x="8" y="24"/>
                  </a:cxn>
                  <a:cxn ang="0">
                    <a:pos x="0" y="16"/>
                  </a:cxn>
                  <a:cxn ang="0">
                    <a:pos x="16" y="16"/>
                  </a:cxn>
                  <a:cxn ang="0">
                    <a:pos x="32" y="8"/>
                  </a:cxn>
                  <a:cxn ang="0">
                    <a:pos x="40" y="8"/>
                  </a:cxn>
                  <a:cxn ang="0">
                    <a:pos x="40" y="0"/>
                  </a:cxn>
                  <a:cxn ang="0">
                    <a:pos x="40" y="0"/>
                  </a:cxn>
                  <a:cxn ang="0">
                    <a:pos x="48" y="0"/>
                  </a:cxn>
                  <a:cxn ang="0">
                    <a:pos x="56" y="0"/>
                  </a:cxn>
                  <a:cxn ang="0">
                    <a:pos x="64" y="8"/>
                  </a:cxn>
                  <a:cxn ang="0">
                    <a:pos x="72" y="16"/>
                  </a:cxn>
                  <a:cxn ang="0">
                    <a:pos x="72" y="16"/>
                  </a:cxn>
                  <a:cxn ang="0">
                    <a:pos x="72" y="24"/>
                  </a:cxn>
                  <a:cxn ang="0">
                    <a:pos x="64" y="24"/>
                  </a:cxn>
                  <a:cxn ang="0">
                    <a:pos x="64" y="24"/>
                  </a:cxn>
                  <a:cxn ang="0">
                    <a:pos x="64" y="32"/>
                  </a:cxn>
                  <a:cxn ang="0">
                    <a:pos x="56" y="40"/>
                  </a:cxn>
                  <a:cxn ang="0">
                    <a:pos x="48" y="56"/>
                  </a:cxn>
                  <a:cxn ang="0">
                    <a:pos x="48" y="56"/>
                  </a:cxn>
                  <a:cxn ang="0">
                    <a:pos x="48" y="56"/>
                  </a:cxn>
                  <a:cxn ang="0">
                    <a:pos x="48" y="64"/>
                  </a:cxn>
                  <a:cxn ang="0">
                    <a:pos x="48" y="64"/>
                  </a:cxn>
                  <a:cxn ang="0">
                    <a:pos x="56" y="80"/>
                  </a:cxn>
                  <a:cxn ang="0">
                    <a:pos x="64" y="96"/>
                  </a:cxn>
                  <a:cxn ang="0">
                    <a:pos x="64" y="104"/>
                  </a:cxn>
                  <a:cxn ang="0">
                    <a:pos x="64" y="111"/>
                  </a:cxn>
                  <a:cxn ang="0">
                    <a:pos x="64" y="127"/>
                  </a:cxn>
                  <a:cxn ang="0">
                    <a:pos x="56" y="127"/>
                  </a:cxn>
                  <a:cxn ang="0">
                    <a:pos x="56" y="127"/>
                  </a:cxn>
                </a:cxnLst>
                <a:rect l="0" t="0" r="r" b="b"/>
                <a:pathLst>
                  <a:path w="72" h="127">
                    <a:moveTo>
                      <a:pt x="56" y="127"/>
                    </a:moveTo>
                    <a:lnTo>
                      <a:pt x="56" y="111"/>
                    </a:lnTo>
                    <a:lnTo>
                      <a:pt x="48" y="96"/>
                    </a:lnTo>
                    <a:lnTo>
                      <a:pt x="48" y="88"/>
                    </a:lnTo>
                    <a:lnTo>
                      <a:pt x="40" y="80"/>
                    </a:lnTo>
                    <a:lnTo>
                      <a:pt x="40" y="64"/>
                    </a:lnTo>
                    <a:lnTo>
                      <a:pt x="32" y="64"/>
                    </a:lnTo>
                    <a:lnTo>
                      <a:pt x="40" y="64"/>
                    </a:lnTo>
                    <a:lnTo>
                      <a:pt x="40" y="56"/>
                    </a:lnTo>
                    <a:lnTo>
                      <a:pt x="40" y="48"/>
                    </a:lnTo>
                    <a:lnTo>
                      <a:pt x="40" y="40"/>
                    </a:lnTo>
                    <a:lnTo>
                      <a:pt x="40" y="32"/>
                    </a:lnTo>
                    <a:lnTo>
                      <a:pt x="48" y="24"/>
                    </a:lnTo>
                    <a:lnTo>
                      <a:pt x="48" y="24"/>
                    </a:lnTo>
                    <a:lnTo>
                      <a:pt x="48" y="24"/>
                    </a:lnTo>
                    <a:lnTo>
                      <a:pt x="40" y="24"/>
                    </a:lnTo>
                    <a:lnTo>
                      <a:pt x="32" y="24"/>
                    </a:lnTo>
                    <a:lnTo>
                      <a:pt x="24" y="24"/>
                    </a:lnTo>
                    <a:lnTo>
                      <a:pt x="16" y="24"/>
                    </a:lnTo>
                    <a:lnTo>
                      <a:pt x="8" y="24"/>
                    </a:lnTo>
                    <a:lnTo>
                      <a:pt x="0" y="16"/>
                    </a:lnTo>
                    <a:lnTo>
                      <a:pt x="16" y="16"/>
                    </a:lnTo>
                    <a:lnTo>
                      <a:pt x="32" y="8"/>
                    </a:lnTo>
                    <a:lnTo>
                      <a:pt x="40" y="8"/>
                    </a:lnTo>
                    <a:lnTo>
                      <a:pt x="40" y="0"/>
                    </a:lnTo>
                    <a:lnTo>
                      <a:pt x="40" y="0"/>
                    </a:lnTo>
                    <a:lnTo>
                      <a:pt x="48" y="0"/>
                    </a:lnTo>
                    <a:lnTo>
                      <a:pt x="56" y="0"/>
                    </a:lnTo>
                    <a:lnTo>
                      <a:pt x="64" y="8"/>
                    </a:lnTo>
                    <a:lnTo>
                      <a:pt x="72" y="16"/>
                    </a:lnTo>
                    <a:lnTo>
                      <a:pt x="72" y="16"/>
                    </a:lnTo>
                    <a:lnTo>
                      <a:pt x="72" y="24"/>
                    </a:lnTo>
                    <a:lnTo>
                      <a:pt x="64" y="24"/>
                    </a:lnTo>
                    <a:lnTo>
                      <a:pt x="64" y="24"/>
                    </a:lnTo>
                    <a:lnTo>
                      <a:pt x="64" y="32"/>
                    </a:lnTo>
                    <a:lnTo>
                      <a:pt x="56" y="40"/>
                    </a:lnTo>
                    <a:lnTo>
                      <a:pt x="48" y="56"/>
                    </a:lnTo>
                    <a:lnTo>
                      <a:pt x="48" y="56"/>
                    </a:lnTo>
                    <a:lnTo>
                      <a:pt x="48" y="56"/>
                    </a:lnTo>
                    <a:lnTo>
                      <a:pt x="48" y="64"/>
                    </a:lnTo>
                    <a:lnTo>
                      <a:pt x="48" y="64"/>
                    </a:lnTo>
                    <a:lnTo>
                      <a:pt x="56" y="80"/>
                    </a:lnTo>
                    <a:lnTo>
                      <a:pt x="64" y="96"/>
                    </a:lnTo>
                    <a:lnTo>
                      <a:pt x="64" y="104"/>
                    </a:lnTo>
                    <a:lnTo>
                      <a:pt x="64" y="111"/>
                    </a:lnTo>
                    <a:lnTo>
                      <a:pt x="64" y="127"/>
                    </a:lnTo>
                    <a:lnTo>
                      <a:pt x="56" y="127"/>
                    </a:lnTo>
                    <a:lnTo>
                      <a:pt x="56" y="127"/>
                    </a:lnTo>
                  </a:path>
                </a:pathLst>
              </a:custGeom>
              <a:grpFill/>
              <a:ln w="12700">
                <a:solidFill>
                  <a:schemeClr val="tx1"/>
                </a:solidFill>
                <a:prstDash val="solid"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80" name="Freeform 83"/>
              <p:cNvSpPr/>
              <p:nvPr/>
            </p:nvSpPr>
            <p:spPr bwMode="auto">
              <a:xfrm>
                <a:off x="6352016" y="1418137"/>
                <a:ext cx="50350" cy="50350"/>
              </a:xfrm>
              <a:custGeom>
                <a:avLst/>
                <a:gdLst/>
                <a:ahLst/>
                <a:cxnLst>
                  <a:cxn ang="0">
                    <a:pos x="24" y="8"/>
                  </a:cxn>
                  <a:cxn ang="0">
                    <a:pos x="32" y="16"/>
                  </a:cxn>
                  <a:cxn ang="0">
                    <a:pos x="40" y="24"/>
                  </a:cxn>
                  <a:cxn ang="0">
                    <a:pos x="32" y="32"/>
                  </a:cxn>
                  <a:cxn ang="0">
                    <a:pos x="32" y="40"/>
                  </a:cxn>
                  <a:cxn ang="0">
                    <a:pos x="32" y="40"/>
                  </a:cxn>
                  <a:cxn ang="0">
                    <a:pos x="24" y="40"/>
                  </a:cxn>
                  <a:cxn ang="0">
                    <a:pos x="24" y="32"/>
                  </a:cxn>
                  <a:cxn ang="0">
                    <a:pos x="16" y="24"/>
                  </a:cxn>
                  <a:cxn ang="0">
                    <a:pos x="8" y="16"/>
                  </a:cxn>
                  <a:cxn ang="0">
                    <a:pos x="0" y="8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8" y="0"/>
                  </a:cxn>
                  <a:cxn ang="0">
                    <a:pos x="16" y="0"/>
                  </a:cxn>
                  <a:cxn ang="0">
                    <a:pos x="24" y="8"/>
                  </a:cxn>
                  <a:cxn ang="0">
                    <a:pos x="24" y="8"/>
                  </a:cxn>
                </a:cxnLst>
                <a:rect l="0" t="0" r="r" b="b"/>
                <a:pathLst>
                  <a:path w="40" h="40">
                    <a:moveTo>
                      <a:pt x="24" y="8"/>
                    </a:moveTo>
                    <a:lnTo>
                      <a:pt x="32" y="16"/>
                    </a:lnTo>
                    <a:lnTo>
                      <a:pt x="40" y="24"/>
                    </a:lnTo>
                    <a:lnTo>
                      <a:pt x="32" y="32"/>
                    </a:lnTo>
                    <a:lnTo>
                      <a:pt x="32" y="40"/>
                    </a:lnTo>
                    <a:lnTo>
                      <a:pt x="32" y="40"/>
                    </a:lnTo>
                    <a:lnTo>
                      <a:pt x="24" y="40"/>
                    </a:lnTo>
                    <a:lnTo>
                      <a:pt x="24" y="32"/>
                    </a:lnTo>
                    <a:lnTo>
                      <a:pt x="16" y="24"/>
                    </a:lnTo>
                    <a:lnTo>
                      <a:pt x="8" y="16"/>
                    </a:lnTo>
                    <a:lnTo>
                      <a:pt x="0" y="8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8" y="0"/>
                    </a:lnTo>
                    <a:lnTo>
                      <a:pt x="16" y="0"/>
                    </a:lnTo>
                    <a:lnTo>
                      <a:pt x="24" y="8"/>
                    </a:lnTo>
                    <a:lnTo>
                      <a:pt x="24" y="8"/>
                    </a:lnTo>
                  </a:path>
                </a:pathLst>
              </a:custGeom>
              <a:grpFill/>
              <a:ln w="12700">
                <a:solidFill>
                  <a:schemeClr val="tx1"/>
                </a:solidFill>
                <a:prstDash val="solid"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86" name="Freeform 87"/>
              <p:cNvSpPr/>
              <p:nvPr/>
            </p:nvSpPr>
            <p:spPr bwMode="auto">
              <a:xfrm>
                <a:off x="6301666" y="1667367"/>
                <a:ext cx="362517" cy="70490"/>
              </a:xfrm>
              <a:custGeom>
                <a:avLst/>
                <a:gdLst/>
                <a:ahLst/>
                <a:cxnLst>
                  <a:cxn ang="0">
                    <a:pos x="248" y="24"/>
                  </a:cxn>
                  <a:cxn ang="0">
                    <a:pos x="264" y="24"/>
                  </a:cxn>
                  <a:cxn ang="0">
                    <a:pos x="280" y="24"/>
                  </a:cxn>
                  <a:cxn ang="0">
                    <a:pos x="288" y="24"/>
                  </a:cxn>
                  <a:cxn ang="0">
                    <a:pos x="288" y="24"/>
                  </a:cxn>
                  <a:cxn ang="0">
                    <a:pos x="288" y="32"/>
                  </a:cxn>
                  <a:cxn ang="0">
                    <a:pos x="288" y="32"/>
                  </a:cxn>
                  <a:cxn ang="0">
                    <a:pos x="280" y="32"/>
                  </a:cxn>
                  <a:cxn ang="0">
                    <a:pos x="272" y="40"/>
                  </a:cxn>
                  <a:cxn ang="0">
                    <a:pos x="248" y="48"/>
                  </a:cxn>
                  <a:cxn ang="0">
                    <a:pos x="240" y="56"/>
                  </a:cxn>
                  <a:cxn ang="0">
                    <a:pos x="224" y="56"/>
                  </a:cxn>
                  <a:cxn ang="0">
                    <a:pos x="224" y="56"/>
                  </a:cxn>
                  <a:cxn ang="0">
                    <a:pos x="216" y="56"/>
                  </a:cxn>
                  <a:cxn ang="0">
                    <a:pos x="208" y="56"/>
                  </a:cxn>
                  <a:cxn ang="0">
                    <a:pos x="200" y="56"/>
                  </a:cxn>
                  <a:cxn ang="0">
                    <a:pos x="184" y="48"/>
                  </a:cxn>
                  <a:cxn ang="0">
                    <a:pos x="168" y="40"/>
                  </a:cxn>
                  <a:cxn ang="0">
                    <a:pos x="152" y="40"/>
                  </a:cxn>
                  <a:cxn ang="0">
                    <a:pos x="136" y="32"/>
                  </a:cxn>
                  <a:cxn ang="0">
                    <a:pos x="112" y="24"/>
                  </a:cxn>
                  <a:cxn ang="0">
                    <a:pos x="88" y="16"/>
                  </a:cxn>
                  <a:cxn ang="0">
                    <a:pos x="72" y="16"/>
                  </a:cxn>
                  <a:cxn ang="0">
                    <a:pos x="64" y="8"/>
                  </a:cxn>
                  <a:cxn ang="0">
                    <a:pos x="56" y="8"/>
                  </a:cxn>
                  <a:cxn ang="0">
                    <a:pos x="48" y="8"/>
                  </a:cxn>
                  <a:cxn ang="0">
                    <a:pos x="32" y="16"/>
                  </a:cxn>
                  <a:cxn ang="0">
                    <a:pos x="16" y="24"/>
                  </a:cxn>
                  <a:cxn ang="0">
                    <a:pos x="16" y="24"/>
                  </a:cxn>
                  <a:cxn ang="0">
                    <a:pos x="8" y="16"/>
                  </a:cxn>
                  <a:cxn ang="0">
                    <a:pos x="8" y="16"/>
                  </a:cxn>
                  <a:cxn ang="0">
                    <a:pos x="0" y="8"/>
                  </a:cxn>
                  <a:cxn ang="0">
                    <a:pos x="16" y="8"/>
                  </a:cxn>
                  <a:cxn ang="0">
                    <a:pos x="24" y="0"/>
                  </a:cxn>
                  <a:cxn ang="0">
                    <a:pos x="40" y="0"/>
                  </a:cxn>
                  <a:cxn ang="0">
                    <a:pos x="56" y="0"/>
                  </a:cxn>
                  <a:cxn ang="0">
                    <a:pos x="72" y="0"/>
                  </a:cxn>
                  <a:cxn ang="0">
                    <a:pos x="88" y="0"/>
                  </a:cxn>
                  <a:cxn ang="0">
                    <a:pos x="104" y="8"/>
                  </a:cxn>
                  <a:cxn ang="0">
                    <a:pos x="128" y="16"/>
                  </a:cxn>
                  <a:cxn ang="0">
                    <a:pos x="152" y="16"/>
                  </a:cxn>
                  <a:cxn ang="0">
                    <a:pos x="184" y="24"/>
                  </a:cxn>
                  <a:cxn ang="0">
                    <a:pos x="216" y="24"/>
                  </a:cxn>
                  <a:cxn ang="0">
                    <a:pos x="248" y="24"/>
                  </a:cxn>
                  <a:cxn ang="0">
                    <a:pos x="248" y="24"/>
                  </a:cxn>
                </a:cxnLst>
                <a:rect l="0" t="0" r="r" b="b"/>
                <a:pathLst>
                  <a:path w="288" h="56">
                    <a:moveTo>
                      <a:pt x="248" y="24"/>
                    </a:moveTo>
                    <a:lnTo>
                      <a:pt x="264" y="24"/>
                    </a:lnTo>
                    <a:lnTo>
                      <a:pt x="280" y="24"/>
                    </a:lnTo>
                    <a:lnTo>
                      <a:pt x="288" y="24"/>
                    </a:lnTo>
                    <a:lnTo>
                      <a:pt x="288" y="24"/>
                    </a:lnTo>
                    <a:lnTo>
                      <a:pt x="288" y="32"/>
                    </a:lnTo>
                    <a:lnTo>
                      <a:pt x="288" y="32"/>
                    </a:lnTo>
                    <a:lnTo>
                      <a:pt x="280" y="32"/>
                    </a:lnTo>
                    <a:lnTo>
                      <a:pt x="272" y="40"/>
                    </a:lnTo>
                    <a:lnTo>
                      <a:pt x="248" y="48"/>
                    </a:lnTo>
                    <a:lnTo>
                      <a:pt x="240" y="56"/>
                    </a:lnTo>
                    <a:lnTo>
                      <a:pt x="224" y="56"/>
                    </a:lnTo>
                    <a:lnTo>
                      <a:pt x="224" y="56"/>
                    </a:lnTo>
                    <a:lnTo>
                      <a:pt x="216" y="56"/>
                    </a:lnTo>
                    <a:lnTo>
                      <a:pt x="208" y="56"/>
                    </a:lnTo>
                    <a:lnTo>
                      <a:pt x="200" y="56"/>
                    </a:lnTo>
                    <a:lnTo>
                      <a:pt x="184" y="48"/>
                    </a:lnTo>
                    <a:lnTo>
                      <a:pt x="168" y="40"/>
                    </a:lnTo>
                    <a:lnTo>
                      <a:pt x="152" y="40"/>
                    </a:lnTo>
                    <a:lnTo>
                      <a:pt x="136" y="32"/>
                    </a:lnTo>
                    <a:lnTo>
                      <a:pt x="112" y="24"/>
                    </a:lnTo>
                    <a:lnTo>
                      <a:pt x="88" y="16"/>
                    </a:lnTo>
                    <a:lnTo>
                      <a:pt x="72" y="16"/>
                    </a:lnTo>
                    <a:lnTo>
                      <a:pt x="64" y="8"/>
                    </a:lnTo>
                    <a:lnTo>
                      <a:pt x="56" y="8"/>
                    </a:lnTo>
                    <a:lnTo>
                      <a:pt x="48" y="8"/>
                    </a:lnTo>
                    <a:lnTo>
                      <a:pt x="32" y="16"/>
                    </a:lnTo>
                    <a:lnTo>
                      <a:pt x="16" y="24"/>
                    </a:lnTo>
                    <a:lnTo>
                      <a:pt x="16" y="24"/>
                    </a:lnTo>
                    <a:lnTo>
                      <a:pt x="8" y="16"/>
                    </a:lnTo>
                    <a:lnTo>
                      <a:pt x="8" y="16"/>
                    </a:lnTo>
                    <a:lnTo>
                      <a:pt x="0" y="8"/>
                    </a:lnTo>
                    <a:lnTo>
                      <a:pt x="16" y="8"/>
                    </a:lnTo>
                    <a:lnTo>
                      <a:pt x="24" y="0"/>
                    </a:lnTo>
                    <a:lnTo>
                      <a:pt x="40" y="0"/>
                    </a:lnTo>
                    <a:lnTo>
                      <a:pt x="56" y="0"/>
                    </a:lnTo>
                    <a:lnTo>
                      <a:pt x="72" y="0"/>
                    </a:lnTo>
                    <a:lnTo>
                      <a:pt x="88" y="0"/>
                    </a:lnTo>
                    <a:lnTo>
                      <a:pt x="104" y="8"/>
                    </a:lnTo>
                    <a:lnTo>
                      <a:pt x="128" y="16"/>
                    </a:lnTo>
                    <a:lnTo>
                      <a:pt x="152" y="16"/>
                    </a:lnTo>
                    <a:lnTo>
                      <a:pt x="184" y="24"/>
                    </a:lnTo>
                    <a:lnTo>
                      <a:pt x="216" y="24"/>
                    </a:lnTo>
                    <a:lnTo>
                      <a:pt x="248" y="24"/>
                    </a:lnTo>
                    <a:lnTo>
                      <a:pt x="248" y="24"/>
                    </a:lnTo>
                  </a:path>
                </a:pathLst>
              </a:custGeom>
              <a:grpFill/>
              <a:ln w="12700">
                <a:solidFill>
                  <a:schemeClr val="tx1"/>
                </a:solidFill>
                <a:prstDash val="solid"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grpSp>
          <p:nvGrpSpPr>
            <p:cNvPr id="15" name="组合 186"/>
            <p:cNvGrpSpPr>
              <a:grpSpLocks noChangeAspect="1"/>
            </p:cNvGrpSpPr>
            <p:nvPr/>
          </p:nvGrpSpPr>
          <p:grpSpPr>
            <a:xfrm>
              <a:off x="7651267" y="1174025"/>
              <a:ext cx="150146" cy="162000"/>
              <a:chOff x="7837696" y="1507507"/>
              <a:chExt cx="349931" cy="360000"/>
            </a:xfrm>
            <a:solidFill>
              <a:schemeClr val="tx1"/>
            </a:solidFill>
          </p:grpSpPr>
          <p:sp>
            <p:nvSpPr>
              <p:cNvPr id="188" name="Freeform 110"/>
              <p:cNvSpPr/>
              <p:nvPr/>
            </p:nvSpPr>
            <p:spPr bwMode="auto">
              <a:xfrm>
                <a:off x="7837696" y="1567927"/>
                <a:ext cx="40280" cy="289510"/>
              </a:xfrm>
              <a:custGeom>
                <a:avLst/>
                <a:gdLst/>
                <a:ahLst/>
                <a:cxnLst>
                  <a:cxn ang="0">
                    <a:pos x="0" y="8"/>
                  </a:cxn>
                  <a:cxn ang="0">
                    <a:pos x="0" y="8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8" y="0"/>
                  </a:cxn>
                  <a:cxn ang="0">
                    <a:pos x="24" y="8"/>
                  </a:cxn>
                  <a:cxn ang="0">
                    <a:pos x="24" y="8"/>
                  </a:cxn>
                  <a:cxn ang="0">
                    <a:pos x="32" y="16"/>
                  </a:cxn>
                  <a:cxn ang="0">
                    <a:pos x="32" y="31"/>
                  </a:cxn>
                  <a:cxn ang="0">
                    <a:pos x="32" y="47"/>
                  </a:cxn>
                  <a:cxn ang="0">
                    <a:pos x="32" y="63"/>
                  </a:cxn>
                  <a:cxn ang="0">
                    <a:pos x="32" y="79"/>
                  </a:cxn>
                  <a:cxn ang="0">
                    <a:pos x="32" y="111"/>
                  </a:cxn>
                  <a:cxn ang="0">
                    <a:pos x="32" y="135"/>
                  </a:cxn>
                  <a:cxn ang="0">
                    <a:pos x="32" y="159"/>
                  </a:cxn>
                  <a:cxn ang="0">
                    <a:pos x="24" y="182"/>
                  </a:cxn>
                  <a:cxn ang="0">
                    <a:pos x="24" y="198"/>
                  </a:cxn>
                  <a:cxn ang="0">
                    <a:pos x="24" y="214"/>
                  </a:cxn>
                  <a:cxn ang="0">
                    <a:pos x="24" y="222"/>
                  </a:cxn>
                  <a:cxn ang="0">
                    <a:pos x="24" y="230"/>
                  </a:cxn>
                  <a:cxn ang="0">
                    <a:pos x="16" y="230"/>
                  </a:cxn>
                  <a:cxn ang="0">
                    <a:pos x="16" y="230"/>
                  </a:cxn>
                  <a:cxn ang="0">
                    <a:pos x="16" y="222"/>
                  </a:cxn>
                  <a:cxn ang="0">
                    <a:pos x="8" y="222"/>
                  </a:cxn>
                  <a:cxn ang="0">
                    <a:pos x="8" y="214"/>
                  </a:cxn>
                  <a:cxn ang="0">
                    <a:pos x="0" y="198"/>
                  </a:cxn>
                  <a:cxn ang="0">
                    <a:pos x="0" y="190"/>
                  </a:cxn>
                  <a:cxn ang="0">
                    <a:pos x="0" y="190"/>
                  </a:cxn>
                  <a:cxn ang="0">
                    <a:pos x="0" y="182"/>
                  </a:cxn>
                  <a:cxn ang="0">
                    <a:pos x="8" y="174"/>
                  </a:cxn>
                  <a:cxn ang="0">
                    <a:pos x="8" y="159"/>
                  </a:cxn>
                  <a:cxn ang="0">
                    <a:pos x="8" y="127"/>
                  </a:cxn>
                  <a:cxn ang="0">
                    <a:pos x="8" y="95"/>
                  </a:cxn>
                  <a:cxn ang="0">
                    <a:pos x="8" y="71"/>
                  </a:cxn>
                  <a:cxn ang="0">
                    <a:pos x="8" y="55"/>
                  </a:cxn>
                  <a:cxn ang="0">
                    <a:pos x="8" y="47"/>
                  </a:cxn>
                  <a:cxn ang="0">
                    <a:pos x="8" y="31"/>
                  </a:cxn>
                  <a:cxn ang="0">
                    <a:pos x="8" y="24"/>
                  </a:cxn>
                  <a:cxn ang="0">
                    <a:pos x="8" y="16"/>
                  </a:cxn>
                  <a:cxn ang="0">
                    <a:pos x="0" y="16"/>
                  </a:cxn>
                  <a:cxn ang="0">
                    <a:pos x="0" y="8"/>
                  </a:cxn>
                  <a:cxn ang="0">
                    <a:pos x="0" y="8"/>
                  </a:cxn>
                </a:cxnLst>
                <a:rect l="0" t="0" r="r" b="b"/>
                <a:pathLst>
                  <a:path w="32" h="230">
                    <a:moveTo>
                      <a:pt x="0" y="8"/>
                    </a:moveTo>
                    <a:lnTo>
                      <a:pt x="0" y="8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8" y="0"/>
                    </a:lnTo>
                    <a:lnTo>
                      <a:pt x="24" y="8"/>
                    </a:lnTo>
                    <a:lnTo>
                      <a:pt x="24" y="8"/>
                    </a:lnTo>
                    <a:lnTo>
                      <a:pt x="32" y="16"/>
                    </a:lnTo>
                    <a:lnTo>
                      <a:pt x="32" y="31"/>
                    </a:lnTo>
                    <a:lnTo>
                      <a:pt x="32" y="47"/>
                    </a:lnTo>
                    <a:lnTo>
                      <a:pt x="32" y="63"/>
                    </a:lnTo>
                    <a:lnTo>
                      <a:pt x="32" y="79"/>
                    </a:lnTo>
                    <a:lnTo>
                      <a:pt x="32" y="111"/>
                    </a:lnTo>
                    <a:lnTo>
                      <a:pt x="32" y="135"/>
                    </a:lnTo>
                    <a:lnTo>
                      <a:pt x="32" y="159"/>
                    </a:lnTo>
                    <a:lnTo>
                      <a:pt x="24" y="182"/>
                    </a:lnTo>
                    <a:lnTo>
                      <a:pt x="24" y="198"/>
                    </a:lnTo>
                    <a:lnTo>
                      <a:pt x="24" y="214"/>
                    </a:lnTo>
                    <a:lnTo>
                      <a:pt x="24" y="222"/>
                    </a:lnTo>
                    <a:lnTo>
                      <a:pt x="24" y="230"/>
                    </a:lnTo>
                    <a:lnTo>
                      <a:pt x="16" y="230"/>
                    </a:lnTo>
                    <a:lnTo>
                      <a:pt x="16" y="230"/>
                    </a:lnTo>
                    <a:lnTo>
                      <a:pt x="16" y="222"/>
                    </a:lnTo>
                    <a:lnTo>
                      <a:pt x="8" y="222"/>
                    </a:lnTo>
                    <a:lnTo>
                      <a:pt x="8" y="214"/>
                    </a:lnTo>
                    <a:lnTo>
                      <a:pt x="0" y="198"/>
                    </a:lnTo>
                    <a:lnTo>
                      <a:pt x="0" y="190"/>
                    </a:lnTo>
                    <a:lnTo>
                      <a:pt x="0" y="190"/>
                    </a:lnTo>
                    <a:lnTo>
                      <a:pt x="0" y="182"/>
                    </a:lnTo>
                    <a:lnTo>
                      <a:pt x="8" y="174"/>
                    </a:lnTo>
                    <a:lnTo>
                      <a:pt x="8" y="159"/>
                    </a:lnTo>
                    <a:lnTo>
                      <a:pt x="8" y="127"/>
                    </a:lnTo>
                    <a:lnTo>
                      <a:pt x="8" y="95"/>
                    </a:lnTo>
                    <a:lnTo>
                      <a:pt x="8" y="71"/>
                    </a:lnTo>
                    <a:lnTo>
                      <a:pt x="8" y="55"/>
                    </a:lnTo>
                    <a:lnTo>
                      <a:pt x="8" y="47"/>
                    </a:lnTo>
                    <a:lnTo>
                      <a:pt x="8" y="31"/>
                    </a:lnTo>
                    <a:lnTo>
                      <a:pt x="8" y="24"/>
                    </a:lnTo>
                    <a:lnTo>
                      <a:pt x="8" y="16"/>
                    </a:lnTo>
                    <a:lnTo>
                      <a:pt x="0" y="16"/>
                    </a:lnTo>
                    <a:lnTo>
                      <a:pt x="0" y="8"/>
                    </a:lnTo>
                    <a:lnTo>
                      <a:pt x="0" y="8"/>
                    </a:lnTo>
                  </a:path>
                </a:pathLst>
              </a:custGeom>
              <a:grpFill/>
              <a:ln w="12700">
                <a:solidFill>
                  <a:schemeClr val="tx1"/>
                </a:solidFill>
                <a:prstDash val="solid"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89" name="Freeform 111"/>
              <p:cNvSpPr/>
              <p:nvPr/>
            </p:nvSpPr>
            <p:spPr bwMode="auto">
              <a:xfrm>
                <a:off x="7977417" y="1507507"/>
                <a:ext cx="210210" cy="360000"/>
              </a:xfrm>
              <a:custGeom>
                <a:avLst/>
                <a:gdLst/>
                <a:ahLst/>
                <a:cxnLst>
                  <a:cxn ang="0">
                    <a:pos x="151" y="286"/>
                  </a:cxn>
                  <a:cxn ang="0">
                    <a:pos x="135" y="286"/>
                  </a:cxn>
                  <a:cxn ang="0">
                    <a:pos x="127" y="270"/>
                  </a:cxn>
                  <a:cxn ang="0">
                    <a:pos x="119" y="254"/>
                  </a:cxn>
                  <a:cxn ang="0">
                    <a:pos x="103" y="246"/>
                  </a:cxn>
                  <a:cxn ang="0">
                    <a:pos x="96" y="238"/>
                  </a:cxn>
                  <a:cxn ang="0">
                    <a:pos x="103" y="230"/>
                  </a:cxn>
                  <a:cxn ang="0">
                    <a:pos x="119" y="238"/>
                  </a:cxn>
                  <a:cxn ang="0">
                    <a:pos x="135" y="238"/>
                  </a:cxn>
                  <a:cxn ang="0">
                    <a:pos x="143" y="230"/>
                  </a:cxn>
                  <a:cxn ang="0">
                    <a:pos x="143" y="215"/>
                  </a:cxn>
                  <a:cxn ang="0">
                    <a:pos x="143" y="167"/>
                  </a:cxn>
                  <a:cxn ang="0">
                    <a:pos x="143" y="95"/>
                  </a:cxn>
                  <a:cxn ang="0">
                    <a:pos x="135" y="48"/>
                  </a:cxn>
                  <a:cxn ang="0">
                    <a:pos x="135" y="32"/>
                  </a:cxn>
                  <a:cxn ang="0">
                    <a:pos x="119" y="24"/>
                  </a:cxn>
                  <a:cxn ang="0">
                    <a:pos x="88" y="32"/>
                  </a:cxn>
                  <a:cxn ang="0">
                    <a:pos x="56" y="32"/>
                  </a:cxn>
                  <a:cxn ang="0">
                    <a:pos x="32" y="32"/>
                  </a:cxn>
                  <a:cxn ang="0">
                    <a:pos x="24" y="32"/>
                  </a:cxn>
                  <a:cxn ang="0">
                    <a:pos x="8" y="32"/>
                  </a:cxn>
                  <a:cxn ang="0">
                    <a:pos x="16" y="24"/>
                  </a:cxn>
                  <a:cxn ang="0">
                    <a:pos x="48" y="16"/>
                  </a:cxn>
                  <a:cxn ang="0">
                    <a:pos x="96" y="16"/>
                  </a:cxn>
                  <a:cxn ang="0">
                    <a:pos x="119" y="8"/>
                  </a:cxn>
                  <a:cxn ang="0">
                    <a:pos x="135" y="0"/>
                  </a:cxn>
                  <a:cxn ang="0">
                    <a:pos x="151" y="8"/>
                  </a:cxn>
                  <a:cxn ang="0">
                    <a:pos x="167" y="16"/>
                  </a:cxn>
                  <a:cxn ang="0">
                    <a:pos x="167" y="24"/>
                  </a:cxn>
                  <a:cxn ang="0">
                    <a:pos x="167" y="32"/>
                  </a:cxn>
                  <a:cxn ang="0">
                    <a:pos x="159" y="40"/>
                  </a:cxn>
                  <a:cxn ang="0">
                    <a:pos x="159" y="56"/>
                  </a:cxn>
                  <a:cxn ang="0">
                    <a:pos x="159" y="95"/>
                  </a:cxn>
                  <a:cxn ang="0">
                    <a:pos x="167" y="151"/>
                  </a:cxn>
                  <a:cxn ang="0">
                    <a:pos x="167" y="215"/>
                  </a:cxn>
                  <a:cxn ang="0">
                    <a:pos x="167" y="246"/>
                  </a:cxn>
                  <a:cxn ang="0">
                    <a:pos x="159" y="278"/>
                  </a:cxn>
                </a:cxnLst>
                <a:rect l="0" t="0" r="r" b="b"/>
                <a:pathLst>
                  <a:path w="167" h="286">
                    <a:moveTo>
                      <a:pt x="159" y="278"/>
                    </a:moveTo>
                    <a:lnTo>
                      <a:pt x="151" y="286"/>
                    </a:lnTo>
                    <a:lnTo>
                      <a:pt x="143" y="286"/>
                    </a:lnTo>
                    <a:lnTo>
                      <a:pt x="135" y="286"/>
                    </a:lnTo>
                    <a:lnTo>
                      <a:pt x="135" y="278"/>
                    </a:lnTo>
                    <a:lnTo>
                      <a:pt x="127" y="270"/>
                    </a:lnTo>
                    <a:lnTo>
                      <a:pt x="127" y="262"/>
                    </a:lnTo>
                    <a:lnTo>
                      <a:pt x="119" y="254"/>
                    </a:lnTo>
                    <a:lnTo>
                      <a:pt x="111" y="254"/>
                    </a:lnTo>
                    <a:lnTo>
                      <a:pt x="103" y="246"/>
                    </a:lnTo>
                    <a:lnTo>
                      <a:pt x="96" y="238"/>
                    </a:lnTo>
                    <a:lnTo>
                      <a:pt x="96" y="238"/>
                    </a:lnTo>
                    <a:lnTo>
                      <a:pt x="96" y="230"/>
                    </a:lnTo>
                    <a:lnTo>
                      <a:pt x="103" y="230"/>
                    </a:lnTo>
                    <a:lnTo>
                      <a:pt x="111" y="238"/>
                    </a:lnTo>
                    <a:lnTo>
                      <a:pt x="119" y="238"/>
                    </a:lnTo>
                    <a:lnTo>
                      <a:pt x="127" y="238"/>
                    </a:lnTo>
                    <a:lnTo>
                      <a:pt x="135" y="238"/>
                    </a:lnTo>
                    <a:lnTo>
                      <a:pt x="143" y="238"/>
                    </a:lnTo>
                    <a:lnTo>
                      <a:pt x="143" y="230"/>
                    </a:lnTo>
                    <a:lnTo>
                      <a:pt x="143" y="222"/>
                    </a:lnTo>
                    <a:lnTo>
                      <a:pt x="143" y="215"/>
                    </a:lnTo>
                    <a:lnTo>
                      <a:pt x="143" y="199"/>
                    </a:lnTo>
                    <a:lnTo>
                      <a:pt x="143" y="167"/>
                    </a:lnTo>
                    <a:lnTo>
                      <a:pt x="143" y="127"/>
                    </a:lnTo>
                    <a:lnTo>
                      <a:pt x="143" y="95"/>
                    </a:lnTo>
                    <a:lnTo>
                      <a:pt x="135" y="64"/>
                    </a:lnTo>
                    <a:lnTo>
                      <a:pt x="135" y="48"/>
                    </a:lnTo>
                    <a:lnTo>
                      <a:pt x="135" y="40"/>
                    </a:lnTo>
                    <a:lnTo>
                      <a:pt x="135" y="32"/>
                    </a:lnTo>
                    <a:lnTo>
                      <a:pt x="127" y="24"/>
                    </a:lnTo>
                    <a:lnTo>
                      <a:pt x="119" y="24"/>
                    </a:lnTo>
                    <a:lnTo>
                      <a:pt x="111" y="24"/>
                    </a:lnTo>
                    <a:lnTo>
                      <a:pt x="88" y="32"/>
                    </a:lnTo>
                    <a:lnTo>
                      <a:pt x="64" y="32"/>
                    </a:lnTo>
                    <a:lnTo>
                      <a:pt x="56" y="32"/>
                    </a:lnTo>
                    <a:lnTo>
                      <a:pt x="40" y="32"/>
                    </a:lnTo>
                    <a:lnTo>
                      <a:pt x="32" y="32"/>
                    </a:lnTo>
                    <a:lnTo>
                      <a:pt x="32" y="32"/>
                    </a:lnTo>
                    <a:lnTo>
                      <a:pt x="24" y="32"/>
                    </a:lnTo>
                    <a:lnTo>
                      <a:pt x="16" y="32"/>
                    </a:lnTo>
                    <a:lnTo>
                      <a:pt x="8" y="32"/>
                    </a:lnTo>
                    <a:lnTo>
                      <a:pt x="0" y="24"/>
                    </a:lnTo>
                    <a:lnTo>
                      <a:pt x="16" y="24"/>
                    </a:lnTo>
                    <a:lnTo>
                      <a:pt x="32" y="24"/>
                    </a:lnTo>
                    <a:lnTo>
                      <a:pt x="48" y="16"/>
                    </a:lnTo>
                    <a:lnTo>
                      <a:pt x="56" y="16"/>
                    </a:lnTo>
                    <a:lnTo>
                      <a:pt x="96" y="16"/>
                    </a:lnTo>
                    <a:lnTo>
                      <a:pt x="111" y="8"/>
                    </a:lnTo>
                    <a:lnTo>
                      <a:pt x="119" y="8"/>
                    </a:lnTo>
                    <a:lnTo>
                      <a:pt x="127" y="0"/>
                    </a:lnTo>
                    <a:lnTo>
                      <a:pt x="135" y="0"/>
                    </a:lnTo>
                    <a:lnTo>
                      <a:pt x="135" y="8"/>
                    </a:lnTo>
                    <a:lnTo>
                      <a:pt x="151" y="8"/>
                    </a:lnTo>
                    <a:lnTo>
                      <a:pt x="159" y="16"/>
                    </a:lnTo>
                    <a:lnTo>
                      <a:pt x="167" y="16"/>
                    </a:lnTo>
                    <a:lnTo>
                      <a:pt x="167" y="24"/>
                    </a:lnTo>
                    <a:lnTo>
                      <a:pt x="167" y="24"/>
                    </a:lnTo>
                    <a:lnTo>
                      <a:pt x="167" y="32"/>
                    </a:lnTo>
                    <a:lnTo>
                      <a:pt x="167" y="32"/>
                    </a:lnTo>
                    <a:lnTo>
                      <a:pt x="159" y="32"/>
                    </a:lnTo>
                    <a:lnTo>
                      <a:pt x="159" y="40"/>
                    </a:lnTo>
                    <a:lnTo>
                      <a:pt x="159" y="48"/>
                    </a:lnTo>
                    <a:lnTo>
                      <a:pt x="159" y="56"/>
                    </a:lnTo>
                    <a:lnTo>
                      <a:pt x="159" y="72"/>
                    </a:lnTo>
                    <a:lnTo>
                      <a:pt x="159" y="95"/>
                    </a:lnTo>
                    <a:lnTo>
                      <a:pt x="167" y="119"/>
                    </a:lnTo>
                    <a:lnTo>
                      <a:pt x="167" y="151"/>
                    </a:lnTo>
                    <a:lnTo>
                      <a:pt x="167" y="191"/>
                    </a:lnTo>
                    <a:lnTo>
                      <a:pt x="167" y="215"/>
                    </a:lnTo>
                    <a:lnTo>
                      <a:pt x="167" y="230"/>
                    </a:lnTo>
                    <a:lnTo>
                      <a:pt x="167" y="246"/>
                    </a:lnTo>
                    <a:lnTo>
                      <a:pt x="159" y="262"/>
                    </a:lnTo>
                    <a:lnTo>
                      <a:pt x="159" y="278"/>
                    </a:lnTo>
                    <a:lnTo>
                      <a:pt x="159" y="278"/>
                    </a:lnTo>
                  </a:path>
                </a:pathLst>
              </a:custGeom>
              <a:grpFill/>
              <a:ln w="12700">
                <a:solidFill>
                  <a:schemeClr val="tx1"/>
                </a:solidFill>
                <a:prstDash val="solid"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90" name="Freeform 115"/>
              <p:cNvSpPr/>
              <p:nvPr/>
            </p:nvSpPr>
            <p:spPr bwMode="auto">
              <a:xfrm>
                <a:off x="7877976" y="1507507"/>
                <a:ext cx="69231" cy="60420"/>
              </a:xfrm>
              <a:custGeom>
                <a:avLst/>
                <a:gdLst/>
                <a:ahLst/>
                <a:cxnLst>
                  <a:cxn ang="0">
                    <a:pos x="0" y="8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8" y="0"/>
                  </a:cxn>
                  <a:cxn ang="0">
                    <a:pos x="24" y="8"/>
                  </a:cxn>
                  <a:cxn ang="0">
                    <a:pos x="32" y="8"/>
                  </a:cxn>
                  <a:cxn ang="0">
                    <a:pos x="39" y="16"/>
                  </a:cxn>
                  <a:cxn ang="0">
                    <a:pos x="47" y="24"/>
                  </a:cxn>
                  <a:cxn ang="0">
                    <a:pos x="55" y="32"/>
                  </a:cxn>
                  <a:cxn ang="0">
                    <a:pos x="55" y="40"/>
                  </a:cxn>
                  <a:cxn ang="0">
                    <a:pos x="47" y="48"/>
                  </a:cxn>
                  <a:cxn ang="0">
                    <a:pos x="47" y="48"/>
                  </a:cxn>
                  <a:cxn ang="0">
                    <a:pos x="39" y="48"/>
                  </a:cxn>
                  <a:cxn ang="0">
                    <a:pos x="32" y="40"/>
                  </a:cxn>
                  <a:cxn ang="0">
                    <a:pos x="24" y="32"/>
                  </a:cxn>
                  <a:cxn ang="0">
                    <a:pos x="8" y="24"/>
                  </a:cxn>
                  <a:cxn ang="0">
                    <a:pos x="0" y="8"/>
                  </a:cxn>
                  <a:cxn ang="0">
                    <a:pos x="0" y="8"/>
                  </a:cxn>
                  <a:cxn ang="0">
                    <a:pos x="0" y="8"/>
                  </a:cxn>
                </a:cxnLst>
                <a:rect l="0" t="0" r="r" b="b"/>
                <a:pathLst>
                  <a:path w="55" h="48">
                    <a:moveTo>
                      <a:pt x="0" y="8"/>
                    </a:moveTo>
                    <a:lnTo>
                      <a:pt x="0" y="0"/>
                    </a:lnTo>
                    <a:lnTo>
                      <a:pt x="0" y="0"/>
                    </a:lnTo>
                    <a:lnTo>
                      <a:pt x="8" y="0"/>
                    </a:lnTo>
                    <a:lnTo>
                      <a:pt x="24" y="8"/>
                    </a:lnTo>
                    <a:lnTo>
                      <a:pt x="32" y="8"/>
                    </a:lnTo>
                    <a:lnTo>
                      <a:pt x="39" y="16"/>
                    </a:lnTo>
                    <a:lnTo>
                      <a:pt x="47" y="24"/>
                    </a:lnTo>
                    <a:lnTo>
                      <a:pt x="55" y="32"/>
                    </a:lnTo>
                    <a:lnTo>
                      <a:pt x="55" y="40"/>
                    </a:lnTo>
                    <a:lnTo>
                      <a:pt x="47" y="48"/>
                    </a:lnTo>
                    <a:lnTo>
                      <a:pt x="47" y="48"/>
                    </a:lnTo>
                    <a:lnTo>
                      <a:pt x="39" y="48"/>
                    </a:lnTo>
                    <a:lnTo>
                      <a:pt x="32" y="40"/>
                    </a:lnTo>
                    <a:lnTo>
                      <a:pt x="24" y="32"/>
                    </a:lnTo>
                    <a:lnTo>
                      <a:pt x="8" y="24"/>
                    </a:lnTo>
                    <a:lnTo>
                      <a:pt x="0" y="8"/>
                    </a:lnTo>
                    <a:lnTo>
                      <a:pt x="0" y="8"/>
                    </a:lnTo>
                    <a:lnTo>
                      <a:pt x="0" y="8"/>
                    </a:lnTo>
                  </a:path>
                </a:pathLst>
              </a:custGeom>
              <a:grpFill/>
              <a:ln w="12700">
                <a:solidFill>
                  <a:schemeClr val="tx1"/>
                </a:solidFill>
                <a:prstDash val="solid"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grpSp>
          <p:nvGrpSpPr>
            <p:cNvPr id="16" name="组合 190"/>
            <p:cNvGrpSpPr>
              <a:grpSpLocks noChangeAspect="1"/>
            </p:cNvGrpSpPr>
            <p:nvPr/>
          </p:nvGrpSpPr>
          <p:grpSpPr>
            <a:xfrm>
              <a:off x="2726669" y="1005849"/>
              <a:ext cx="342000" cy="301625"/>
              <a:chOff x="6301666" y="1418137"/>
              <a:chExt cx="362517" cy="319720"/>
            </a:xfrm>
            <a:solidFill>
              <a:schemeClr val="tx1"/>
            </a:solidFill>
          </p:grpSpPr>
          <p:sp>
            <p:nvSpPr>
              <p:cNvPr id="192" name="Freeform 82"/>
              <p:cNvSpPr/>
              <p:nvPr/>
            </p:nvSpPr>
            <p:spPr bwMode="auto">
              <a:xfrm>
                <a:off x="6311736" y="1517578"/>
                <a:ext cx="90629" cy="159861"/>
              </a:xfrm>
              <a:custGeom>
                <a:avLst/>
                <a:gdLst/>
                <a:ahLst/>
                <a:cxnLst>
                  <a:cxn ang="0">
                    <a:pos x="56" y="127"/>
                  </a:cxn>
                  <a:cxn ang="0">
                    <a:pos x="56" y="111"/>
                  </a:cxn>
                  <a:cxn ang="0">
                    <a:pos x="48" y="96"/>
                  </a:cxn>
                  <a:cxn ang="0">
                    <a:pos x="48" y="88"/>
                  </a:cxn>
                  <a:cxn ang="0">
                    <a:pos x="40" y="80"/>
                  </a:cxn>
                  <a:cxn ang="0">
                    <a:pos x="40" y="64"/>
                  </a:cxn>
                  <a:cxn ang="0">
                    <a:pos x="32" y="64"/>
                  </a:cxn>
                  <a:cxn ang="0">
                    <a:pos x="40" y="64"/>
                  </a:cxn>
                  <a:cxn ang="0">
                    <a:pos x="40" y="56"/>
                  </a:cxn>
                  <a:cxn ang="0">
                    <a:pos x="40" y="48"/>
                  </a:cxn>
                  <a:cxn ang="0">
                    <a:pos x="40" y="40"/>
                  </a:cxn>
                  <a:cxn ang="0">
                    <a:pos x="40" y="32"/>
                  </a:cxn>
                  <a:cxn ang="0">
                    <a:pos x="48" y="24"/>
                  </a:cxn>
                  <a:cxn ang="0">
                    <a:pos x="48" y="24"/>
                  </a:cxn>
                  <a:cxn ang="0">
                    <a:pos x="48" y="24"/>
                  </a:cxn>
                  <a:cxn ang="0">
                    <a:pos x="40" y="24"/>
                  </a:cxn>
                  <a:cxn ang="0">
                    <a:pos x="32" y="24"/>
                  </a:cxn>
                  <a:cxn ang="0">
                    <a:pos x="24" y="24"/>
                  </a:cxn>
                  <a:cxn ang="0">
                    <a:pos x="16" y="24"/>
                  </a:cxn>
                  <a:cxn ang="0">
                    <a:pos x="8" y="24"/>
                  </a:cxn>
                  <a:cxn ang="0">
                    <a:pos x="0" y="16"/>
                  </a:cxn>
                  <a:cxn ang="0">
                    <a:pos x="16" y="16"/>
                  </a:cxn>
                  <a:cxn ang="0">
                    <a:pos x="32" y="8"/>
                  </a:cxn>
                  <a:cxn ang="0">
                    <a:pos x="40" y="8"/>
                  </a:cxn>
                  <a:cxn ang="0">
                    <a:pos x="40" y="0"/>
                  </a:cxn>
                  <a:cxn ang="0">
                    <a:pos x="40" y="0"/>
                  </a:cxn>
                  <a:cxn ang="0">
                    <a:pos x="48" y="0"/>
                  </a:cxn>
                  <a:cxn ang="0">
                    <a:pos x="56" y="0"/>
                  </a:cxn>
                  <a:cxn ang="0">
                    <a:pos x="64" y="8"/>
                  </a:cxn>
                  <a:cxn ang="0">
                    <a:pos x="72" y="16"/>
                  </a:cxn>
                  <a:cxn ang="0">
                    <a:pos x="72" y="16"/>
                  </a:cxn>
                  <a:cxn ang="0">
                    <a:pos x="72" y="24"/>
                  </a:cxn>
                  <a:cxn ang="0">
                    <a:pos x="64" y="24"/>
                  </a:cxn>
                  <a:cxn ang="0">
                    <a:pos x="64" y="24"/>
                  </a:cxn>
                  <a:cxn ang="0">
                    <a:pos x="64" y="32"/>
                  </a:cxn>
                  <a:cxn ang="0">
                    <a:pos x="56" y="40"/>
                  </a:cxn>
                  <a:cxn ang="0">
                    <a:pos x="48" y="56"/>
                  </a:cxn>
                  <a:cxn ang="0">
                    <a:pos x="48" y="56"/>
                  </a:cxn>
                  <a:cxn ang="0">
                    <a:pos x="48" y="56"/>
                  </a:cxn>
                  <a:cxn ang="0">
                    <a:pos x="48" y="64"/>
                  </a:cxn>
                  <a:cxn ang="0">
                    <a:pos x="48" y="64"/>
                  </a:cxn>
                  <a:cxn ang="0">
                    <a:pos x="56" y="80"/>
                  </a:cxn>
                  <a:cxn ang="0">
                    <a:pos x="64" y="96"/>
                  </a:cxn>
                  <a:cxn ang="0">
                    <a:pos x="64" y="104"/>
                  </a:cxn>
                  <a:cxn ang="0">
                    <a:pos x="64" y="111"/>
                  </a:cxn>
                  <a:cxn ang="0">
                    <a:pos x="64" y="127"/>
                  </a:cxn>
                  <a:cxn ang="0">
                    <a:pos x="56" y="127"/>
                  </a:cxn>
                  <a:cxn ang="0">
                    <a:pos x="56" y="127"/>
                  </a:cxn>
                </a:cxnLst>
                <a:rect l="0" t="0" r="r" b="b"/>
                <a:pathLst>
                  <a:path w="72" h="127">
                    <a:moveTo>
                      <a:pt x="56" y="127"/>
                    </a:moveTo>
                    <a:lnTo>
                      <a:pt x="56" y="111"/>
                    </a:lnTo>
                    <a:lnTo>
                      <a:pt x="48" y="96"/>
                    </a:lnTo>
                    <a:lnTo>
                      <a:pt x="48" y="88"/>
                    </a:lnTo>
                    <a:lnTo>
                      <a:pt x="40" y="80"/>
                    </a:lnTo>
                    <a:lnTo>
                      <a:pt x="40" y="64"/>
                    </a:lnTo>
                    <a:lnTo>
                      <a:pt x="32" y="64"/>
                    </a:lnTo>
                    <a:lnTo>
                      <a:pt x="40" y="64"/>
                    </a:lnTo>
                    <a:lnTo>
                      <a:pt x="40" y="56"/>
                    </a:lnTo>
                    <a:lnTo>
                      <a:pt x="40" y="48"/>
                    </a:lnTo>
                    <a:lnTo>
                      <a:pt x="40" y="40"/>
                    </a:lnTo>
                    <a:lnTo>
                      <a:pt x="40" y="32"/>
                    </a:lnTo>
                    <a:lnTo>
                      <a:pt x="48" y="24"/>
                    </a:lnTo>
                    <a:lnTo>
                      <a:pt x="48" y="24"/>
                    </a:lnTo>
                    <a:lnTo>
                      <a:pt x="48" y="24"/>
                    </a:lnTo>
                    <a:lnTo>
                      <a:pt x="40" y="24"/>
                    </a:lnTo>
                    <a:lnTo>
                      <a:pt x="32" y="24"/>
                    </a:lnTo>
                    <a:lnTo>
                      <a:pt x="24" y="24"/>
                    </a:lnTo>
                    <a:lnTo>
                      <a:pt x="16" y="24"/>
                    </a:lnTo>
                    <a:lnTo>
                      <a:pt x="8" y="24"/>
                    </a:lnTo>
                    <a:lnTo>
                      <a:pt x="0" y="16"/>
                    </a:lnTo>
                    <a:lnTo>
                      <a:pt x="16" y="16"/>
                    </a:lnTo>
                    <a:lnTo>
                      <a:pt x="32" y="8"/>
                    </a:lnTo>
                    <a:lnTo>
                      <a:pt x="40" y="8"/>
                    </a:lnTo>
                    <a:lnTo>
                      <a:pt x="40" y="0"/>
                    </a:lnTo>
                    <a:lnTo>
                      <a:pt x="40" y="0"/>
                    </a:lnTo>
                    <a:lnTo>
                      <a:pt x="48" y="0"/>
                    </a:lnTo>
                    <a:lnTo>
                      <a:pt x="56" y="0"/>
                    </a:lnTo>
                    <a:lnTo>
                      <a:pt x="64" y="8"/>
                    </a:lnTo>
                    <a:lnTo>
                      <a:pt x="72" y="16"/>
                    </a:lnTo>
                    <a:lnTo>
                      <a:pt x="72" y="16"/>
                    </a:lnTo>
                    <a:lnTo>
                      <a:pt x="72" y="24"/>
                    </a:lnTo>
                    <a:lnTo>
                      <a:pt x="64" y="24"/>
                    </a:lnTo>
                    <a:lnTo>
                      <a:pt x="64" y="24"/>
                    </a:lnTo>
                    <a:lnTo>
                      <a:pt x="64" y="32"/>
                    </a:lnTo>
                    <a:lnTo>
                      <a:pt x="56" y="40"/>
                    </a:lnTo>
                    <a:lnTo>
                      <a:pt x="48" y="56"/>
                    </a:lnTo>
                    <a:lnTo>
                      <a:pt x="48" y="56"/>
                    </a:lnTo>
                    <a:lnTo>
                      <a:pt x="48" y="56"/>
                    </a:lnTo>
                    <a:lnTo>
                      <a:pt x="48" y="64"/>
                    </a:lnTo>
                    <a:lnTo>
                      <a:pt x="48" y="64"/>
                    </a:lnTo>
                    <a:lnTo>
                      <a:pt x="56" y="80"/>
                    </a:lnTo>
                    <a:lnTo>
                      <a:pt x="64" y="96"/>
                    </a:lnTo>
                    <a:lnTo>
                      <a:pt x="64" y="104"/>
                    </a:lnTo>
                    <a:lnTo>
                      <a:pt x="64" y="111"/>
                    </a:lnTo>
                    <a:lnTo>
                      <a:pt x="64" y="127"/>
                    </a:lnTo>
                    <a:lnTo>
                      <a:pt x="56" y="127"/>
                    </a:lnTo>
                    <a:lnTo>
                      <a:pt x="56" y="127"/>
                    </a:lnTo>
                  </a:path>
                </a:pathLst>
              </a:custGeom>
              <a:grpFill/>
              <a:ln w="12700">
                <a:solidFill>
                  <a:schemeClr val="tx1"/>
                </a:solidFill>
                <a:prstDash val="solid"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93" name="Freeform 83"/>
              <p:cNvSpPr/>
              <p:nvPr/>
            </p:nvSpPr>
            <p:spPr bwMode="auto">
              <a:xfrm>
                <a:off x="6352016" y="1418137"/>
                <a:ext cx="50350" cy="50350"/>
              </a:xfrm>
              <a:custGeom>
                <a:avLst/>
                <a:gdLst/>
                <a:ahLst/>
                <a:cxnLst>
                  <a:cxn ang="0">
                    <a:pos x="24" y="8"/>
                  </a:cxn>
                  <a:cxn ang="0">
                    <a:pos x="32" y="16"/>
                  </a:cxn>
                  <a:cxn ang="0">
                    <a:pos x="40" y="24"/>
                  </a:cxn>
                  <a:cxn ang="0">
                    <a:pos x="32" y="32"/>
                  </a:cxn>
                  <a:cxn ang="0">
                    <a:pos x="32" y="40"/>
                  </a:cxn>
                  <a:cxn ang="0">
                    <a:pos x="32" y="40"/>
                  </a:cxn>
                  <a:cxn ang="0">
                    <a:pos x="24" y="40"/>
                  </a:cxn>
                  <a:cxn ang="0">
                    <a:pos x="24" y="32"/>
                  </a:cxn>
                  <a:cxn ang="0">
                    <a:pos x="16" y="24"/>
                  </a:cxn>
                  <a:cxn ang="0">
                    <a:pos x="8" y="16"/>
                  </a:cxn>
                  <a:cxn ang="0">
                    <a:pos x="0" y="8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8" y="0"/>
                  </a:cxn>
                  <a:cxn ang="0">
                    <a:pos x="16" y="0"/>
                  </a:cxn>
                  <a:cxn ang="0">
                    <a:pos x="24" y="8"/>
                  </a:cxn>
                  <a:cxn ang="0">
                    <a:pos x="24" y="8"/>
                  </a:cxn>
                </a:cxnLst>
                <a:rect l="0" t="0" r="r" b="b"/>
                <a:pathLst>
                  <a:path w="40" h="40">
                    <a:moveTo>
                      <a:pt x="24" y="8"/>
                    </a:moveTo>
                    <a:lnTo>
                      <a:pt x="32" y="16"/>
                    </a:lnTo>
                    <a:lnTo>
                      <a:pt x="40" y="24"/>
                    </a:lnTo>
                    <a:lnTo>
                      <a:pt x="32" y="32"/>
                    </a:lnTo>
                    <a:lnTo>
                      <a:pt x="32" y="40"/>
                    </a:lnTo>
                    <a:lnTo>
                      <a:pt x="32" y="40"/>
                    </a:lnTo>
                    <a:lnTo>
                      <a:pt x="24" y="40"/>
                    </a:lnTo>
                    <a:lnTo>
                      <a:pt x="24" y="32"/>
                    </a:lnTo>
                    <a:lnTo>
                      <a:pt x="16" y="24"/>
                    </a:lnTo>
                    <a:lnTo>
                      <a:pt x="8" y="16"/>
                    </a:lnTo>
                    <a:lnTo>
                      <a:pt x="0" y="8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8" y="0"/>
                    </a:lnTo>
                    <a:lnTo>
                      <a:pt x="16" y="0"/>
                    </a:lnTo>
                    <a:lnTo>
                      <a:pt x="24" y="8"/>
                    </a:lnTo>
                    <a:lnTo>
                      <a:pt x="24" y="8"/>
                    </a:lnTo>
                  </a:path>
                </a:pathLst>
              </a:custGeom>
              <a:grpFill/>
              <a:ln w="12700">
                <a:solidFill>
                  <a:schemeClr val="tx1"/>
                </a:solidFill>
                <a:prstDash val="solid"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94" name="Freeform 87"/>
              <p:cNvSpPr/>
              <p:nvPr/>
            </p:nvSpPr>
            <p:spPr bwMode="auto">
              <a:xfrm>
                <a:off x="6301666" y="1667367"/>
                <a:ext cx="362517" cy="70490"/>
              </a:xfrm>
              <a:custGeom>
                <a:avLst/>
                <a:gdLst/>
                <a:ahLst/>
                <a:cxnLst>
                  <a:cxn ang="0">
                    <a:pos x="248" y="24"/>
                  </a:cxn>
                  <a:cxn ang="0">
                    <a:pos x="264" y="24"/>
                  </a:cxn>
                  <a:cxn ang="0">
                    <a:pos x="280" y="24"/>
                  </a:cxn>
                  <a:cxn ang="0">
                    <a:pos x="288" y="24"/>
                  </a:cxn>
                  <a:cxn ang="0">
                    <a:pos x="288" y="24"/>
                  </a:cxn>
                  <a:cxn ang="0">
                    <a:pos x="288" y="32"/>
                  </a:cxn>
                  <a:cxn ang="0">
                    <a:pos x="288" y="32"/>
                  </a:cxn>
                  <a:cxn ang="0">
                    <a:pos x="280" y="32"/>
                  </a:cxn>
                  <a:cxn ang="0">
                    <a:pos x="272" y="40"/>
                  </a:cxn>
                  <a:cxn ang="0">
                    <a:pos x="248" y="48"/>
                  </a:cxn>
                  <a:cxn ang="0">
                    <a:pos x="240" y="56"/>
                  </a:cxn>
                  <a:cxn ang="0">
                    <a:pos x="224" y="56"/>
                  </a:cxn>
                  <a:cxn ang="0">
                    <a:pos x="224" y="56"/>
                  </a:cxn>
                  <a:cxn ang="0">
                    <a:pos x="216" y="56"/>
                  </a:cxn>
                  <a:cxn ang="0">
                    <a:pos x="208" y="56"/>
                  </a:cxn>
                  <a:cxn ang="0">
                    <a:pos x="200" y="56"/>
                  </a:cxn>
                  <a:cxn ang="0">
                    <a:pos x="184" y="48"/>
                  </a:cxn>
                  <a:cxn ang="0">
                    <a:pos x="168" y="40"/>
                  </a:cxn>
                  <a:cxn ang="0">
                    <a:pos x="152" y="40"/>
                  </a:cxn>
                  <a:cxn ang="0">
                    <a:pos x="136" y="32"/>
                  </a:cxn>
                  <a:cxn ang="0">
                    <a:pos x="112" y="24"/>
                  </a:cxn>
                  <a:cxn ang="0">
                    <a:pos x="88" y="16"/>
                  </a:cxn>
                  <a:cxn ang="0">
                    <a:pos x="72" y="16"/>
                  </a:cxn>
                  <a:cxn ang="0">
                    <a:pos x="64" y="8"/>
                  </a:cxn>
                  <a:cxn ang="0">
                    <a:pos x="56" y="8"/>
                  </a:cxn>
                  <a:cxn ang="0">
                    <a:pos x="48" y="8"/>
                  </a:cxn>
                  <a:cxn ang="0">
                    <a:pos x="32" y="16"/>
                  </a:cxn>
                  <a:cxn ang="0">
                    <a:pos x="16" y="24"/>
                  </a:cxn>
                  <a:cxn ang="0">
                    <a:pos x="16" y="24"/>
                  </a:cxn>
                  <a:cxn ang="0">
                    <a:pos x="8" y="16"/>
                  </a:cxn>
                  <a:cxn ang="0">
                    <a:pos x="8" y="16"/>
                  </a:cxn>
                  <a:cxn ang="0">
                    <a:pos x="0" y="8"/>
                  </a:cxn>
                  <a:cxn ang="0">
                    <a:pos x="16" y="8"/>
                  </a:cxn>
                  <a:cxn ang="0">
                    <a:pos x="24" y="0"/>
                  </a:cxn>
                  <a:cxn ang="0">
                    <a:pos x="40" y="0"/>
                  </a:cxn>
                  <a:cxn ang="0">
                    <a:pos x="56" y="0"/>
                  </a:cxn>
                  <a:cxn ang="0">
                    <a:pos x="72" y="0"/>
                  </a:cxn>
                  <a:cxn ang="0">
                    <a:pos x="88" y="0"/>
                  </a:cxn>
                  <a:cxn ang="0">
                    <a:pos x="104" y="8"/>
                  </a:cxn>
                  <a:cxn ang="0">
                    <a:pos x="128" y="16"/>
                  </a:cxn>
                  <a:cxn ang="0">
                    <a:pos x="152" y="16"/>
                  </a:cxn>
                  <a:cxn ang="0">
                    <a:pos x="184" y="24"/>
                  </a:cxn>
                  <a:cxn ang="0">
                    <a:pos x="216" y="24"/>
                  </a:cxn>
                  <a:cxn ang="0">
                    <a:pos x="248" y="24"/>
                  </a:cxn>
                  <a:cxn ang="0">
                    <a:pos x="248" y="24"/>
                  </a:cxn>
                </a:cxnLst>
                <a:rect l="0" t="0" r="r" b="b"/>
                <a:pathLst>
                  <a:path w="288" h="56">
                    <a:moveTo>
                      <a:pt x="248" y="24"/>
                    </a:moveTo>
                    <a:lnTo>
                      <a:pt x="264" y="24"/>
                    </a:lnTo>
                    <a:lnTo>
                      <a:pt x="280" y="24"/>
                    </a:lnTo>
                    <a:lnTo>
                      <a:pt x="288" y="24"/>
                    </a:lnTo>
                    <a:lnTo>
                      <a:pt x="288" y="24"/>
                    </a:lnTo>
                    <a:lnTo>
                      <a:pt x="288" y="32"/>
                    </a:lnTo>
                    <a:lnTo>
                      <a:pt x="288" y="32"/>
                    </a:lnTo>
                    <a:lnTo>
                      <a:pt x="280" y="32"/>
                    </a:lnTo>
                    <a:lnTo>
                      <a:pt x="272" y="40"/>
                    </a:lnTo>
                    <a:lnTo>
                      <a:pt x="248" y="48"/>
                    </a:lnTo>
                    <a:lnTo>
                      <a:pt x="240" y="56"/>
                    </a:lnTo>
                    <a:lnTo>
                      <a:pt x="224" y="56"/>
                    </a:lnTo>
                    <a:lnTo>
                      <a:pt x="224" y="56"/>
                    </a:lnTo>
                    <a:lnTo>
                      <a:pt x="216" y="56"/>
                    </a:lnTo>
                    <a:lnTo>
                      <a:pt x="208" y="56"/>
                    </a:lnTo>
                    <a:lnTo>
                      <a:pt x="200" y="56"/>
                    </a:lnTo>
                    <a:lnTo>
                      <a:pt x="184" y="48"/>
                    </a:lnTo>
                    <a:lnTo>
                      <a:pt x="168" y="40"/>
                    </a:lnTo>
                    <a:lnTo>
                      <a:pt x="152" y="40"/>
                    </a:lnTo>
                    <a:lnTo>
                      <a:pt x="136" y="32"/>
                    </a:lnTo>
                    <a:lnTo>
                      <a:pt x="112" y="24"/>
                    </a:lnTo>
                    <a:lnTo>
                      <a:pt x="88" y="16"/>
                    </a:lnTo>
                    <a:lnTo>
                      <a:pt x="72" y="16"/>
                    </a:lnTo>
                    <a:lnTo>
                      <a:pt x="64" y="8"/>
                    </a:lnTo>
                    <a:lnTo>
                      <a:pt x="56" y="8"/>
                    </a:lnTo>
                    <a:lnTo>
                      <a:pt x="48" y="8"/>
                    </a:lnTo>
                    <a:lnTo>
                      <a:pt x="32" y="16"/>
                    </a:lnTo>
                    <a:lnTo>
                      <a:pt x="16" y="24"/>
                    </a:lnTo>
                    <a:lnTo>
                      <a:pt x="16" y="24"/>
                    </a:lnTo>
                    <a:lnTo>
                      <a:pt x="8" y="16"/>
                    </a:lnTo>
                    <a:lnTo>
                      <a:pt x="8" y="16"/>
                    </a:lnTo>
                    <a:lnTo>
                      <a:pt x="0" y="8"/>
                    </a:lnTo>
                    <a:lnTo>
                      <a:pt x="16" y="8"/>
                    </a:lnTo>
                    <a:lnTo>
                      <a:pt x="24" y="0"/>
                    </a:lnTo>
                    <a:lnTo>
                      <a:pt x="40" y="0"/>
                    </a:lnTo>
                    <a:lnTo>
                      <a:pt x="56" y="0"/>
                    </a:lnTo>
                    <a:lnTo>
                      <a:pt x="72" y="0"/>
                    </a:lnTo>
                    <a:lnTo>
                      <a:pt x="88" y="0"/>
                    </a:lnTo>
                    <a:lnTo>
                      <a:pt x="104" y="8"/>
                    </a:lnTo>
                    <a:lnTo>
                      <a:pt x="128" y="16"/>
                    </a:lnTo>
                    <a:lnTo>
                      <a:pt x="152" y="16"/>
                    </a:lnTo>
                    <a:lnTo>
                      <a:pt x="184" y="24"/>
                    </a:lnTo>
                    <a:lnTo>
                      <a:pt x="216" y="24"/>
                    </a:lnTo>
                    <a:lnTo>
                      <a:pt x="248" y="24"/>
                    </a:lnTo>
                    <a:lnTo>
                      <a:pt x="248" y="24"/>
                    </a:lnTo>
                  </a:path>
                </a:pathLst>
              </a:custGeom>
              <a:grpFill/>
              <a:ln w="12700">
                <a:solidFill>
                  <a:schemeClr val="tx1"/>
                </a:solidFill>
                <a:prstDash val="solid"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</p:grpSp>
      <p:grpSp>
        <p:nvGrpSpPr>
          <p:cNvPr id="17" name="组合 194"/>
          <p:cNvGrpSpPr/>
          <p:nvPr/>
        </p:nvGrpSpPr>
        <p:grpSpPr>
          <a:xfrm>
            <a:off x="3797370" y="4842738"/>
            <a:ext cx="216000" cy="252000"/>
            <a:chOff x="7837696" y="1507507"/>
            <a:chExt cx="349931" cy="360000"/>
          </a:xfrm>
          <a:solidFill>
            <a:schemeClr val="tx1"/>
          </a:solidFill>
        </p:grpSpPr>
        <p:sp>
          <p:nvSpPr>
            <p:cNvPr id="196" name="Freeform 110"/>
            <p:cNvSpPr/>
            <p:nvPr/>
          </p:nvSpPr>
          <p:spPr bwMode="auto">
            <a:xfrm>
              <a:off x="7837696" y="1567927"/>
              <a:ext cx="40280" cy="289510"/>
            </a:xfrm>
            <a:custGeom>
              <a:avLst/>
              <a:gdLst/>
              <a:ahLst/>
              <a:cxnLst>
                <a:cxn ang="0">
                  <a:pos x="0" y="8"/>
                </a:cxn>
                <a:cxn ang="0">
                  <a:pos x="0" y="8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8" y="0"/>
                </a:cxn>
                <a:cxn ang="0">
                  <a:pos x="24" y="8"/>
                </a:cxn>
                <a:cxn ang="0">
                  <a:pos x="24" y="8"/>
                </a:cxn>
                <a:cxn ang="0">
                  <a:pos x="32" y="16"/>
                </a:cxn>
                <a:cxn ang="0">
                  <a:pos x="32" y="31"/>
                </a:cxn>
                <a:cxn ang="0">
                  <a:pos x="32" y="47"/>
                </a:cxn>
                <a:cxn ang="0">
                  <a:pos x="32" y="63"/>
                </a:cxn>
                <a:cxn ang="0">
                  <a:pos x="32" y="79"/>
                </a:cxn>
                <a:cxn ang="0">
                  <a:pos x="32" y="111"/>
                </a:cxn>
                <a:cxn ang="0">
                  <a:pos x="32" y="135"/>
                </a:cxn>
                <a:cxn ang="0">
                  <a:pos x="32" y="159"/>
                </a:cxn>
                <a:cxn ang="0">
                  <a:pos x="24" y="182"/>
                </a:cxn>
                <a:cxn ang="0">
                  <a:pos x="24" y="198"/>
                </a:cxn>
                <a:cxn ang="0">
                  <a:pos x="24" y="214"/>
                </a:cxn>
                <a:cxn ang="0">
                  <a:pos x="24" y="222"/>
                </a:cxn>
                <a:cxn ang="0">
                  <a:pos x="24" y="230"/>
                </a:cxn>
                <a:cxn ang="0">
                  <a:pos x="16" y="230"/>
                </a:cxn>
                <a:cxn ang="0">
                  <a:pos x="16" y="230"/>
                </a:cxn>
                <a:cxn ang="0">
                  <a:pos x="16" y="222"/>
                </a:cxn>
                <a:cxn ang="0">
                  <a:pos x="8" y="222"/>
                </a:cxn>
                <a:cxn ang="0">
                  <a:pos x="8" y="214"/>
                </a:cxn>
                <a:cxn ang="0">
                  <a:pos x="0" y="198"/>
                </a:cxn>
                <a:cxn ang="0">
                  <a:pos x="0" y="190"/>
                </a:cxn>
                <a:cxn ang="0">
                  <a:pos x="0" y="190"/>
                </a:cxn>
                <a:cxn ang="0">
                  <a:pos x="0" y="182"/>
                </a:cxn>
                <a:cxn ang="0">
                  <a:pos x="8" y="174"/>
                </a:cxn>
                <a:cxn ang="0">
                  <a:pos x="8" y="159"/>
                </a:cxn>
                <a:cxn ang="0">
                  <a:pos x="8" y="127"/>
                </a:cxn>
                <a:cxn ang="0">
                  <a:pos x="8" y="95"/>
                </a:cxn>
                <a:cxn ang="0">
                  <a:pos x="8" y="71"/>
                </a:cxn>
                <a:cxn ang="0">
                  <a:pos x="8" y="55"/>
                </a:cxn>
                <a:cxn ang="0">
                  <a:pos x="8" y="47"/>
                </a:cxn>
                <a:cxn ang="0">
                  <a:pos x="8" y="31"/>
                </a:cxn>
                <a:cxn ang="0">
                  <a:pos x="8" y="24"/>
                </a:cxn>
                <a:cxn ang="0">
                  <a:pos x="8" y="16"/>
                </a:cxn>
                <a:cxn ang="0">
                  <a:pos x="0" y="16"/>
                </a:cxn>
                <a:cxn ang="0">
                  <a:pos x="0" y="8"/>
                </a:cxn>
                <a:cxn ang="0">
                  <a:pos x="0" y="8"/>
                </a:cxn>
              </a:cxnLst>
              <a:rect l="0" t="0" r="r" b="b"/>
              <a:pathLst>
                <a:path w="32" h="230">
                  <a:moveTo>
                    <a:pt x="0" y="8"/>
                  </a:moveTo>
                  <a:lnTo>
                    <a:pt x="0" y="8"/>
                  </a:lnTo>
                  <a:lnTo>
                    <a:pt x="0" y="0"/>
                  </a:lnTo>
                  <a:lnTo>
                    <a:pt x="0" y="0"/>
                  </a:lnTo>
                  <a:lnTo>
                    <a:pt x="8" y="0"/>
                  </a:lnTo>
                  <a:lnTo>
                    <a:pt x="24" y="8"/>
                  </a:lnTo>
                  <a:lnTo>
                    <a:pt x="24" y="8"/>
                  </a:lnTo>
                  <a:lnTo>
                    <a:pt x="32" y="16"/>
                  </a:lnTo>
                  <a:lnTo>
                    <a:pt x="32" y="31"/>
                  </a:lnTo>
                  <a:lnTo>
                    <a:pt x="32" y="47"/>
                  </a:lnTo>
                  <a:lnTo>
                    <a:pt x="32" y="63"/>
                  </a:lnTo>
                  <a:lnTo>
                    <a:pt x="32" y="79"/>
                  </a:lnTo>
                  <a:lnTo>
                    <a:pt x="32" y="111"/>
                  </a:lnTo>
                  <a:lnTo>
                    <a:pt x="32" y="135"/>
                  </a:lnTo>
                  <a:lnTo>
                    <a:pt x="32" y="159"/>
                  </a:lnTo>
                  <a:lnTo>
                    <a:pt x="24" y="182"/>
                  </a:lnTo>
                  <a:lnTo>
                    <a:pt x="24" y="198"/>
                  </a:lnTo>
                  <a:lnTo>
                    <a:pt x="24" y="214"/>
                  </a:lnTo>
                  <a:lnTo>
                    <a:pt x="24" y="222"/>
                  </a:lnTo>
                  <a:lnTo>
                    <a:pt x="24" y="230"/>
                  </a:lnTo>
                  <a:lnTo>
                    <a:pt x="16" y="230"/>
                  </a:lnTo>
                  <a:lnTo>
                    <a:pt x="16" y="230"/>
                  </a:lnTo>
                  <a:lnTo>
                    <a:pt x="16" y="222"/>
                  </a:lnTo>
                  <a:lnTo>
                    <a:pt x="8" y="222"/>
                  </a:lnTo>
                  <a:lnTo>
                    <a:pt x="8" y="214"/>
                  </a:lnTo>
                  <a:lnTo>
                    <a:pt x="0" y="198"/>
                  </a:lnTo>
                  <a:lnTo>
                    <a:pt x="0" y="190"/>
                  </a:lnTo>
                  <a:lnTo>
                    <a:pt x="0" y="190"/>
                  </a:lnTo>
                  <a:lnTo>
                    <a:pt x="0" y="182"/>
                  </a:lnTo>
                  <a:lnTo>
                    <a:pt x="8" y="174"/>
                  </a:lnTo>
                  <a:lnTo>
                    <a:pt x="8" y="159"/>
                  </a:lnTo>
                  <a:lnTo>
                    <a:pt x="8" y="127"/>
                  </a:lnTo>
                  <a:lnTo>
                    <a:pt x="8" y="95"/>
                  </a:lnTo>
                  <a:lnTo>
                    <a:pt x="8" y="71"/>
                  </a:lnTo>
                  <a:lnTo>
                    <a:pt x="8" y="55"/>
                  </a:lnTo>
                  <a:lnTo>
                    <a:pt x="8" y="47"/>
                  </a:lnTo>
                  <a:lnTo>
                    <a:pt x="8" y="31"/>
                  </a:lnTo>
                  <a:lnTo>
                    <a:pt x="8" y="24"/>
                  </a:lnTo>
                  <a:lnTo>
                    <a:pt x="8" y="16"/>
                  </a:lnTo>
                  <a:lnTo>
                    <a:pt x="0" y="16"/>
                  </a:lnTo>
                  <a:lnTo>
                    <a:pt x="0" y="8"/>
                  </a:lnTo>
                  <a:lnTo>
                    <a:pt x="0" y="8"/>
                  </a:lnTo>
                </a:path>
              </a:pathLst>
            </a:custGeom>
            <a:grpFill/>
            <a:ln w="12700">
              <a:solidFill>
                <a:schemeClr val="tx1"/>
              </a:solidFill>
              <a:prstDash val="solid"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7" name="Freeform 111"/>
            <p:cNvSpPr/>
            <p:nvPr/>
          </p:nvSpPr>
          <p:spPr bwMode="auto">
            <a:xfrm>
              <a:off x="7977417" y="1507507"/>
              <a:ext cx="210210" cy="360000"/>
            </a:xfrm>
            <a:custGeom>
              <a:avLst/>
              <a:gdLst/>
              <a:ahLst/>
              <a:cxnLst>
                <a:cxn ang="0">
                  <a:pos x="151" y="286"/>
                </a:cxn>
                <a:cxn ang="0">
                  <a:pos x="135" y="286"/>
                </a:cxn>
                <a:cxn ang="0">
                  <a:pos x="127" y="270"/>
                </a:cxn>
                <a:cxn ang="0">
                  <a:pos x="119" y="254"/>
                </a:cxn>
                <a:cxn ang="0">
                  <a:pos x="103" y="246"/>
                </a:cxn>
                <a:cxn ang="0">
                  <a:pos x="96" y="238"/>
                </a:cxn>
                <a:cxn ang="0">
                  <a:pos x="103" y="230"/>
                </a:cxn>
                <a:cxn ang="0">
                  <a:pos x="119" y="238"/>
                </a:cxn>
                <a:cxn ang="0">
                  <a:pos x="135" y="238"/>
                </a:cxn>
                <a:cxn ang="0">
                  <a:pos x="143" y="230"/>
                </a:cxn>
                <a:cxn ang="0">
                  <a:pos x="143" y="215"/>
                </a:cxn>
                <a:cxn ang="0">
                  <a:pos x="143" y="167"/>
                </a:cxn>
                <a:cxn ang="0">
                  <a:pos x="143" y="95"/>
                </a:cxn>
                <a:cxn ang="0">
                  <a:pos x="135" y="48"/>
                </a:cxn>
                <a:cxn ang="0">
                  <a:pos x="135" y="32"/>
                </a:cxn>
                <a:cxn ang="0">
                  <a:pos x="119" y="24"/>
                </a:cxn>
                <a:cxn ang="0">
                  <a:pos x="88" y="32"/>
                </a:cxn>
                <a:cxn ang="0">
                  <a:pos x="56" y="32"/>
                </a:cxn>
                <a:cxn ang="0">
                  <a:pos x="32" y="32"/>
                </a:cxn>
                <a:cxn ang="0">
                  <a:pos x="24" y="32"/>
                </a:cxn>
                <a:cxn ang="0">
                  <a:pos x="8" y="32"/>
                </a:cxn>
                <a:cxn ang="0">
                  <a:pos x="16" y="24"/>
                </a:cxn>
                <a:cxn ang="0">
                  <a:pos x="48" y="16"/>
                </a:cxn>
                <a:cxn ang="0">
                  <a:pos x="96" y="16"/>
                </a:cxn>
                <a:cxn ang="0">
                  <a:pos x="119" y="8"/>
                </a:cxn>
                <a:cxn ang="0">
                  <a:pos x="135" y="0"/>
                </a:cxn>
                <a:cxn ang="0">
                  <a:pos x="151" y="8"/>
                </a:cxn>
                <a:cxn ang="0">
                  <a:pos x="167" y="16"/>
                </a:cxn>
                <a:cxn ang="0">
                  <a:pos x="167" y="24"/>
                </a:cxn>
                <a:cxn ang="0">
                  <a:pos x="167" y="32"/>
                </a:cxn>
                <a:cxn ang="0">
                  <a:pos x="159" y="40"/>
                </a:cxn>
                <a:cxn ang="0">
                  <a:pos x="159" y="56"/>
                </a:cxn>
                <a:cxn ang="0">
                  <a:pos x="159" y="95"/>
                </a:cxn>
                <a:cxn ang="0">
                  <a:pos x="167" y="151"/>
                </a:cxn>
                <a:cxn ang="0">
                  <a:pos x="167" y="215"/>
                </a:cxn>
                <a:cxn ang="0">
                  <a:pos x="167" y="246"/>
                </a:cxn>
                <a:cxn ang="0">
                  <a:pos x="159" y="278"/>
                </a:cxn>
              </a:cxnLst>
              <a:rect l="0" t="0" r="r" b="b"/>
              <a:pathLst>
                <a:path w="167" h="286">
                  <a:moveTo>
                    <a:pt x="159" y="278"/>
                  </a:moveTo>
                  <a:lnTo>
                    <a:pt x="151" y="286"/>
                  </a:lnTo>
                  <a:lnTo>
                    <a:pt x="143" y="286"/>
                  </a:lnTo>
                  <a:lnTo>
                    <a:pt x="135" y="286"/>
                  </a:lnTo>
                  <a:lnTo>
                    <a:pt x="135" y="278"/>
                  </a:lnTo>
                  <a:lnTo>
                    <a:pt x="127" y="270"/>
                  </a:lnTo>
                  <a:lnTo>
                    <a:pt x="127" y="262"/>
                  </a:lnTo>
                  <a:lnTo>
                    <a:pt x="119" y="254"/>
                  </a:lnTo>
                  <a:lnTo>
                    <a:pt x="111" y="254"/>
                  </a:lnTo>
                  <a:lnTo>
                    <a:pt x="103" y="246"/>
                  </a:lnTo>
                  <a:lnTo>
                    <a:pt x="96" y="238"/>
                  </a:lnTo>
                  <a:lnTo>
                    <a:pt x="96" y="238"/>
                  </a:lnTo>
                  <a:lnTo>
                    <a:pt x="96" y="230"/>
                  </a:lnTo>
                  <a:lnTo>
                    <a:pt x="103" y="230"/>
                  </a:lnTo>
                  <a:lnTo>
                    <a:pt x="111" y="238"/>
                  </a:lnTo>
                  <a:lnTo>
                    <a:pt x="119" y="238"/>
                  </a:lnTo>
                  <a:lnTo>
                    <a:pt x="127" y="238"/>
                  </a:lnTo>
                  <a:lnTo>
                    <a:pt x="135" y="238"/>
                  </a:lnTo>
                  <a:lnTo>
                    <a:pt x="143" y="238"/>
                  </a:lnTo>
                  <a:lnTo>
                    <a:pt x="143" y="230"/>
                  </a:lnTo>
                  <a:lnTo>
                    <a:pt x="143" y="222"/>
                  </a:lnTo>
                  <a:lnTo>
                    <a:pt x="143" y="215"/>
                  </a:lnTo>
                  <a:lnTo>
                    <a:pt x="143" y="199"/>
                  </a:lnTo>
                  <a:lnTo>
                    <a:pt x="143" y="167"/>
                  </a:lnTo>
                  <a:lnTo>
                    <a:pt x="143" y="127"/>
                  </a:lnTo>
                  <a:lnTo>
                    <a:pt x="143" y="95"/>
                  </a:lnTo>
                  <a:lnTo>
                    <a:pt x="135" y="64"/>
                  </a:lnTo>
                  <a:lnTo>
                    <a:pt x="135" y="48"/>
                  </a:lnTo>
                  <a:lnTo>
                    <a:pt x="135" y="40"/>
                  </a:lnTo>
                  <a:lnTo>
                    <a:pt x="135" y="32"/>
                  </a:lnTo>
                  <a:lnTo>
                    <a:pt x="127" y="24"/>
                  </a:lnTo>
                  <a:lnTo>
                    <a:pt x="119" y="24"/>
                  </a:lnTo>
                  <a:lnTo>
                    <a:pt x="111" y="24"/>
                  </a:lnTo>
                  <a:lnTo>
                    <a:pt x="88" y="32"/>
                  </a:lnTo>
                  <a:lnTo>
                    <a:pt x="64" y="32"/>
                  </a:lnTo>
                  <a:lnTo>
                    <a:pt x="56" y="32"/>
                  </a:lnTo>
                  <a:lnTo>
                    <a:pt x="40" y="32"/>
                  </a:lnTo>
                  <a:lnTo>
                    <a:pt x="32" y="32"/>
                  </a:lnTo>
                  <a:lnTo>
                    <a:pt x="32" y="32"/>
                  </a:lnTo>
                  <a:lnTo>
                    <a:pt x="24" y="32"/>
                  </a:lnTo>
                  <a:lnTo>
                    <a:pt x="16" y="32"/>
                  </a:lnTo>
                  <a:lnTo>
                    <a:pt x="8" y="32"/>
                  </a:lnTo>
                  <a:lnTo>
                    <a:pt x="0" y="24"/>
                  </a:lnTo>
                  <a:lnTo>
                    <a:pt x="16" y="24"/>
                  </a:lnTo>
                  <a:lnTo>
                    <a:pt x="32" y="24"/>
                  </a:lnTo>
                  <a:lnTo>
                    <a:pt x="48" y="16"/>
                  </a:lnTo>
                  <a:lnTo>
                    <a:pt x="56" y="16"/>
                  </a:lnTo>
                  <a:lnTo>
                    <a:pt x="96" y="16"/>
                  </a:lnTo>
                  <a:lnTo>
                    <a:pt x="111" y="8"/>
                  </a:lnTo>
                  <a:lnTo>
                    <a:pt x="119" y="8"/>
                  </a:lnTo>
                  <a:lnTo>
                    <a:pt x="127" y="0"/>
                  </a:lnTo>
                  <a:lnTo>
                    <a:pt x="135" y="0"/>
                  </a:lnTo>
                  <a:lnTo>
                    <a:pt x="135" y="8"/>
                  </a:lnTo>
                  <a:lnTo>
                    <a:pt x="151" y="8"/>
                  </a:lnTo>
                  <a:lnTo>
                    <a:pt x="159" y="16"/>
                  </a:lnTo>
                  <a:lnTo>
                    <a:pt x="167" y="16"/>
                  </a:lnTo>
                  <a:lnTo>
                    <a:pt x="167" y="24"/>
                  </a:lnTo>
                  <a:lnTo>
                    <a:pt x="167" y="24"/>
                  </a:lnTo>
                  <a:lnTo>
                    <a:pt x="167" y="32"/>
                  </a:lnTo>
                  <a:lnTo>
                    <a:pt x="167" y="32"/>
                  </a:lnTo>
                  <a:lnTo>
                    <a:pt x="159" y="32"/>
                  </a:lnTo>
                  <a:lnTo>
                    <a:pt x="159" y="40"/>
                  </a:lnTo>
                  <a:lnTo>
                    <a:pt x="159" y="48"/>
                  </a:lnTo>
                  <a:lnTo>
                    <a:pt x="159" y="56"/>
                  </a:lnTo>
                  <a:lnTo>
                    <a:pt x="159" y="72"/>
                  </a:lnTo>
                  <a:lnTo>
                    <a:pt x="159" y="95"/>
                  </a:lnTo>
                  <a:lnTo>
                    <a:pt x="167" y="119"/>
                  </a:lnTo>
                  <a:lnTo>
                    <a:pt x="167" y="151"/>
                  </a:lnTo>
                  <a:lnTo>
                    <a:pt x="167" y="191"/>
                  </a:lnTo>
                  <a:lnTo>
                    <a:pt x="167" y="215"/>
                  </a:lnTo>
                  <a:lnTo>
                    <a:pt x="167" y="230"/>
                  </a:lnTo>
                  <a:lnTo>
                    <a:pt x="167" y="246"/>
                  </a:lnTo>
                  <a:lnTo>
                    <a:pt x="159" y="262"/>
                  </a:lnTo>
                  <a:lnTo>
                    <a:pt x="159" y="278"/>
                  </a:lnTo>
                  <a:lnTo>
                    <a:pt x="159" y="278"/>
                  </a:lnTo>
                </a:path>
              </a:pathLst>
            </a:custGeom>
            <a:grpFill/>
            <a:ln w="12700">
              <a:solidFill>
                <a:schemeClr val="tx1"/>
              </a:solidFill>
              <a:prstDash val="solid"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8" name="Freeform 115"/>
            <p:cNvSpPr/>
            <p:nvPr/>
          </p:nvSpPr>
          <p:spPr bwMode="auto">
            <a:xfrm>
              <a:off x="7877976" y="1507507"/>
              <a:ext cx="69231" cy="60420"/>
            </a:xfrm>
            <a:custGeom>
              <a:avLst/>
              <a:gdLst/>
              <a:ahLst/>
              <a:cxnLst>
                <a:cxn ang="0">
                  <a:pos x="0" y="8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8" y="0"/>
                </a:cxn>
                <a:cxn ang="0">
                  <a:pos x="24" y="8"/>
                </a:cxn>
                <a:cxn ang="0">
                  <a:pos x="32" y="8"/>
                </a:cxn>
                <a:cxn ang="0">
                  <a:pos x="39" y="16"/>
                </a:cxn>
                <a:cxn ang="0">
                  <a:pos x="47" y="24"/>
                </a:cxn>
                <a:cxn ang="0">
                  <a:pos x="55" y="32"/>
                </a:cxn>
                <a:cxn ang="0">
                  <a:pos x="55" y="40"/>
                </a:cxn>
                <a:cxn ang="0">
                  <a:pos x="47" y="48"/>
                </a:cxn>
                <a:cxn ang="0">
                  <a:pos x="47" y="48"/>
                </a:cxn>
                <a:cxn ang="0">
                  <a:pos x="39" y="48"/>
                </a:cxn>
                <a:cxn ang="0">
                  <a:pos x="32" y="40"/>
                </a:cxn>
                <a:cxn ang="0">
                  <a:pos x="24" y="32"/>
                </a:cxn>
                <a:cxn ang="0">
                  <a:pos x="8" y="24"/>
                </a:cxn>
                <a:cxn ang="0">
                  <a:pos x="0" y="8"/>
                </a:cxn>
                <a:cxn ang="0">
                  <a:pos x="0" y="8"/>
                </a:cxn>
                <a:cxn ang="0">
                  <a:pos x="0" y="8"/>
                </a:cxn>
              </a:cxnLst>
              <a:rect l="0" t="0" r="r" b="b"/>
              <a:pathLst>
                <a:path w="55" h="48">
                  <a:moveTo>
                    <a:pt x="0" y="8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8" y="0"/>
                  </a:lnTo>
                  <a:lnTo>
                    <a:pt x="24" y="8"/>
                  </a:lnTo>
                  <a:lnTo>
                    <a:pt x="32" y="8"/>
                  </a:lnTo>
                  <a:lnTo>
                    <a:pt x="39" y="16"/>
                  </a:lnTo>
                  <a:lnTo>
                    <a:pt x="47" y="24"/>
                  </a:lnTo>
                  <a:lnTo>
                    <a:pt x="55" y="32"/>
                  </a:lnTo>
                  <a:lnTo>
                    <a:pt x="55" y="40"/>
                  </a:lnTo>
                  <a:lnTo>
                    <a:pt x="47" y="48"/>
                  </a:lnTo>
                  <a:lnTo>
                    <a:pt x="47" y="48"/>
                  </a:lnTo>
                  <a:lnTo>
                    <a:pt x="39" y="48"/>
                  </a:lnTo>
                  <a:lnTo>
                    <a:pt x="32" y="40"/>
                  </a:lnTo>
                  <a:lnTo>
                    <a:pt x="24" y="32"/>
                  </a:lnTo>
                  <a:lnTo>
                    <a:pt x="8" y="24"/>
                  </a:lnTo>
                  <a:lnTo>
                    <a:pt x="0" y="8"/>
                  </a:lnTo>
                  <a:lnTo>
                    <a:pt x="0" y="8"/>
                  </a:lnTo>
                  <a:lnTo>
                    <a:pt x="0" y="8"/>
                  </a:lnTo>
                </a:path>
              </a:pathLst>
            </a:custGeom>
            <a:grpFill/>
            <a:ln w="12700">
              <a:solidFill>
                <a:schemeClr val="tx1"/>
              </a:solidFill>
              <a:prstDash val="solid"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18" name="组合 198"/>
          <p:cNvGrpSpPr/>
          <p:nvPr/>
        </p:nvGrpSpPr>
        <p:grpSpPr>
          <a:xfrm>
            <a:off x="3766890" y="3658249"/>
            <a:ext cx="252000" cy="252000"/>
            <a:chOff x="6301666" y="1418137"/>
            <a:chExt cx="362517" cy="319720"/>
          </a:xfrm>
          <a:solidFill>
            <a:schemeClr val="tx1"/>
          </a:solidFill>
        </p:grpSpPr>
        <p:sp>
          <p:nvSpPr>
            <p:cNvPr id="200" name="Freeform 82"/>
            <p:cNvSpPr/>
            <p:nvPr/>
          </p:nvSpPr>
          <p:spPr bwMode="auto">
            <a:xfrm>
              <a:off x="6311736" y="1517578"/>
              <a:ext cx="90629" cy="159861"/>
            </a:xfrm>
            <a:custGeom>
              <a:avLst/>
              <a:gdLst/>
              <a:ahLst/>
              <a:cxnLst>
                <a:cxn ang="0">
                  <a:pos x="56" y="127"/>
                </a:cxn>
                <a:cxn ang="0">
                  <a:pos x="56" y="111"/>
                </a:cxn>
                <a:cxn ang="0">
                  <a:pos x="48" y="96"/>
                </a:cxn>
                <a:cxn ang="0">
                  <a:pos x="48" y="88"/>
                </a:cxn>
                <a:cxn ang="0">
                  <a:pos x="40" y="80"/>
                </a:cxn>
                <a:cxn ang="0">
                  <a:pos x="40" y="64"/>
                </a:cxn>
                <a:cxn ang="0">
                  <a:pos x="32" y="64"/>
                </a:cxn>
                <a:cxn ang="0">
                  <a:pos x="40" y="64"/>
                </a:cxn>
                <a:cxn ang="0">
                  <a:pos x="40" y="56"/>
                </a:cxn>
                <a:cxn ang="0">
                  <a:pos x="40" y="48"/>
                </a:cxn>
                <a:cxn ang="0">
                  <a:pos x="40" y="40"/>
                </a:cxn>
                <a:cxn ang="0">
                  <a:pos x="40" y="32"/>
                </a:cxn>
                <a:cxn ang="0">
                  <a:pos x="48" y="24"/>
                </a:cxn>
                <a:cxn ang="0">
                  <a:pos x="48" y="24"/>
                </a:cxn>
                <a:cxn ang="0">
                  <a:pos x="48" y="24"/>
                </a:cxn>
                <a:cxn ang="0">
                  <a:pos x="40" y="24"/>
                </a:cxn>
                <a:cxn ang="0">
                  <a:pos x="32" y="24"/>
                </a:cxn>
                <a:cxn ang="0">
                  <a:pos x="24" y="24"/>
                </a:cxn>
                <a:cxn ang="0">
                  <a:pos x="16" y="24"/>
                </a:cxn>
                <a:cxn ang="0">
                  <a:pos x="8" y="24"/>
                </a:cxn>
                <a:cxn ang="0">
                  <a:pos x="0" y="16"/>
                </a:cxn>
                <a:cxn ang="0">
                  <a:pos x="16" y="16"/>
                </a:cxn>
                <a:cxn ang="0">
                  <a:pos x="32" y="8"/>
                </a:cxn>
                <a:cxn ang="0">
                  <a:pos x="40" y="8"/>
                </a:cxn>
                <a:cxn ang="0">
                  <a:pos x="40" y="0"/>
                </a:cxn>
                <a:cxn ang="0">
                  <a:pos x="40" y="0"/>
                </a:cxn>
                <a:cxn ang="0">
                  <a:pos x="48" y="0"/>
                </a:cxn>
                <a:cxn ang="0">
                  <a:pos x="56" y="0"/>
                </a:cxn>
                <a:cxn ang="0">
                  <a:pos x="64" y="8"/>
                </a:cxn>
                <a:cxn ang="0">
                  <a:pos x="72" y="16"/>
                </a:cxn>
                <a:cxn ang="0">
                  <a:pos x="72" y="16"/>
                </a:cxn>
                <a:cxn ang="0">
                  <a:pos x="72" y="24"/>
                </a:cxn>
                <a:cxn ang="0">
                  <a:pos x="64" y="24"/>
                </a:cxn>
                <a:cxn ang="0">
                  <a:pos x="64" y="24"/>
                </a:cxn>
                <a:cxn ang="0">
                  <a:pos x="64" y="32"/>
                </a:cxn>
                <a:cxn ang="0">
                  <a:pos x="56" y="40"/>
                </a:cxn>
                <a:cxn ang="0">
                  <a:pos x="48" y="56"/>
                </a:cxn>
                <a:cxn ang="0">
                  <a:pos x="48" y="56"/>
                </a:cxn>
                <a:cxn ang="0">
                  <a:pos x="48" y="56"/>
                </a:cxn>
                <a:cxn ang="0">
                  <a:pos x="48" y="64"/>
                </a:cxn>
                <a:cxn ang="0">
                  <a:pos x="48" y="64"/>
                </a:cxn>
                <a:cxn ang="0">
                  <a:pos x="56" y="80"/>
                </a:cxn>
                <a:cxn ang="0">
                  <a:pos x="64" y="96"/>
                </a:cxn>
                <a:cxn ang="0">
                  <a:pos x="64" y="104"/>
                </a:cxn>
                <a:cxn ang="0">
                  <a:pos x="64" y="111"/>
                </a:cxn>
                <a:cxn ang="0">
                  <a:pos x="64" y="127"/>
                </a:cxn>
                <a:cxn ang="0">
                  <a:pos x="56" y="127"/>
                </a:cxn>
                <a:cxn ang="0">
                  <a:pos x="56" y="127"/>
                </a:cxn>
              </a:cxnLst>
              <a:rect l="0" t="0" r="r" b="b"/>
              <a:pathLst>
                <a:path w="72" h="127">
                  <a:moveTo>
                    <a:pt x="56" y="127"/>
                  </a:moveTo>
                  <a:lnTo>
                    <a:pt x="56" y="111"/>
                  </a:lnTo>
                  <a:lnTo>
                    <a:pt x="48" y="96"/>
                  </a:lnTo>
                  <a:lnTo>
                    <a:pt x="48" y="88"/>
                  </a:lnTo>
                  <a:lnTo>
                    <a:pt x="40" y="80"/>
                  </a:lnTo>
                  <a:lnTo>
                    <a:pt x="40" y="64"/>
                  </a:lnTo>
                  <a:lnTo>
                    <a:pt x="32" y="64"/>
                  </a:lnTo>
                  <a:lnTo>
                    <a:pt x="40" y="64"/>
                  </a:lnTo>
                  <a:lnTo>
                    <a:pt x="40" y="56"/>
                  </a:lnTo>
                  <a:lnTo>
                    <a:pt x="40" y="48"/>
                  </a:lnTo>
                  <a:lnTo>
                    <a:pt x="40" y="40"/>
                  </a:lnTo>
                  <a:lnTo>
                    <a:pt x="40" y="32"/>
                  </a:lnTo>
                  <a:lnTo>
                    <a:pt x="48" y="24"/>
                  </a:lnTo>
                  <a:lnTo>
                    <a:pt x="48" y="24"/>
                  </a:lnTo>
                  <a:lnTo>
                    <a:pt x="48" y="24"/>
                  </a:lnTo>
                  <a:lnTo>
                    <a:pt x="40" y="24"/>
                  </a:lnTo>
                  <a:lnTo>
                    <a:pt x="32" y="24"/>
                  </a:lnTo>
                  <a:lnTo>
                    <a:pt x="24" y="24"/>
                  </a:lnTo>
                  <a:lnTo>
                    <a:pt x="16" y="24"/>
                  </a:lnTo>
                  <a:lnTo>
                    <a:pt x="8" y="24"/>
                  </a:lnTo>
                  <a:lnTo>
                    <a:pt x="0" y="16"/>
                  </a:lnTo>
                  <a:lnTo>
                    <a:pt x="16" y="16"/>
                  </a:lnTo>
                  <a:lnTo>
                    <a:pt x="32" y="8"/>
                  </a:lnTo>
                  <a:lnTo>
                    <a:pt x="40" y="8"/>
                  </a:lnTo>
                  <a:lnTo>
                    <a:pt x="40" y="0"/>
                  </a:lnTo>
                  <a:lnTo>
                    <a:pt x="40" y="0"/>
                  </a:lnTo>
                  <a:lnTo>
                    <a:pt x="48" y="0"/>
                  </a:lnTo>
                  <a:lnTo>
                    <a:pt x="56" y="0"/>
                  </a:lnTo>
                  <a:lnTo>
                    <a:pt x="64" y="8"/>
                  </a:lnTo>
                  <a:lnTo>
                    <a:pt x="72" y="16"/>
                  </a:lnTo>
                  <a:lnTo>
                    <a:pt x="72" y="16"/>
                  </a:lnTo>
                  <a:lnTo>
                    <a:pt x="72" y="24"/>
                  </a:lnTo>
                  <a:lnTo>
                    <a:pt x="64" y="24"/>
                  </a:lnTo>
                  <a:lnTo>
                    <a:pt x="64" y="24"/>
                  </a:lnTo>
                  <a:lnTo>
                    <a:pt x="64" y="32"/>
                  </a:lnTo>
                  <a:lnTo>
                    <a:pt x="56" y="40"/>
                  </a:lnTo>
                  <a:lnTo>
                    <a:pt x="48" y="56"/>
                  </a:lnTo>
                  <a:lnTo>
                    <a:pt x="48" y="56"/>
                  </a:lnTo>
                  <a:lnTo>
                    <a:pt x="48" y="56"/>
                  </a:lnTo>
                  <a:lnTo>
                    <a:pt x="48" y="64"/>
                  </a:lnTo>
                  <a:lnTo>
                    <a:pt x="48" y="64"/>
                  </a:lnTo>
                  <a:lnTo>
                    <a:pt x="56" y="80"/>
                  </a:lnTo>
                  <a:lnTo>
                    <a:pt x="64" y="96"/>
                  </a:lnTo>
                  <a:lnTo>
                    <a:pt x="64" y="104"/>
                  </a:lnTo>
                  <a:lnTo>
                    <a:pt x="64" y="111"/>
                  </a:lnTo>
                  <a:lnTo>
                    <a:pt x="64" y="127"/>
                  </a:lnTo>
                  <a:lnTo>
                    <a:pt x="56" y="127"/>
                  </a:lnTo>
                  <a:lnTo>
                    <a:pt x="56" y="127"/>
                  </a:lnTo>
                </a:path>
              </a:pathLst>
            </a:custGeom>
            <a:grpFill/>
            <a:ln w="12700">
              <a:solidFill>
                <a:schemeClr val="tx1"/>
              </a:solidFill>
              <a:prstDash val="solid"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01" name="Freeform 83"/>
            <p:cNvSpPr/>
            <p:nvPr/>
          </p:nvSpPr>
          <p:spPr bwMode="auto">
            <a:xfrm>
              <a:off x="6352016" y="1418137"/>
              <a:ext cx="50350" cy="50350"/>
            </a:xfrm>
            <a:custGeom>
              <a:avLst/>
              <a:gdLst/>
              <a:ahLst/>
              <a:cxnLst>
                <a:cxn ang="0">
                  <a:pos x="24" y="8"/>
                </a:cxn>
                <a:cxn ang="0">
                  <a:pos x="32" y="16"/>
                </a:cxn>
                <a:cxn ang="0">
                  <a:pos x="40" y="24"/>
                </a:cxn>
                <a:cxn ang="0">
                  <a:pos x="32" y="32"/>
                </a:cxn>
                <a:cxn ang="0">
                  <a:pos x="32" y="40"/>
                </a:cxn>
                <a:cxn ang="0">
                  <a:pos x="32" y="40"/>
                </a:cxn>
                <a:cxn ang="0">
                  <a:pos x="24" y="40"/>
                </a:cxn>
                <a:cxn ang="0">
                  <a:pos x="24" y="32"/>
                </a:cxn>
                <a:cxn ang="0">
                  <a:pos x="16" y="24"/>
                </a:cxn>
                <a:cxn ang="0">
                  <a:pos x="8" y="16"/>
                </a:cxn>
                <a:cxn ang="0">
                  <a:pos x="0" y="8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8" y="0"/>
                </a:cxn>
                <a:cxn ang="0">
                  <a:pos x="16" y="0"/>
                </a:cxn>
                <a:cxn ang="0">
                  <a:pos x="24" y="8"/>
                </a:cxn>
                <a:cxn ang="0">
                  <a:pos x="24" y="8"/>
                </a:cxn>
              </a:cxnLst>
              <a:rect l="0" t="0" r="r" b="b"/>
              <a:pathLst>
                <a:path w="40" h="40">
                  <a:moveTo>
                    <a:pt x="24" y="8"/>
                  </a:moveTo>
                  <a:lnTo>
                    <a:pt x="32" y="16"/>
                  </a:lnTo>
                  <a:lnTo>
                    <a:pt x="40" y="24"/>
                  </a:lnTo>
                  <a:lnTo>
                    <a:pt x="32" y="32"/>
                  </a:lnTo>
                  <a:lnTo>
                    <a:pt x="32" y="40"/>
                  </a:lnTo>
                  <a:lnTo>
                    <a:pt x="32" y="40"/>
                  </a:lnTo>
                  <a:lnTo>
                    <a:pt x="24" y="40"/>
                  </a:lnTo>
                  <a:lnTo>
                    <a:pt x="24" y="32"/>
                  </a:lnTo>
                  <a:lnTo>
                    <a:pt x="16" y="24"/>
                  </a:lnTo>
                  <a:lnTo>
                    <a:pt x="8" y="16"/>
                  </a:lnTo>
                  <a:lnTo>
                    <a:pt x="0" y="8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8" y="0"/>
                  </a:lnTo>
                  <a:lnTo>
                    <a:pt x="16" y="0"/>
                  </a:lnTo>
                  <a:lnTo>
                    <a:pt x="24" y="8"/>
                  </a:lnTo>
                  <a:lnTo>
                    <a:pt x="24" y="8"/>
                  </a:lnTo>
                </a:path>
              </a:pathLst>
            </a:custGeom>
            <a:grpFill/>
            <a:ln w="12700">
              <a:solidFill>
                <a:schemeClr val="tx1"/>
              </a:solidFill>
              <a:prstDash val="solid"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02" name="Freeform 87"/>
            <p:cNvSpPr/>
            <p:nvPr/>
          </p:nvSpPr>
          <p:spPr bwMode="auto">
            <a:xfrm>
              <a:off x="6301666" y="1667367"/>
              <a:ext cx="362517" cy="70490"/>
            </a:xfrm>
            <a:custGeom>
              <a:avLst/>
              <a:gdLst/>
              <a:ahLst/>
              <a:cxnLst>
                <a:cxn ang="0">
                  <a:pos x="248" y="24"/>
                </a:cxn>
                <a:cxn ang="0">
                  <a:pos x="264" y="24"/>
                </a:cxn>
                <a:cxn ang="0">
                  <a:pos x="280" y="24"/>
                </a:cxn>
                <a:cxn ang="0">
                  <a:pos x="288" y="24"/>
                </a:cxn>
                <a:cxn ang="0">
                  <a:pos x="288" y="24"/>
                </a:cxn>
                <a:cxn ang="0">
                  <a:pos x="288" y="32"/>
                </a:cxn>
                <a:cxn ang="0">
                  <a:pos x="288" y="32"/>
                </a:cxn>
                <a:cxn ang="0">
                  <a:pos x="280" y="32"/>
                </a:cxn>
                <a:cxn ang="0">
                  <a:pos x="272" y="40"/>
                </a:cxn>
                <a:cxn ang="0">
                  <a:pos x="248" y="48"/>
                </a:cxn>
                <a:cxn ang="0">
                  <a:pos x="240" y="56"/>
                </a:cxn>
                <a:cxn ang="0">
                  <a:pos x="224" y="56"/>
                </a:cxn>
                <a:cxn ang="0">
                  <a:pos x="224" y="56"/>
                </a:cxn>
                <a:cxn ang="0">
                  <a:pos x="216" y="56"/>
                </a:cxn>
                <a:cxn ang="0">
                  <a:pos x="208" y="56"/>
                </a:cxn>
                <a:cxn ang="0">
                  <a:pos x="200" y="56"/>
                </a:cxn>
                <a:cxn ang="0">
                  <a:pos x="184" y="48"/>
                </a:cxn>
                <a:cxn ang="0">
                  <a:pos x="168" y="40"/>
                </a:cxn>
                <a:cxn ang="0">
                  <a:pos x="152" y="40"/>
                </a:cxn>
                <a:cxn ang="0">
                  <a:pos x="136" y="32"/>
                </a:cxn>
                <a:cxn ang="0">
                  <a:pos x="112" y="24"/>
                </a:cxn>
                <a:cxn ang="0">
                  <a:pos x="88" y="16"/>
                </a:cxn>
                <a:cxn ang="0">
                  <a:pos x="72" y="16"/>
                </a:cxn>
                <a:cxn ang="0">
                  <a:pos x="64" y="8"/>
                </a:cxn>
                <a:cxn ang="0">
                  <a:pos x="56" y="8"/>
                </a:cxn>
                <a:cxn ang="0">
                  <a:pos x="48" y="8"/>
                </a:cxn>
                <a:cxn ang="0">
                  <a:pos x="32" y="16"/>
                </a:cxn>
                <a:cxn ang="0">
                  <a:pos x="16" y="24"/>
                </a:cxn>
                <a:cxn ang="0">
                  <a:pos x="16" y="24"/>
                </a:cxn>
                <a:cxn ang="0">
                  <a:pos x="8" y="16"/>
                </a:cxn>
                <a:cxn ang="0">
                  <a:pos x="8" y="16"/>
                </a:cxn>
                <a:cxn ang="0">
                  <a:pos x="0" y="8"/>
                </a:cxn>
                <a:cxn ang="0">
                  <a:pos x="16" y="8"/>
                </a:cxn>
                <a:cxn ang="0">
                  <a:pos x="24" y="0"/>
                </a:cxn>
                <a:cxn ang="0">
                  <a:pos x="40" y="0"/>
                </a:cxn>
                <a:cxn ang="0">
                  <a:pos x="56" y="0"/>
                </a:cxn>
                <a:cxn ang="0">
                  <a:pos x="72" y="0"/>
                </a:cxn>
                <a:cxn ang="0">
                  <a:pos x="88" y="0"/>
                </a:cxn>
                <a:cxn ang="0">
                  <a:pos x="104" y="8"/>
                </a:cxn>
                <a:cxn ang="0">
                  <a:pos x="128" y="16"/>
                </a:cxn>
                <a:cxn ang="0">
                  <a:pos x="152" y="16"/>
                </a:cxn>
                <a:cxn ang="0">
                  <a:pos x="184" y="24"/>
                </a:cxn>
                <a:cxn ang="0">
                  <a:pos x="216" y="24"/>
                </a:cxn>
                <a:cxn ang="0">
                  <a:pos x="248" y="24"/>
                </a:cxn>
                <a:cxn ang="0">
                  <a:pos x="248" y="24"/>
                </a:cxn>
              </a:cxnLst>
              <a:rect l="0" t="0" r="r" b="b"/>
              <a:pathLst>
                <a:path w="288" h="56">
                  <a:moveTo>
                    <a:pt x="248" y="24"/>
                  </a:moveTo>
                  <a:lnTo>
                    <a:pt x="264" y="24"/>
                  </a:lnTo>
                  <a:lnTo>
                    <a:pt x="280" y="24"/>
                  </a:lnTo>
                  <a:lnTo>
                    <a:pt x="288" y="24"/>
                  </a:lnTo>
                  <a:lnTo>
                    <a:pt x="288" y="24"/>
                  </a:lnTo>
                  <a:lnTo>
                    <a:pt x="288" y="32"/>
                  </a:lnTo>
                  <a:lnTo>
                    <a:pt x="288" y="32"/>
                  </a:lnTo>
                  <a:lnTo>
                    <a:pt x="280" y="32"/>
                  </a:lnTo>
                  <a:lnTo>
                    <a:pt x="272" y="40"/>
                  </a:lnTo>
                  <a:lnTo>
                    <a:pt x="248" y="48"/>
                  </a:lnTo>
                  <a:lnTo>
                    <a:pt x="240" y="56"/>
                  </a:lnTo>
                  <a:lnTo>
                    <a:pt x="224" y="56"/>
                  </a:lnTo>
                  <a:lnTo>
                    <a:pt x="224" y="56"/>
                  </a:lnTo>
                  <a:lnTo>
                    <a:pt x="216" y="56"/>
                  </a:lnTo>
                  <a:lnTo>
                    <a:pt x="208" y="56"/>
                  </a:lnTo>
                  <a:lnTo>
                    <a:pt x="200" y="56"/>
                  </a:lnTo>
                  <a:lnTo>
                    <a:pt x="184" y="48"/>
                  </a:lnTo>
                  <a:lnTo>
                    <a:pt x="168" y="40"/>
                  </a:lnTo>
                  <a:lnTo>
                    <a:pt x="152" y="40"/>
                  </a:lnTo>
                  <a:lnTo>
                    <a:pt x="136" y="32"/>
                  </a:lnTo>
                  <a:lnTo>
                    <a:pt x="112" y="24"/>
                  </a:lnTo>
                  <a:lnTo>
                    <a:pt x="88" y="16"/>
                  </a:lnTo>
                  <a:lnTo>
                    <a:pt x="72" y="16"/>
                  </a:lnTo>
                  <a:lnTo>
                    <a:pt x="64" y="8"/>
                  </a:lnTo>
                  <a:lnTo>
                    <a:pt x="56" y="8"/>
                  </a:lnTo>
                  <a:lnTo>
                    <a:pt x="48" y="8"/>
                  </a:lnTo>
                  <a:lnTo>
                    <a:pt x="32" y="16"/>
                  </a:lnTo>
                  <a:lnTo>
                    <a:pt x="16" y="24"/>
                  </a:lnTo>
                  <a:lnTo>
                    <a:pt x="16" y="24"/>
                  </a:lnTo>
                  <a:lnTo>
                    <a:pt x="8" y="16"/>
                  </a:lnTo>
                  <a:lnTo>
                    <a:pt x="8" y="16"/>
                  </a:lnTo>
                  <a:lnTo>
                    <a:pt x="0" y="8"/>
                  </a:lnTo>
                  <a:lnTo>
                    <a:pt x="16" y="8"/>
                  </a:lnTo>
                  <a:lnTo>
                    <a:pt x="24" y="0"/>
                  </a:lnTo>
                  <a:lnTo>
                    <a:pt x="40" y="0"/>
                  </a:lnTo>
                  <a:lnTo>
                    <a:pt x="56" y="0"/>
                  </a:lnTo>
                  <a:lnTo>
                    <a:pt x="72" y="0"/>
                  </a:lnTo>
                  <a:lnTo>
                    <a:pt x="88" y="0"/>
                  </a:lnTo>
                  <a:lnTo>
                    <a:pt x="104" y="8"/>
                  </a:lnTo>
                  <a:lnTo>
                    <a:pt x="128" y="16"/>
                  </a:lnTo>
                  <a:lnTo>
                    <a:pt x="152" y="16"/>
                  </a:lnTo>
                  <a:lnTo>
                    <a:pt x="184" y="24"/>
                  </a:lnTo>
                  <a:lnTo>
                    <a:pt x="216" y="24"/>
                  </a:lnTo>
                  <a:lnTo>
                    <a:pt x="248" y="24"/>
                  </a:lnTo>
                  <a:lnTo>
                    <a:pt x="248" y="24"/>
                  </a:lnTo>
                </a:path>
              </a:pathLst>
            </a:custGeom>
            <a:grpFill/>
            <a:ln w="12700">
              <a:solidFill>
                <a:schemeClr val="tx1"/>
              </a:solidFill>
              <a:prstDash val="solid"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</p:spTree>
  </p:cSld>
  <p:clrMapOvr>
    <a:masterClrMapping/>
  </p:clrMapOvr>
  <p:transition spd="slow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658" name="组合 8"/>
          <p:cNvGrpSpPr/>
          <p:nvPr/>
        </p:nvGrpSpPr>
        <p:grpSpPr>
          <a:xfrm>
            <a:off x="307975" y="6350"/>
            <a:ext cx="3248025" cy="646113"/>
            <a:chOff x="308629" y="6819"/>
            <a:chExt cx="3246908" cy="646549"/>
          </a:xfrm>
        </p:grpSpPr>
        <p:sp>
          <p:nvSpPr>
            <p:cNvPr id="3" name="Text Box 4"/>
            <p:cNvSpPr txBox="1">
              <a:spLocks noChangeArrowheads="1"/>
            </p:cNvSpPr>
            <p:nvPr/>
          </p:nvSpPr>
          <p:spPr bwMode="auto">
            <a:xfrm>
              <a:off x="329260" y="6819"/>
              <a:ext cx="3226277" cy="646549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8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"/>
                <a:defRPr sz="2000">
                  <a:solidFill>
                    <a:schemeClr val="accent2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1pPr>
              <a:lvl2pPr marL="742950" indent="-285750">
                <a:lnSpc>
                  <a:spcPct val="130000"/>
                </a:lnSpc>
                <a:buFont typeface="Calibri" panose="020F0502020204030204" pitchFamily="34" charset="0"/>
                <a:buChar char=" 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 sz="2000"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3600" b="1" i="0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热身</a:t>
              </a:r>
              <a:r>
                <a:rPr kumimoji="0" lang="en-US" altLang="zh-CN" sz="3600" b="1" i="1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warm-up</a:t>
              </a:r>
              <a:endParaRPr kumimoji="0" lang="zh-CN" altLang="en-US" sz="3600" b="1" i="1" u="none" strike="noStrike" kern="1200" cap="none" spc="0" normalizeH="0" baseline="0" noProof="0" dirty="0">
                <a:ln>
                  <a:noFill/>
                </a:ln>
                <a:solidFill>
                  <a:srgbClr val="D09E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endParaRPr>
            </a:p>
          </p:txBody>
        </p:sp>
        <p:cxnSp>
          <p:nvCxnSpPr>
            <p:cNvPr id="5" name="直接连接符 4"/>
            <p:cNvCxnSpPr/>
            <p:nvPr/>
          </p:nvCxnSpPr>
          <p:spPr>
            <a:xfrm>
              <a:off x="308629" y="653368"/>
              <a:ext cx="3246908" cy="0"/>
            </a:xfrm>
            <a:prstGeom prst="line">
              <a:avLst/>
            </a:prstGeom>
            <a:ln w="69850" cmpd="thickThin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TextBox 7"/>
          <p:cNvSpPr txBox="1"/>
          <p:nvPr/>
        </p:nvSpPr>
        <p:spPr bwMode="auto">
          <a:xfrm>
            <a:off x="538163" y="749300"/>
            <a:ext cx="6100763" cy="7699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914400" eaLnBrk="0" hangingPunct="0"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400" b="1" kern="1200" cap="none" spc="0" normalizeH="0" baseline="0" noProof="0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zh-CN" altLang="en-US" sz="2000" b="1" kern="1200" cap="none" spc="0" normalizeH="0" baseline="0" noProof="0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给下面的词语选择对的图片</a:t>
            </a:r>
            <a:endParaRPr kumimoji="0" lang="en-US" altLang="zh-CN" sz="2400" b="1" kern="1200" cap="none" spc="0" normalizeH="0" baseline="0" noProof="0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R="0" defTabSz="914400" eaLnBrk="0" hangingPunct="0">
              <a:buClrTx/>
              <a:buSzTx/>
              <a:buFontTx/>
              <a:buNone/>
              <a:defRPr/>
            </a:pPr>
            <a:r>
              <a:rPr kumimoji="0" lang="en-US" altLang="zh-CN" sz="2000" kern="1200" cap="none" spc="0" normalizeH="0" baseline="0" noProof="0" dirty="0">
                <a:latin typeface="+mn-ea"/>
                <a:ea typeface="+mn-ea"/>
                <a:cs typeface="+mn-cs"/>
              </a:rPr>
              <a:t>Match the pictures with the words/phrases.</a:t>
            </a:r>
            <a:endParaRPr kumimoji="0" lang="zh-CN" altLang="en-US" sz="1400" kern="1200" cap="none" spc="0" normalizeH="0" baseline="0" noProof="0" dirty="0">
              <a:latin typeface="+mn-ea"/>
              <a:ea typeface="+mn-ea"/>
              <a:cs typeface="+mn-cs"/>
            </a:endParaRPr>
          </a:p>
        </p:txBody>
      </p:sp>
      <p:sp>
        <p:nvSpPr>
          <p:cNvPr id="70660" name="TextBox 23"/>
          <p:cNvSpPr txBox="1"/>
          <p:nvPr/>
        </p:nvSpPr>
        <p:spPr>
          <a:xfrm>
            <a:off x="7840663" y="5029200"/>
            <a:ext cx="3797300" cy="7699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en-US" altLang="zh-CN" sz="2000" dirty="0">
                <a:solidFill>
                  <a:srgbClr val="000000"/>
                </a:solidFill>
                <a:latin typeface="GB Pinyinok-D"/>
                <a:ea typeface="GB Pinyinok-D"/>
                <a:sym typeface="宋体" panose="02010600030101010101" pitchFamily="2" charset="-122"/>
              </a:rPr>
              <a:t>   māo </a:t>
            </a:r>
          </a:p>
          <a:p>
            <a:pPr eaLnBrk="0" hangingPunct="0"/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⑤猫</a:t>
            </a:r>
            <a:r>
              <a:rPr lang="en-US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______ </a:t>
            </a:r>
            <a:endParaRPr lang="zh-CN" altLang="en-US" sz="2400" b="1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70661" name="TextBox 24"/>
          <p:cNvSpPr txBox="1"/>
          <p:nvPr/>
        </p:nvSpPr>
        <p:spPr>
          <a:xfrm>
            <a:off x="7821613" y="5897563"/>
            <a:ext cx="4248150" cy="7699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en-US" altLang="zh-CN" sz="2000" dirty="0">
                <a:solidFill>
                  <a:srgbClr val="000000"/>
                </a:solidFill>
                <a:latin typeface="GB Pinyinok-D"/>
                <a:ea typeface="GB Pinyinok-D"/>
                <a:sym typeface="宋体" panose="02010600030101010101" pitchFamily="2" charset="-122"/>
              </a:rPr>
              <a:t>   ɡǒu </a:t>
            </a:r>
          </a:p>
          <a:p>
            <a:pPr eaLnBrk="0" hangingPunct="0"/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⑥狗</a:t>
            </a:r>
            <a:r>
              <a:rPr lang="en-US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_______</a:t>
            </a: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</a:p>
        </p:txBody>
      </p:sp>
      <p:sp>
        <p:nvSpPr>
          <p:cNvPr id="70662" name="TextBox 25"/>
          <p:cNvSpPr txBox="1"/>
          <p:nvPr/>
        </p:nvSpPr>
        <p:spPr>
          <a:xfrm>
            <a:off x="7821613" y="2233613"/>
            <a:ext cx="4038600" cy="7699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>
              <a:buNone/>
            </a:pPr>
            <a:r>
              <a:rPr lang="en-US" altLang="zh-CN" sz="2000" dirty="0">
                <a:solidFill>
                  <a:srgbClr val="000000"/>
                </a:solidFill>
                <a:latin typeface="GB Pinyinok-D"/>
                <a:ea typeface="GB Pinyinok-D"/>
                <a:sym typeface="Times New Roman" panose="02020603050405020304" pitchFamily="18" charset="0"/>
              </a:rPr>
              <a:t>   </a:t>
            </a:r>
            <a:r>
              <a:rPr lang="en-US" altLang="zh-CN" sz="2000" dirty="0">
                <a:solidFill>
                  <a:srgbClr val="000000"/>
                </a:solidFill>
                <a:latin typeface="GB Pinyinok-D"/>
                <a:ea typeface="GB Pinyinok-D"/>
                <a:sym typeface="宋体" panose="02010600030101010101" pitchFamily="2" charset="-122"/>
              </a:rPr>
              <a:t>yīshenɡ</a:t>
            </a:r>
            <a:endParaRPr lang="en-US" altLang="zh-CN" sz="2000" dirty="0">
              <a:solidFill>
                <a:srgbClr val="000000"/>
              </a:solidFill>
              <a:latin typeface="GB Pinyinok-D"/>
              <a:ea typeface="GB Pinyinok-D"/>
              <a:sym typeface="Times New Roman" panose="02020603050405020304" pitchFamily="18" charset="0"/>
            </a:endParaRPr>
          </a:p>
          <a:p>
            <a:pPr eaLnBrk="0" hangingPunct="0">
              <a:buNone/>
            </a:pP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②医生</a:t>
            </a:r>
            <a:r>
              <a:rPr lang="en-US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_______</a:t>
            </a: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</a:p>
        </p:txBody>
      </p:sp>
      <p:sp>
        <p:nvSpPr>
          <p:cNvPr id="70663" name="TextBox 27"/>
          <p:cNvSpPr txBox="1"/>
          <p:nvPr/>
        </p:nvSpPr>
        <p:spPr>
          <a:xfrm>
            <a:off x="7829550" y="4137025"/>
            <a:ext cx="4627563" cy="7699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>
              <a:buNone/>
            </a:pPr>
            <a:r>
              <a:rPr lang="en-US" altLang="zh-CN" sz="2000" dirty="0">
                <a:solidFill>
                  <a:srgbClr val="000000"/>
                </a:solidFill>
                <a:latin typeface="GB Pinyinok-D"/>
                <a:ea typeface="GB Pinyinok-D"/>
                <a:sym typeface="宋体" panose="02010600030101010101" pitchFamily="2" charset="-122"/>
              </a:rPr>
              <a:t>   yǐzi </a:t>
            </a:r>
          </a:p>
          <a:p>
            <a:pPr eaLnBrk="0" hangingPunct="0">
              <a:buNone/>
            </a:pP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④椅子</a:t>
            </a:r>
            <a:r>
              <a:rPr lang="en-US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_______</a:t>
            </a: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</a:p>
        </p:txBody>
      </p:sp>
      <p:sp>
        <p:nvSpPr>
          <p:cNvPr id="70664" name="TextBox 28"/>
          <p:cNvSpPr txBox="1"/>
          <p:nvPr/>
        </p:nvSpPr>
        <p:spPr>
          <a:xfrm>
            <a:off x="7821613" y="1416050"/>
            <a:ext cx="4038600" cy="7699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en-US" altLang="zh-CN" sz="2000" dirty="0">
                <a:solidFill>
                  <a:srgbClr val="000000"/>
                </a:solidFill>
                <a:latin typeface="GB Pinyinok-D"/>
                <a:ea typeface="GB Pinyinok-D"/>
                <a:sym typeface="宋体" panose="02010600030101010101" pitchFamily="2" charset="-122"/>
              </a:rPr>
              <a:t>   bàbɑ</a:t>
            </a:r>
          </a:p>
          <a:p>
            <a:pPr eaLnBrk="0" hangingPunct="0"/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①爸爸</a:t>
            </a:r>
            <a:r>
              <a:rPr lang="en-US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_______</a:t>
            </a: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   </a:t>
            </a:r>
          </a:p>
        </p:txBody>
      </p:sp>
      <p:sp>
        <p:nvSpPr>
          <p:cNvPr id="70665" name="TextBox 29"/>
          <p:cNvSpPr txBox="1"/>
          <p:nvPr/>
        </p:nvSpPr>
        <p:spPr>
          <a:xfrm>
            <a:off x="7840663" y="3230563"/>
            <a:ext cx="4229100" cy="7699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en-US" altLang="zh-CN" sz="2000" dirty="0">
                <a:solidFill>
                  <a:srgbClr val="000000"/>
                </a:solidFill>
                <a:latin typeface="GB Pinyinok-D"/>
                <a:ea typeface="GB Pinyinok-D"/>
                <a:sym typeface="宋体" panose="02010600030101010101" pitchFamily="2" charset="-122"/>
              </a:rPr>
              <a:t>   yīyuàn </a:t>
            </a:r>
          </a:p>
          <a:p>
            <a:pPr eaLnBrk="0" hangingPunct="0"/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③医院</a:t>
            </a:r>
            <a:r>
              <a:rPr lang="en-US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______</a:t>
            </a: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</a:p>
        </p:txBody>
      </p:sp>
      <p:cxnSp>
        <p:nvCxnSpPr>
          <p:cNvPr id="70666" name="AutoShape 4"/>
          <p:cNvCxnSpPr/>
          <p:nvPr/>
        </p:nvCxnSpPr>
        <p:spPr>
          <a:xfrm flipH="1" flipV="1">
            <a:off x="100013" y="-15875"/>
            <a:ext cx="12700" cy="6872288"/>
          </a:xfrm>
          <a:prstGeom prst="straightConnector1">
            <a:avLst/>
          </a:prstGeom>
          <a:ln w="228600" cap="flat" cmpd="sng">
            <a:solidFill>
              <a:srgbClr val="800080"/>
            </a:solidFill>
            <a:prstDash val="solid"/>
            <a:headEnd type="none" w="med" len="med"/>
            <a:tailEnd type="none" w="med" len="med"/>
          </a:ln>
        </p:spPr>
      </p:cxnSp>
      <p:grpSp>
        <p:nvGrpSpPr>
          <p:cNvPr id="70667" name="组合 33"/>
          <p:cNvGrpSpPr/>
          <p:nvPr/>
        </p:nvGrpSpPr>
        <p:grpSpPr>
          <a:xfrm>
            <a:off x="1347788" y="1722438"/>
            <a:ext cx="2168525" cy="1387475"/>
            <a:chOff x="1347352" y="1722438"/>
            <a:chExt cx="2169166" cy="1387475"/>
          </a:xfrm>
        </p:grpSpPr>
        <p:pic>
          <p:nvPicPr>
            <p:cNvPr id="9" name="Picture 4" descr="C:\Documents and Settings\Administrator.CAOFAN\桌面\hsk一级\2课\2-04三-前图46358923（20）.jpg"/>
            <p:cNvPicPr preferRelativeResize="0">
              <a:picLocks noChangeArrowheads="1"/>
            </p:cNvPicPr>
            <p:nvPr/>
          </p:nvPicPr>
          <p:blipFill>
            <a:blip r:embed="rId3"/>
            <a:stretch>
              <a:fillRect/>
            </a:stretch>
          </p:blipFill>
          <p:spPr bwMode="auto">
            <a:xfrm>
              <a:off x="1356880" y="1741488"/>
              <a:ext cx="2159638" cy="1368425"/>
            </a:xfrm>
            <a:prstGeom prst="rect">
              <a:avLst/>
            </a:prstGeom>
            <a:ln w="38100" cap="sq">
              <a:solidFill>
                <a:srgbClr val="000000"/>
              </a:solidFill>
              <a:prstDash val="solid"/>
              <a:miter lim="800000"/>
              <a:headEnd/>
              <a:tailEnd/>
            </a:ln>
            <a:effectLst>
              <a:outerShdw blurRad="50800" dist="38100" dir="2700000" algn="tl" rotWithShape="0">
                <a:srgbClr val="000000">
                  <a:alpha val="43000"/>
                </a:srgbClr>
              </a:outerShdw>
            </a:effectLst>
          </p:spPr>
        </p:pic>
        <p:sp>
          <p:nvSpPr>
            <p:cNvPr id="70692" name="TextBox 27"/>
            <p:cNvSpPr txBox="1"/>
            <p:nvPr/>
          </p:nvSpPr>
          <p:spPr>
            <a:xfrm>
              <a:off x="1347352" y="1722438"/>
              <a:ext cx="400050" cy="461962"/>
            </a:xfrm>
            <a:prstGeom prst="rect">
              <a:avLst/>
            </a:prstGeom>
            <a:solidFill>
              <a:schemeClr val="bg1"/>
            </a:solidFill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r>
                <a:rPr lang="en-US" altLang="zh-CN" sz="2400" b="1" dirty="0">
                  <a:latin typeface="Arial" panose="020B0604020202020204" pitchFamily="34" charset="0"/>
                </a:rPr>
                <a:t>A</a:t>
              </a:r>
              <a:endParaRPr lang="zh-CN" altLang="en-US" sz="2400" b="1"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70668" name="组合 35"/>
          <p:cNvGrpSpPr/>
          <p:nvPr/>
        </p:nvGrpSpPr>
        <p:grpSpPr>
          <a:xfrm>
            <a:off x="4519613" y="1703388"/>
            <a:ext cx="2184400" cy="1387475"/>
            <a:chOff x="4519286" y="1703388"/>
            <a:chExt cx="2184932" cy="1387475"/>
          </a:xfrm>
        </p:grpSpPr>
        <p:pic>
          <p:nvPicPr>
            <p:cNvPr id="14" name="Picture 8" descr="C:\Documents and Settings\Administrator.CAOFAN\桌面\hsk一级\2课\2-08零-前图48346217（20）.jpg"/>
            <p:cNvPicPr preferRelativeResize="0">
              <a:picLocks noChangeArrowheads="1"/>
            </p:cNvPicPr>
            <p:nvPr/>
          </p:nvPicPr>
          <p:blipFill>
            <a:blip r:embed="rId4"/>
            <a:stretch>
              <a:fillRect/>
            </a:stretch>
          </p:blipFill>
          <p:spPr bwMode="auto">
            <a:xfrm>
              <a:off x="4544692" y="1722438"/>
              <a:ext cx="2159526" cy="1368425"/>
            </a:xfrm>
            <a:prstGeom prst="rect">
              <a:avLst/>
            </a:prstGeom>
            <a:ln w="38100" cap="sq">
              <a:solidFill>
                <a:srgbClr val="000000"/>
              </a:solidFill>
              <a:prstDash val="solid"/>
              <a:miter lim="800000"/>
              <a:headEnd/>
              <a:tailEnd/>
            </a:ln>
            <a:effectLst>
              <a:outerShdw blurRad="50800" dist="38100" dir="2700000" algn="tl" rotWithShape="0">
                <a:srgbClr val="000000">
                  <a:alpha val="43000"/>
                </a:srgbClr>
              </a:outerShdw>
            </a:effectLst>
          </p:spPr>
        </p:pic>
        <p:sp>
          <p:nvSpPr>
            <p:cNvPr id="70690" name="TextBox 30"/>
            <p:cNvSpPr txBox="1"/>
            <p:nvPr/>
          </p:nvSpPr>
          <p:spPr>
            <a:xfrm>
              <a:off x="4519286" y="1703388"/>
              <a:ext cx="398462" cy="461962"/>
            </a:xfrm>
            <a:prstGeom prst="rect">
              <a:avLst/>
            </a:prstGeom>
            <a:solidFill>
              <a:schemeClr val="bg1"/>
            </a:solidFill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r>
                <a:rPr lang="en-US" altLang="zh-CN" sz="2400" b="1" dirty="0">
                  <a:latin typeface="Arial" panose="020B0604020202020204" pitchFamily="34" charset="0"/>
                </a:rPr>
                <a:t>D</a:t>
              </a:r>
              <a:endParaRPr lang="zh-CN" altLang="en-US" sz="2400" b="1"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70669" name="组合 36"/>
          <p:cNvGrpSpPr/>
          <p:nvPr/>
        </p:nvGrpSpPr>
        <p:grpSpPr>
          <a:xfrm>
            <a:off x="4589463" y="3451225"/>
            <a:ext cx="2176462" cy="1382713"/>
            <a:chOff x="4588700" y="3451225"/>
            <a:chExt cx="2176648" cy="1382713"/>
          </a:xfrm>
        </p:grpSpPr>
        <p:pic>
          <p:nvPicPr>
            <p:cNvPr id="15" name="Picture 9" descr="C:\Documents and Settings\Administrator.CAOFAN\桌面\hsk一级\2课\2-09菜-前图22657124（20）.jpg"/>
            <p:cNvPicPr preferRelativeResize="0">
              <a:picLocks noChangeArrowheads="1"/>
            </p:cNvPicPr>
            <p:nvPr/>
          </p:nvPicPr>
          <p:blipFill>
            <a:blip r:embed="rId5"/>
            <a:stretch>
              <a:fillRect/>
            </a:stretch>
          </p:blipFill>
          <p:spPr bwMode="auto">
            <a:xfrm>
              <a:off x="4604576" y="3465513"/>
              <a:ext cx="2160772" cy="1368425"/>
            </a:xfrm>
            <a:prstGeom prst="rect">
              <a:avLst/>
            </a:prstGeom>
            <a:ln w="38100" cap="sq">
              <a:solidFill>
                <a:srgbClr val="000000"/>
              </a:solidFill>
              <a:prstDash val="solid"/>
              <a:miter lim="800000"/>
              <a:headEnd/>
              <a:tailEnd/>
            </a:ln>
            <a:effectLst>
              <a:outerShdw blurRad="50800" dist="38100" dir="2700000" algn="tl" rotWithShape="0">
                <a:srgbClr val="000000">
                  <a:alpha val="43000"/>
                </a:srgbClr>
              </a:outerShdw>
            </a:effectLst>
          </p:spPr>
        </p:pic>
        <p:sp>
          <p:nvSpPr>
            <p:cNvPr id="70688" name="TextBox 31"/>
            <p:cNvSpPr txBox="1"/>
            <p:nvPr/>
          </p:nvSpPr>
          <p:spPr>
            <a:xfrm>
              <a:off x="4588700" y="3451225"/>
              <a:ext cx="398462" cy="461963"/>
            </a:xfrm>
            <a:prstGeom prst="rect">
              <a:avLst/>
            </a:prstGeom>
            <a:solidFill>
              <a:schemeClr val="bg1"/>
            </a:solidFill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r>
                <a:rPr lang="en-US" altLang="zh-CN" sz="2400" b="1" dirty="0">
                  <a:latin typeface="Arial" panose="020B0604020202020204" pitchFamily="34" charset="0"/>
                </a:rPr>
                <a:t>E</a:t>
              </a:r>
              <a:endParaRPr lang="zh-CN" altLang="en-US" sz="2400" b="1"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70670" name="组合 41"/>
          <p:cNvGrpSpPr/>
          <p:nvPr/>
        </p:nvGrpSpPr>
        <p:grpSpPr>
          <a:xfrm>
            <a:off x="4597400" y="5187950"/>
            <a:ext cx="2176463" cy="1381125"/>
            <a:chOff x="4598007" y="5187950"/>
            <a:chExt cx="2176266" cy="1381125"/>
          </a:xfrm>
        </p:grpSpPr>
        <p:pic>
          <p:nvPicPr>
            <p:cNvPr id="13" name="Picture 7" descr="C:\Documents and Settings\Administrator.CAOFAN\桌面\hsk一级\2课\2-07羊-前图7629013（20）.jpg"/>
            <p:cNvPicPr preferRelativeResize="0">
              <a:picLocks noChangeArrowheads="1"/>
            </p:cNvPicPr>
            <p:nvPr/>
          </p:nvPicPr>
          <p:blipFill>
            <a:blip r:embed="rId6"/>
            <a:stretch>
              <a:fillRect/>
            </a:stretch>
          </p:blipFill>
          <p:spPr bwMode="auto">
            <a:xfrm>
              <a:off x="4613881" y="5202238"/>
              <a:ext cx="2160392" cy="1366837"/>
            </a:xfrm>
            <a:prstGeom prst="rect">
              <a:avLst/>
            </a:prstGeom>
            <a:ln w="38100" cap="sq">
              <a:solidFill>
                <a:schemeClr val="tx1"/>
              </a:solidFill>
              <a:prstDash val="solid"/>
              <a:miter lim="800000"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70686" name="TextBox 32"/>
            <p:cNvSpPr txBox="1"/>
            <p:nvPr/>
          </p:nvSpPr>
          <p:spPr>
            <a:xfrm>
              <a:off x="4598007" y="5187950"/>
              <a:ext cx="398462" cy="461963"/>
            </a:xfrm>
            <a:prstGeom prst="rect">
              <a:avLst/>
            </a:prstGeom>
            <a:solidFill>
              <a:schemeClr val="bg1"/>
            </a:solidFill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r>
                <a:rPr lang="en-US" altLang="zh-CN" sz="2400" b="1" dirty="0">
                  <a:latin typeface="Arial" panose="020B0604020202020204" pitchFamily="34" charset="0"/>
                </a:rPr>
                <a:t>F</a:t>
              </a:r>
              <a:endParaRPr lang="zh-CN" altLang="en-US" sz="2400" b="1"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70677" name="组合 39"/>
          <p:cNvGrpSpPr/>
          <p:nvPr/>
        </p:nvGrpSpPr>
        <p:grpSpPr>
          <a:xfrm>
            <a:off x="1290638" y="3455988"/>
            <a:ext cx="2171700" cy="1379537"/>
            <a:chOff x="1290638" y="3455988"/>
            <a:chExt cx="2171221" cy="1379003"/>
          </a:xfrm>
        </p:grpSpPr>
        <p:pic>
          <p:nvPicPr>
            <p:cNvPr id="70682" name="Picture 5" descr="C:\Documents and Settings\Administrator.CAOFAN\桌面\hsk一级\2课\2-05山-前图43956478（20）.jpg"/>
            <p:cNvPicPr preferRelativeResize="0"/>
            <p:nvPr/>
          </p:nvPicPr>
          <p:blipFill>
            <a:blip r:embed="rId7"/>
            <a:stretch>
              <a:fillRect/>
            </a:stretch>
          </p:blipFill>
          <p:spPr>
            <a:xfrm>
              <a:off x="1888978" y="3459272"/>
              <a:ext cx="1482548" cy="1368425"/>
            </a:xfrm>
            <a:prstGeom prst="rect">
              <a:avLst/>
            </a:prstGeom>
            <a:noFill/>
            <a:ln w="38100">
              <a:noFill/>
            </a:ln>
          </p:spPr>
        </p:pic>
        <p:sp>
          <p:nvSpPr>
            <p:cNvPr id="70683" name="TextBox 28"/>
            <p:cNvSpPr txBox="1"/>
            <p:nvPr/>
          </p:nvSpPr>
          <p:spPr>
            <a:xfrm>
              <a:off x="1290638" y="3455988"/>
              <a:ext cx="400050" cy="461962"/>
            </a:xfrm>
            <a:prstGeom prst="rect">
              <a:avLst/>
            </a:prstGeom>
            <a:solidFill>
              <a:schemeClr val="bg1"/>
            </a:solidFill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r>
                <a:rPr lang="en-US" altLang="zh-CN" sz="2400" b="1" dirty="0">
                  <a:latin typeface="Arial" panose="020B0604020202020204" pitchFamily="34" charset="0"/>
                </a:rPr>
                <a:t>B</a:t>
              </a:r>
              <a:endParaRPr lang="zh-CN" altLang="en-US" sz="2400" b="1" dirty="0">
                <a:latin typeface="Arial" panose="020B0604020202020204" pitchFamily="34" charset="0"/>
              </a:endParaRPr>
            </a:p>
          </p:txBody>
        </p:sp>
        <p:sp>
          <p:nvSpPr>
            <p:cNvPr id="32" name="矩形 31"/>
            <p:cNvSpPr/>
            <p:nvPr/>
          </p:nvSpPr>
          <p:spPr>
            <a:xfrm>
              <a:off x="1301748" y="3467096"/>
              <a:ext cx="2160111" cy="1367895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70678" name="组合 40"/>
          <p:cNvGrpSpPr/>
          <p:nvPr/>
        </p:nvGrpSpPr>
        <p:grpSpPr>
          <a:xfrm>
            <a:off x="1347788" y="5207000"/>
            <a:ext cx="2159000" cy="1387475"/>
            <a:chOff x="1347352" y="5207000"/>
            <a:chExt cx="2160000" cy="1387475"/>
          </a:xfrm>
        </p:grpSpPr>
        <p:pic>
          <p:nvPicPr>
            <p:cNvPr id="70679" name="Picture 6" descr="C:\Documents and Settings\Administrator.CAOFAN\桌面\hsk一级\2课\2-06钟-微图mf829727（18）.jpg"/>
            <p:cNvPicPr preferRelativeResize="0"/>
            <p:nvPr/>
          </p:nvPicPr>
          <p:blipFill>
            <a:blip r:embed="rId8"/>
            <a:stretch>
              <a:fillRect/>
            </a:stretch>
          </p:blipFill>
          <p:spPr>
            <a:xfrm>
              <a:off x="1963207" y="5226050"/>
              <a:ext cx="1260000" cy="1368425"/>
            </a:xfrm>
            <a:prstGeom prst="rect">
              <a:avLst/>
            </a:prstGeom>
            <a:noFill/>
            <a:ln w="38100">
              <a:noFill/>
            </a:ln>
          </p:spPr>
        </p:pic>
        <p:sp>
          <p:nvSpPr>
            <p:cNvPr id="70680" name="TextBox 29"/>
            <p:cNvSpPr txBox="1"/>
            <p:nvPr/>
          </p:nvSpPr>
          <p:spPr>
            <a:xfrm>
              <a:off x="1349157" y="5207000"/>
              <a:ext cx="400050" cy="461963"/>
            </a:xfrm>
            <a:prstGeom prst="rect">
              <a:avLst/>
            </a:prstGeom>
            <a:solidFill>
              <a:schemeClr val="bg1"/>
            </a:solidFill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r>
                <a:rPr lang="en-US" altLang="zh-CN" sz="2400" b="1" dirty="0">
                  <a:latin typeface="Arial" panose="020B0604020202020204" pitchFamily="34" charset="0"/>
                </a:rPr>
                <a:t>C</a:t>
              </a:r>
              <a:endParaRPr lang="zh-CN" altLang="en-US" sz="2400" b="1" dirty="0">
                <a:latin typeface="Arial" panose="020B0604020202020204" pitchFamily="34" charset="0"/>
              </a:endParaRPr>
            </a:p>
          </p:txBody>
        </p:sp>
        <p:sp>
          <p:nvSpPr>
            <p:cNvPr id="38" name="矩形 37"/>
            <p:cNvSpPr/>
            <p:nvPr/>
          </p:nvSpPr>
          <p:spPr>
            <a:xfrm>
              <a:off x="1347352" y="5213350"/>
              <a:ext cx="2160000" cy="1368425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p:transition spd="slow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1" name="文本框 142"/>
          <p:cNvSpPr/>
          <p:nvPr/>
        </p:nvSpPr>
        <p:spPr>
          <a:xfrm>
            <a:off x="2273300" y="1516063"/>
            <a:ext cx="909638" cy="523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en-US" altLang="zh-CN" sz="2800" b="1" dirty="0">
                <a:solidFill>
                  <a:srgbClr val="000000"/>
                </a:solidFill>
                <a:latin typeface="GB Pinyinok-D"/>
                <a:ea typeface="GB Pinyinok-D"/>
                <a:sym typeface="宋体" panose="02010600030101010101" pitchFamily="2" charset="-122"/>
              </a:rPr>
              <a:t>xiǎo</a:t>
            </a:r>
            <a:endParaRPr lang="en-US" altLang="zh-CN" sz="2800" b="1" dirty="0">
              <a:solidFill>
                <a:srgbClr val="000000"/>
              </a:solidFill>
              <a:latin typeface="GB Pinyinok-D"/>
              <a:ea typeface="GB Pinyinok-D"/>
              <a:sym typeface="Times New Roman" panose="02020603050405020304" pitchFamily="18" charset="0"/>
            </a:endParaRPr>
          </a:p>
        </p:txBody>
      </p:sp>
      <p:sp>
        <p:nvSpPr>
          <p:cNvPr id="5148" name="文本框 148"/>
          <p:cNvSpPr/>
          <p:nvPr/>
        </p:nvSpPr>
        <p:spPr>
          <a:xfrm>
            <a:off x="2268538" y="2384425"/>
            <a:ext cx="728662" cy="523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en-US" altLang="zh-CN" sz="2800" b="1" dirty="0">
                <a:solidFill>
                  <a:srgbClr val="000000"/>
                </a:solidFill>
                <a:latin typeface="GB Pinyinok-D"/>
                <a:ea typeface="GB Pinyinok-D"/>
                <a:sym typeface="宋体" panose="02010600030101010101" pitchFamily="2" charset="-122"/>
              </a:rPr>
              <a:t>nàr</a:t>
            </a:r>
            <a:endParaRPr lang="en-US" altLang="zh-CN" sz="2800" b="1" dirty="0">
              <a:solidFill>
                <a:srgbClr val="000000"/>
              </a:solidFill>
              <a:latin typeface="GB Pinyinok-D"/>
              <a:ea typeface="GB Pinyinok-D"/>
              <a:sym typeface="Times New Roman" panose="02020603050405020304" pitchFamily="18" charset="0"/>
            </a:endParaRPr>
          </a:p>
        </p:txBody>
      </p:sp>
      <p:sp>
        <p:nvSpPr>
          <p:cNvPr id="5149" name="文本框 149"/>
          <p:cNvSpPr/>
          <p:nvPr/>
        </p:nvSpPr>
        <p:spPr>
          <a:xfrm>
            <a:off x="3105150" y="3227388"/>
            <a:ext cx="251079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en-US" altLang="zh-CN" sz="2800" b="1" dirty="0">
                <a:latin typeface="SimSun-ExtB" panose="02010609060101010101" pitchFamily="49" charset="-122"/>
                <a:ea typeface="SimSun-ExtB" panose="02010609060101010101" pitchFamily="49" charset="-122"/>
                <a:sym typeface="宋体" panose="02010600030101010101" pitchFamily="2" charset="-122"/>
              </a:rPr>
              <a:t>xià miàn(xià</a:t>
            </a:r>
            <a:r>
              <a:rPr lang="en-US" altLang="zh-CN" sz="2800" dirty="0">
                <a:latin typeface="Arial" panose="020B0604020202020204" pitchFamily="34" charset="0"/>
              </a:rPr>
              <a:t>)</a:t>
            </a:r>
            <a:endParaRPr lang="en-US" altLang="zh-CN" sz="2800" b="1" dirty="0">
              <a:latin typeface="SimSun-ExtB" panose="02010609060101010101" pitchFamily="49" charset="-122"/>
              <a:ea typeface="SimSun-ExtB" panose="02010609060101010101" pitchFamily="49" charset="-122"/>
              <a:sym typeface="Times New Roman" panose="02020603050405020304" pitchFamily="18" charset="0"/>
            </a:endParaRPr>
          </a:p>
        </p:txBody>
      </p:sp>
      <p:cxnSp>
        <p:nvCxnSpPr>
          <p:cNvPr id="71685" name="AutoShape 4"/>
          <p:cNvCxnSpPr/>
          <p:nvPr/>
        </p:nvCxnSpPr>
        <p:spPr>
          <a:xfrm flipH="1" flipV="1">
            <a:off x="100013" y="-15875"/>
            <a:ext cx="12700" cy="6872288"/>
          </a:xfrm>
          <a:prstGeom prst="straightConnector1">
            <a:avLst/>
          </a:prstGeom>
          <a:ln w="228600" cap="flat" cmpd="sng">
            <a:solidFill>
              <a:srgbClr val="800080"/>
            </a:solidFill>
            <a:prstDash val="solid"/>
            <a:headEnd type="none" w="med" len="med"/>
            <a:tailEnd type="none" w="med" len="med"/>
          </a:ln>
        </p:spPr>
      </p:cxnSp>
      <p:grpSp>
        <p:nvGrpSpPr>
          <p:cNvPr id="2" name="组合 5"/>
          <p:cNvGrpSpPr/>
          <p:nvPr/>
        </p:nvGrpSpPr>
        <p:grpSpPr>
          <a:xfrm>
            <a:off x="771525" y="1516063"/>
            <a:ext cx="1338263" cy="546100"/>
            <a:chOff x="682668" y="3939837"/>
            <a:chExt cx="1338943" cy="545509"/>
          </a:xfrm>
        </p:grpSpPr>
        <p:sp>
          <p:nvSpPr>
            <p:cNvPr id="71736" name="圆角矩形 32"/>
            <p:cNvSpPr/>
            <p:nvPr/>
          </p:nvSpPr>
          <p:spPr>
            <a:xfrm>
              <a:off x="682668" y="3939837"/>
              <a:ext cx="1338943" cy="529187"/>
            </a:xfrm>
            <a:prstGeom prst="roundRect">
              <a:avLst>
                <a:gd name="adj" fmla="val 16667"/>
              </a:avLst>
            </a:prstGeom>
            <a:solidFill>
              <a:srgbClr val="CC99FF"/>
            </a:solidFill>
            <a:ln w="9525">
              <a:noFill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71737" name="文本框 88"/>
            <p:cNvSpPr/>
            <p:nvPr/>
          </p:nvSpPr>
          <p:spPr>
            <a:xfrm>
              <a:off x="911304" y="3959851"/>
              <a:ext cx="905498" cy="525495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0170" tIns="46990" rIns="90170" bIns="46990">
              <a:spAutoFit/>
            </a:bodyPr>
            <a:lstStyle/>
            <a:p>
              <a:pPr algn="ctr"/>
              <a:r>
                <a:rPr lang="zh-CN" altLang="en-US" sz="2800" b="1" dirty="0">
                  <a:solidFill>
                    <a:srgbClr val="000000"/>
                  </a:solidFill>
                  <a:latin typeface="Calibri" panose="020F0502020204030204" pitchFamily="34" charset="0"/>
                  <a:sym typeface="宋体" panose="02010600030101010101" pitchFamily="2" charset="-122"/>
                </a:rPr>
                <a:t>小</a:t>
              </a:r>
            </a:p>
          </p:txBody>
        </p:sp>
      </p:grpSp>
      <p:grpSp>
        <p:nvGrpSpPr>
          <p:cNvPr id="3" name="组合 6"/>
          <p:cNvGrpSpPr/>
          <p:nvPr/>
        </p:nvGrpSpPr>
        <p:grpSpPr>
          <a:xfrm>
            <a:off x="771525" y="2360613"/>
            <a:ext cx="1338263" cy="536575"/>
            <a:chOff x="682668" y="4792841"/>
            <a:chExt cx="1338943" cy="536981"/>
          </a:xfrm>
        </p:grpSpPr>
        <p:sp>
          <p:nvSpPr>
            <p:cNvPr id="71734" name="圆角矩形 31"/>
            <p:cNvSpPr/>
            <p:nvPr/>
          </p:nvSpPr>
          <p:spPr>
            <a:xfrm>
              <a:off x="682668" y="4800635"/>
              <a:ext cx="1338943" cy="529187"/>
            </a:xfrm>
            <a:prstGeom prst="roundRect">
              <a:avLst>
                <a:gd name="adj" fmla="val 16667"/>
              </a:avLst>
            </a:prstGeom>
            <a:solidFill>
              <a:srgbClr val="CC99FF"/>
            </a:solidFill>
            <a:ln w="9525">
              <a:noFill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71735" name="文本框 107"/>
            <p:cNvSpPr/>
            <p:nvPr/>
          </p:nvSpPr>
          <p:spPr>
            <a:xfrm>
              <a:off x="912891" y="4792841"/>
              <a:ext cx="903911" cy="526183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0170" tIns="46990" rIns="90170" bIns="46990">
              <a:spAutoFit/>
            </a:bodyPr>
            <a:lstStyle/>
            <a:p>
              <a:pPr algn="ctr"/>
              <a:r>
                <a:rPr lang="zh-CN" altLang="en-US" sz="2800" b="1" dirty="0">
                  <a:solidFill>
                    <a:srgbClr val="000000"/>
                  </a:solidFill>
                  <a:latin typeface="Calibri" panose="020F0502020204030204" pitchFamily="34" charset="0"/>
                  <a:sym typeface="宋体" panose="02010600030101010101" pitchFamily="2" charset="-122"/>
                </a:rPr>
                <a:t>那儿</a:t>
              </a:r>
            </a:p>
          </p:txBody>
        </p:sp>
      </p:grpSp>
      <p:grpSp>
        <p:nvGrpSpPr>
          <p:cNvPr id="4" name="组合 7"/>
          <p:cNvGrpSpPr/>
          <p:nvPr/>
        </p:nvGrpSpPr>
        <p:grpSpPr>
          <a:xfrm>
            <a:off x="773113" y="3222625"/>
            <a:ext cx="2198687" cy="530225"/>
            <a:chOff x="683984" y="5619216"/>
            <a:chExt cx="2198467" cy="529187"/>
          </a:xfrm>
        </p:grpSpPr>
        <p:sp>
          <p:nvSpPr>
            <p:cNvPr id="71732" name="圆角矩形 30"/>
            <p:cNvSpPr/>
            <p:nvPr/>
          </p:nvSpPr>
          <p:spPr>
            <a:xfrm>
              <a:off x="683984" y="5619216"/>
              <a:ext cx="2198467" cy="529187"/>
            </a:xfrm>
            <a:prstGeom prst="roundRect">
              <a:avLst>
                <a:gd name="adj" fmla="val 16667"/>
              </a:avLst>
            </a:prstGeom>
            <a:solidFill>
              <a:srgbClr val="CC99FF"/>
            </a:solidFill>
            <a:ln w="9525">
              <a:noFill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71733" name="文本框 110"/>
            <p:cNvSpPr/>
            <p:nvPr/>
          </p:nvSpPr>
          <p:spPr>
            <a:xfrm>
              <a:off x="895960" y="5622652"/>
              <a:ext cx="1986491" cy="52475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0170" tIns="46990" rIns="90170" bIns="46990" anchor="ctr" anchorCtr="0">
              <a:spAutoFit/>
            </a:bodyPr>
            <a:lstStyle/>
            <a:p>
              <a:r>
                <a:rPr lang="zh-CN" altLang="en-US" sz="2800" b="1" dirty="0">
                  <a:solidFill>
                    <a:srgbClr val="000000"/>
                  </a:solidFill>
                  <a:latin typeface="Calibri" panose="020F0502020204030204" pitchFamily="34" charset="0"/>
                  <a:sym typeface="宋体" panose="02010600030101010101" pitchFamily="2" charset="-122"/>
                </a:rPr>
                <a:t>下面（下）</a:t>
              </a:r>
            </a:p>
          </p:txBody>
        </p:sp>
      </p:grpSp>
      <p:grpSp>
        <p:nvGrpSpPr>
          <p:cNvPr id="71689" name="组合 8"/>
          <p:cNvGrpSpPr/>
          <p:nvPr/>
        </p:nvGrpSpPr>
        <p:grpSpPr>
          <a:xfrm>
            <a:off x="307975" y="6350"/>
            <a:ext cx="3833813" cy="646113"/>
            <a:chOff x="308629" y="6819"/>
            <a:chExt cx="3833696" cy="646331"/>
          </a:xfrm>
        </p:grpSpPr>
        <p:sp>
          <p:nvSpPr>
            <p:cNvPr id="32" name="Text Box 4"/>
            <p:cNvSpPr txBox="1">
              <a:spLocks noChangeArrowheads="1"/>
            </p:cNvSpPr>
            <p:nvPr/>
          </p:nvSpPr>
          <p:spPr bwMode="auto">
            <a:xfrm>
              <a:off x="329266" y="6819"/>
              <a:ext cx="3813059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8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"/>
                <a:defRPr sz="2000">
                  <a:solidFill>
                    <a:schemeClr val="accent2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1pPr>
              <a:lvl2pPr marL="742950" indent="-285750">
                <a:lnSpc>
                  <a:spcPct val="130000"/>
                </a:lnSpc>
                <a:buFont typeface="Calibri" panose="020F0502020204030204" pitchFamily="34" charset="0"/>
                <a:buChar char=" 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 sz="2000"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3600" b="1" i="0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生词</a:t>
              </a:r>
              <a:r>
                <a:rPr kumimoji="0" lang="en-US" altLang="zh-CN" sz="3600" b="1" i="1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New Words</a:t>
              </a:r>
              <a:endParaRPr kumimoji="0" lang="zh-CN" altLang="en-US" sz="3600" b="1" i="1" u="none" strike="noStrike" kern="1200" cap="none" spc="0" normalizeH="0" baseline="0" noProof="0" dirty="0">
                <a:ln>
                  <a:noFill/>
                </a:ln>
                <a:solidFill>
                  <a:srgbClr val="D09E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endParaRPr>
            </a:p>
          </p:txBody>
        </p:sp>
        <p:cxnSp>
          <p:nvCxnSpPr>
            <p:cNvPr id="33" name="直接连接符 32"/>
            <p:cNvCxnSpPr/>
            <p:nvPr/>
          </p:nvCxnSpPr>
          <p:spPr>
            <a:xfrm>
              <a:off x="308629" y="653150"/>
              <a:ext cx="3833696" cy="0"/>
            </a:xfrm>
            <a:prstGeom prst="line">
              <a:avLst/>
            </a:prstGeom>
            <a:ln w="69850" cmpd="thickThin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文本框 142"/>
          <p:cNvSpPr/>
          <p:nvPr/>
        </p:nvSpPr>
        <p:spPr>
          <a:xfrm>
            <a:off x="10377488" y="1536700"/>
            <a:ext cx="1573212" cy="523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en-US" altLang="zh-CN" sz="2800" b="1" dirty="0">
                <a:solidFill>
                  <a:srgbClr val="000000"/>
                </a:solidFill>
                <a:latin typeface="GB Pinyinok-D"/>
                <a:ea typeface="GB Pinyinok-D"/>
                <a:sym typeface="宋体" panose="02010600030101010101" pitchFamily="2" charset="-122"/>
              </a:rPr>
              <a:t>zài</a:t>
            </a:r>
            <a:endParaRPr lang="en-US" altLang="zh-CN" sz="2800" b="1" dirty="0">
              <a:solidFill>
                <a:srgbClr val="000000"/>
              </a:solidFill>
              <a:latin typeface="GB Pinyinok-D"/>
              <a:ea typeface="GB Pinyinok-D"/>
              <a:sym typeface="Times New Roman" panose="02020603050405020304" pitchFamily="18" charset="0"/>
            </a:endParaRPr>
          </a:p>
        </p:txBody>
      </p:sp>
      <p:sp>
        <p:nvSpPr>
          <p:cNvPr id="37" name="文本框 148"/>
          <p:cNvSpPr/>
          <p:nvPr/>
        </p:nvSpPr>
        <p:spPr>
          <a:xfrm>
            <a:off x="10377488" y="2405063"/>
            <a:ext cx="755335" cy="52322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en-US" altLang="zh-CN" sz="2800" b="1" dirty="0" err="1">
                <a:solidFill>
                  <a:srgbClr val="000000"/>
                </a:solidFill>
                <a:latin typeface="GB Pinyinok-D"/>
                <a:ea typeface="GB Pinyinok-D"/>
                <a:sym typeface="宋体" panose="02010600030101010101" pitchFamily="2" charset="-122"/>
              </a:rPr>
              <a:t>yǐ</a:t>
            </a:r>
            <a:r>
              <a:rPr lang="en-US" altLang="zh-CN" sz="2800" b="1" dirty="0">
                <a:solidFill>
                  <a:srgbClr val="000000"/>
                </a:solidFill>
                <a:latin typeface="GB Pinyinok-D"/>
                <a:ea typeface="GB Pinyinok-D"/>
                <a:sym typeface="宋体" panose="02010600030101010101" pitchFamily="2" charset="-122"/>
              </a:rPr>
              <a:t> zi</a:t>
            </a:r>
            <a:endParaRPr lang="en-US" altLang="zh-CN" sz="2800" b="1" dirty="0">
              <a:solidFill>
                <a:srgbClr val="000000"/>
              </a:solidFill>
              <a:latin typeface="GB Pinyinok-D"/>
              <a:ea typeface="GB Pinyinok-D"/>
              <a:sym typeface="Times New Roman" panose="02020603050405020304" pitchFamily="18" charset="0"/>
            </a:endParaRPr>
          </a:p>
        </p:txBody>
      </p:sp>
      <p:sp>
        <p:nvSpPr>
          <p:cNvPr id="38" name="文本框 149"/>
          <p:cNvSpPr/>
          <p:nvPr/>
        </p:nvSpPr>
        <p:spPr>
          <a:xfrm>
            <a:off x="10377488" y="3248025"/>
            <a:ext cx="1452562" cy="523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en-US" altLang="zh-CN" sz="2800" b="1" dirty="0">
                <a:solidFill>
                  <a:srgbClr val="000000"/>
                </a:solidFill>
                <a:latin typeface="GB Pinyinok-D"/>
                <a:ea typeface="GB Pinyinok-D"/>
                <a:sym typeface="宋体" panose="02010600030101010101" pitchFamily="2" charset="-122"/>
              </a:rPr>
              <a:t>ɡōnɡzuò</a:t>
            </a:r>
            <a:endParaRPr lang="en-US" altLang="zh-CN" sz="2800" b="1" dirty="0">
              <a:solidFill>
                <a:srgbClr val="000000"/>
              </a:solidFill>
              <a:latin typeface="GB Pinyinok-D"/>
              <a:ea typeface="GB Pinyinok-D"/>
              <a:sym typeface="Times New Roman" panose="02020603050405020304" pitchFamily="18" charset="0"/>
            </a:endParaRPr>
          </a:p>
        </p:txBody>
      </p:sp>
      <p:grpSp>
        <p:nvGrpSpPr>
          <p:cNvPr id="6" name="组合 38"/>
          <p:cNvGrpSpPr/>
          <p:nvPr/>
        </p:nvGrpSpPr>
        <p:grpSpPr>
          <a:xfrm>
            <a:off x="8926513" y="1536700"/>
            <a:ext cx="1338262" cy="546100"/>
            <a:chOff x="682668" y="3939837"/>
            <a:chExt cx="1338943" cy="545509"/>
          </a:xfrm>
        </p:grpSpPr>
        <p:sp>
          <p:nvSpPr>
            <p:cNvPr id="71728" name="圆角矩形 32"/>
            <p:cNvSpPr/>
            <p:nvPr/>
          </p:nvSpPr>
          <p:spPr>
            <a:xfrm>
              <a:off x="682668" y="3939837"/>
              <a:ext cx="1338943" cy="529187"/>
            </a:xfrm>
            <a:prstGeom prst="roundRect">
              <a:avLst>
                <a:gd name="adj" fmla="val 16667"/>
              </a:avLst>
            </a:prstGeom>
            <a:solidFill>
              <a:srgbClr val="CC99FF"/>
            </a:solidFill>
            <a:ln w="9525">
              <a:noFill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71729" name="文本框 88"/>
            <p:cNvSpPr/>
            <p:nvPr/>
          </p:nvSpPr>
          <p:spPr>
            <a:xfrm>
              <a:off x="911304" y="3959851"/>
              <a:ext cx="905498" cy="525495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0170" tIns="46990" rIns="90170" bIns="46990">
              <a:spAutoFit/>
            </a:bodyPr>
            <a:lstStyle/>
            <a:p>
              <a:pPr algn="ctr"/>
              <a:r>
                <a:rPr lang="zh-CN" altLang="en-US" sz="2800" b="1" dirty="0">
                  <a:solidFill>
                    <a:srgbClr val="000000"/>
                  </a:solidFill>
                  <a:latin typeface="Calibri" panose="020F0502020204030204" pitchFamily="34" charset="0"/>
                  <a:sym typeface="宋体" panose="02010600030101010101" pitchFamily="2" charset="-122"/>
                </a:rPr>
                <a:t>在</a:t>
              </a:r>
            </a:p>
          </p:txBody>
        </p:sp>
      </p:grpSp>
      <p:grpSp>
        <p:nvGrpSpPr>
          <p:cNvPr id="7" name="组合 41"/>
          <p:cNvGrpSpPr/>
          <p:nvPr/>
        </p:nvGrpSpPr>
        <p:grpSpPr>
          <a:xfrm>
            <a:off x="8926513" y="2381250"/>
            <a:ext cx="1338262" cy="536575"/>
            <a:chOff x="682668" y="4792841"/>
            <a:chExt cx="1338943" cy="536981"/>
          </a:xfrm>
        </p:grpSpPr>
        <p:sp>
          <p:nvSpPr>
            <p:cNvPr id="71726" name="圆角矩形 31"/>
            <p:cNvSpPr/>
            <p:nvPr/>
          </p:nvSpPr>
          <p:spPr>
            <a:xfrm>
              <a:off x="682668" y="4800635"/>
              <a:ext cx="1338943" cy="529187"/>
            </a:xfrm>
            <a:prstGeom prst="roundRect">
              <a:avLst>
                <a:gd name="adj" fmla="val 16667"/>
              </a:avLst>
            </a:prstGeom>
            <a:solidFill>
              <a:srgbClr val="CC99FF"/>
            </a:solidFill>
            <a:ln w="9525">
              <a:noFill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71727" name="文本框 107"/>
            <p:cNvSpPr/>
            <p:nvPr/>
          </p:nvSpPr>
          <p:spPr>
            <a:xfrm>
              <a:off x="922892" y="4792841"/>
              <a:ext cx="903911" cy="52618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0170" tIns="46990" rIns="90170" bIns="46990">
              <a:spAutoFit/>
            </a:bodyPr>
            <a:lstStyle/>
            <a:p>
              <a:r>
                <a:rPr lang="zh-CN" altLang="en-US" sz="2800" b="1" dirty="0">
                  <a:solidFill>
                    <a:srgbClr val="000000"/>
                  </a:solidFill>
                  <a:latin typeface="Calibri" panose="020F0502020204030204" pitchFamily="34" charset="0"/>
                  <a:sym typeface="宋体" panose="02010600030101010101" pitchFamily="2" charset="-122"/>
                </a:rPr>
                <a:t>椅子</a:t>
              </a:r>
            </a:p>
          </p:txBody>
        </p:sp>
      </p:grpSp>
      <p:grpSp>
        <p:nvGrpSpPr>
          <p:cNvPr id="8" name="组合 44"/>
          <p:cNvGrpSpPr/>
          <p:nvPr/>
        </p:nvGrpSpPr>
        <p:grpSpPr>
          <a:xfrm>
            <a:off x="8928100" y="3243263"/>
            <a:ext cx="1338263" cy="528637"/>
            <a:chOff x="683984" y="5619216"/>
            <a:chExt cx="1338943" cy="530097"/>
          </a:xfrm>
        </p:grpSpPr>
        <p:sp>
          <p:nvSpPr>
            <p:cNvPr id="71724" name="圆角矩形 30"/>
            <p:cNvSpPr/>
            <p:nvPr/>
          </p:nvSpPr>
          <p:spPr>
            <a:xfrm>
              <a:off x="683984" y="5619216"/>
              <a:ext cx="1338943" cy="529187"/>
            </a:xfrm>
            <a:prstGeom prst="roundRect">
              <a:avLst>
                <a:gd name="adj" fmla="val 16667"/>
              </a:avLst>
            </a:prstGeom>
            <a:solidFill>
              <a:srgbClr val="CC99FF"/>
            </a:solidFill>
            <a:ln w="9525">
              <a:noFill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71725" name="文本框 110"/>
            <p:cNvSpPr/>
            <p:nvPr/>
          </p:nvSpPr>
          <p:spPr>
            <a:xfrm>
              <a:off x="922274" y="5622651"/>
              <a:ext cx="903912" cy="52666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0170" tIns="46990" rIns="90170" bIns="46990">
              <a:spAutoFit/>
            </a:bodyPr>
            <a:lstStyle/>
            <a:p>
              <a:pPr algn="ctr"/>
              <a:r>
                <a:rPr lang="zh-CN" altLang="en-US" sz="2800" b="1" dirty="0">
                  <a:solidFill>
                    <a:srgbClr val="000000"/>
                  </a:solidFill>
                  <a:latin typeface="Calibri" panose="020F0502020204030204" pitchFamily="34" charset="0"/>
                  <a:sym typeface="宋体" panose="02010600030101010101" pitchFamily="2" charset="-122"/>
                </a:rPr>
                <a:t>工作</a:t>
              </a:r>
            </a:p>
          </p:txBody>
        </p:sp>
      </p:grpSp>
      <p:sp>
        <p:nvSpPr>
          <p:cNvPr id="30" name="文本框 149"/>
          <p:cNvSpPr/>
          <p:nvPr/>
        </p:nvSpPr>
        <p:spPr>
          <a:xfrm>
            <a:off x="2262188" y="4121150"/>
            <a:ext cx="909637" cy="523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en-US" altLang="zh-CN" sz="2800" b="1" dirty="0">
                <a:solidFill>
                  <a:srgbClr val="000000"/>
                </a:solidFill>
                <a:latin typeface="GB Pinyinok-D"/>
                <a:ea typeface="GB Pinyinok-D"/>
                <a:sym typeface="宋体" panose="02010600030101010101" pitchFamily="2" charset="-122"/>
              </a:rPr>
              <a:t>érzi</a:t>
            </a:r>
            <a:endParaRPr lang="en-US" altLang="zh-CN" sz="2800" b="1" dirty="0">
              <a:solidFill>
                <a:srgbClr val="000000"/>
              </a:solidFill>
              <a:latin typeface="GB Pinyinok-D"/>
              <a:ea typeface="GB Pinyinok-D"/>
              <a:sym typeface="Times New Roman" panose="02020603050405020304" pitchFamily="18" charset="0"/>
            </a:endParaRPr>
          </a:p>
        </p:txBody>
      </p:sp>
      <p:grpSp>
        <p:nvGrpSpPr>
          <p:cNvPr id="9" name="组合 7"/>
          <p:cNvGrpSpPr/>
          <p:nvPr/>
        </p:nvGrpSpPr>
        <p:grpSpPr>
          <a:xfrm>
            <a:off x="768350" y="4116388"/>
            <a:ext cx="1338263" cy="528637"/>
            <a:chOff x="683984" y="5619216"/>
            <a:chExt cx="1338943" cy="530097"/>
          </a:xfrm>
        </p:grpSpPr>
        <p:sp>
          <p:nvSpPr>
            <p:cNvPr id="71722" name="圆角矩形 30"/>
            <p:cNvSpPr/>
            <p:nvPr/>
          </p:nvSpPr>
          <p:spPr>
            <a:xfrm>
              <a:off x="683984" y="5619216"/>
              <a:ext cx="1338943" cy="529187"/>
            </a:xfrm>
            <a:prstGeom prst="roundRect">
              <a:avLst>
                <a:gd name="adj" fmla="val 16667"/>
              </a:avLst>
            </a:prstGeom>
            <a:solidFill>
              <a:srgbClr val="CC99FF"/>
            </a:solidFill>
            <a:ln w="9525">
              <a:noFill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71723" name="文本框 110"/>
            <p:cNvSpPr/>
            <p:nvPr/>
          </p:nvSpPr>
          <p:spPr>
            <a:xfrm>
              <a:off x="931148" y="5622651"/>
              <a:ext cx="903911" cy="52666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0170" tIns="46990" rIns="90170" bIns="46990">
              <a:spAutoFit/>
            </a:bodyPr>
            <a:lstStyle/>
            <a:p>
              <a:r>
                <a:rPr lang="zh-CN" altLang="en-US" sz="2800" b="1" dirty="0">
                  <a:solidFill>
                    <a:srgbClr val="000000"/>
                  </a:solidFill>
                  <a:latin typeface="Calibri" panose="020F0502020204030204" pitchFamily="34" charset="0"/>
                  <a:sym typeface="宋体" panose="02010600030101010101" pitchFamily="2" charset="-122"/>
                </a:rPr>
                <a:t>儿子</a:t>
              </a:r>
            </a:p>
          </p:txBody>
        </p:sp>
      </p:grpSp>
      <p:sp>
        <p:nvSpPr>
          <p:cNvPr id="39" name="文本框 149"/>
          <p:cNvSpPr/>
          <p:nvPr/>
        </p:nvSpPr>
        <p:spPr>
          <a:xfrm>
            <a:off x="10372725" y="4141788"/>
            <a:ext cx="1452563" cy="523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en-US" altLang="zh-CN" sz="2800" b="1" dirty="0">
                <a:solidFill>
                  <a:srgbClr val="000000"/>
                </a:solidFill>
                <a:latin typeface="GB Pinyinok-D"/>
                <a:ea typeface="GB Pinyinok-D"/>
                <a:sym typeface="宋体" panose="02010600030101010101" pitchFamily="2" charset="-122"/>
              </a:rPr>
              <a:t>yīshēnɡ</a:t>
            </a:r>
            <a:endParaRPr lang="en-US" altLang="zh-CN" sz="2800" b="1" dirty="0">
              <a:solidFill>
                <a:srgbClr val="000000"/>
              </a:solidFill>
              <a:latin typeface="GB Pinyinok-D"/>
              <a:ea typeface="GB Pinyinok-D"/>
              <a:sym typeface="Times New Roman" panose="02020603050405020304" pitchFamily="18" charset="0"/>
            </a:endParaRPr>
          </a:p>
        </p:txBody>
      </p:sp>
      <p:grpSp>
        <p:nvGrpSpPr>
          <p:cNvPr id="10" name="组合 44"/>
          <p:cNvGrpSpPr/>
          <p:nvPr/>
        </p:nvGrpSpPr>
        <p:grpSpPr>
          <a:xfrm>
            <a:off x="8923338" y="4137025"/>
            <a:ext cx="1338262" cy="544513"/>
            <a:chOff x="683984" y="5619216"/>
            <a:chExt cx="1338943" cy="545191"/>
          </a:xfrm>
        </p:grpSpPr>
        <p:sp>
          <p:nvSpPr>
            <p:cNvPr id="71720" name="圆角矩形 30"/>
            <p:cNvSpPr/>
            <p:nvPr/>
          </p:nvSpPr>
          <p:spPr>
            <a:xfrm>
              <a:off x="683984" y="5619216"/>
              <a:ext cx="1338943" cy="529187"/>
            </a:xfrm>
            <a:prstGeom prst="roundRect">
              <a:avLst>
                <a:gd name="adj" fmla="val 16667"/>
              </a:avLst>
            </a:prstGeom>
            <a:solidFill>
              <a:srgbClr val="CC99FF"/>
            </a:solidFill>
            <a:ln w="9525">
              <a:noFill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71721" name="文本框 110"/>
            <p:cNvSpPr/>
            <p:nvPr/>
          </p:nvSpPr>
          <p:spPr>
            <a:xfrm>
              <a:off x="941449" y="5638447"/>
              <a:ext cx="903911" cy="52596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0170" tIns="46990" rIns="90170" bIns="46990">
              <a:spAutoFit/>
            </a:bodyPr>
            <a:lstStyle/>
            <a:p>
              <a:r>
                <a:rPr lang="zh-CN" altLang="en-US" sz="2800" b="1" dirty="0">
                  <a:solidFill>
                    <a:srgbClr val="000000"/>
                  </a:solidFill>
                  <a:latin typeface="Calibri" panose="020F0502020204030204" pitchFamily="34" charset="0"/>
                  <a:sym typeface="宋体" panose="02010600030101010101" pitchFamily="2" charset="-122"/>
                </a:rPr>
                <a:t>医生</a:t>
              </a:r>
            </a:p>
          </p:txBody>
        </p:sp>
      </p:grpSp>
      <p:grpSp>
        <p:nvGrpSpPr>
          <p:cNvPr id="11" name="组合 7"/>
          <p:cNvGrpSpPr/>
          <p:nvPr/>
        </p:nvGrpSpPr>
        <p:grpSpPr>
          <a:xfrm>
            <a:off x="784225" y="4999038"/>
            <a:ext cx="1338263" cy="530225"/>
            <a:chOff x="683984" y="5619216"/>
            <a:chExt cx="1338943" cy="529187"/>
          </a:xfrm>
        </p:grpSpPr>
        <p:sp>
          <p:nvSpPr>
            <p:cNvPr id="71718" name="圆角矩形 30"/>
            <p:cNvSpPr/>
            <p:nvPr/>
          </p:nvSpPr>
          <p:spPr>
            <a:xfrm>
              <a:off x="683984" y="5619216"/>
              <a:ext cx="1338943" cy="529187"/>
            </a:xfrm>
            <a:prstGeom prst="roundRect">
              <a:avLst>
                <a:gd name="adj" fmla="val 16667"/>
              </a:avLst>
            </a:prstGeom>
            <a:solidFill>
              <a:srgbClr val="CC99FF"/>
            </a:solidFill>
            <a:ln w="9525">
              <a:noFill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71719" name="文本框 110"/>
            <p:cNvSpPr/>
            <p:nvPr/>
          </p:nvSpPr>
          <p:spPr>
            <a:xfrm>
              <a:off x="922461" y="5622652"/>
              <a:ext cx="903911" cy="52475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0170" tIns="46990" rIns="90170" bIns="46990">
              <a:spAutoFit/>
            </a:bodyPr>
            <a:lstStyle/>
            <a:p>
              <a:r>
                <a:rPr lang="zh-CN" altLang="en-US" sz="2800" b="1" dirty="0">
                  <a:solidFill>
                    <a:srgbClr val="000000"/>
                  </a:solidFill>
                  <a:latin typeface="Calibri" panose="020F0502020204030204" pitchFamily="34" charset="0"/>
                  <a:sym typeface="宋体" panose="02010600030101010101" pitchFamily="2" charset="-122"/>
                </a:rPr>
                <a:t>爸爸</a:t>
              </a:r>
            </a:p>
          </p:txBody>
        </p:sp>
      </p:grpSp>
      <p:sp>
        <p:nvSpPr>
          <p:cNvPr id="46" name="文本框 149"/>
          <p:cNvSpPr/>
          <p:nvPr/>
        </p:nvSpPr>
        <p:spPr>
          <a:xfrm>
            <a:off x="7310438" y="1562100"/>
            <a:ext cx="728662" cy="523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en-US" altLang="zh-CN" sz="2800" b="1" dirty="0">
                <a:solidFill>
                  <a:srgbClr val="000000"/>
                </a:solidFill>
                <a:latin typeface="GB Pinyinok-D"/>
                <a:ea typeface="GB Pinyinok-D"/>
                <a:sym typeface="宋体" panose="02010600030101010101" pitchFamily="2" charset="-122"/>
              </a:rPr>
              <a:t>māo</a:t>
            </a:r>
            <a:endParaRPr lang="en-US" altLang="zh-CN" sz="2800" b="1" dirty="0">
              <a:solidFill>
                <a:srgbClr val="000000"/>
              </a:solidFill>
              <a:latin typeface="GB Pinyinok-D"/>
              <a:ea typeface="GB Pinyinok-D"/>
              <a:sym typeface="Times New Roman" panose="02020603050405020304" pitchFamily="18" charset="0"/>
            </a:endParaRPr>
          </a:p>
        </p:txBody>
      </p:sp>
      <p:grpSp>
        <p:nvGrpSpPr>
          <p:cNvPr id="12" name="组合 7"/>
          <p:cNvGrpSpPr/>
          <p:nvPr/>
        </p:nvGrpSpPr>
        <p:grpSpPr>
          <a:xfrm>
            <a:off x="5745163" y="1557338"/>
            <a:ext cx="1338262" cy="530225"/>
            <a:chOff x="683984" y="5619216"/>
            <a:chExt cx="1338943" cy="529187"/>
          </a:xfrm>
        </p:grpSpPr>
        <p:sp>
          <p:nvSpPr>
            <p:cNvPr id="71716" name="圆角矩形 30"/>
            <p:cNvSpPr/>
            <p:nvPr/>
          </p:nvSpPr>
          <p:spPr>
            <a:xfrm>
              <a:off x="683984" y="5619216"/>
              <a:ext cx="1338943" cy="529187"/>
            </a:xfrm>
            <a:prstGeom prst="roundRect">
              <a:avLst>
                <a:gd name="adj" fmla="val 16667"/>
              </a:avLst>
            </a:prstGeom>
            <a:solidFill>
              <a:srgbClr val="CC99FF"/>
            </a:solidFill>
            <a:ln w="9525">
              <a:noFill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71717" name="文本框 110"/>
            <p:cNvSpPr/>
            <p:nvPr/>
          </p:nvSpPr>
          <p:spPr>
            <a:xfrm>
              <a:off x="1060010" y="5622652"/>
              <a:ext cx="543053" cy="52475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0170" tIns="46990" rIns="90170" bIns="46990">
              <a:spAutoFit/>
            </a:bodyPr>
            <a:lstStyle/>
            <a:p>
              <a:r>
                <a:rPr lang="zh-CN" altLang="en-US" sz="2800" b="1" dirty="0">
                  <a:solidFill>
                    <a:srgbClr val="000000"/>
                  </a:solidFill>
                  <a:latin typeface="Calibri" panose="020F0502020204030204" pitchFamily="34" charset="0"/>
                  <a:sym typeface="宋体" panose="02010600030101010101" pitchFamily="2" charset="-122"/>
                </a:rPr>
                <a:t>猫</a:t>
              </a:r>
            </a:p>
          </p:txBody>
        </p:sp>
      </p:grpSp>
      <p:sp>
        <p:nvSpPr>
          <p:cNvPr id="51" name="文本框 149"/>
          <p:cNvSpPr/>
          <p:nvPr/>
        </p:nvSpPr>
        <p:spPr>
          <a:xfrm>
            <a:off x="7285038" y="2409825"/>
            <a:ext cx="728662" cy="523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en-US" altLang="zh-CN" sz="2800" b="1" dirty="0">
                <a:solidFill>
                  <a:srgbClr val="000000"/>
                </a:solidFill>
                <a:latin typeface="GB Pinyinok-D"/>
                <a:ea typeface="GB Pinyinok-D"/>
                <a:sym typeface="宋体" panose="02010600030101010101" pitchFamily="2" charset="-122"/>
              </a:rPr>
              <a:t>ɡǒu</a:t>
            </a:r>
            <a:endParaRPr lang="en-US" altLang="zh-CN" sz="2800" b="1" dirty="0">
              <a:solidFill>
                <a:srgbClr val="000000"/>
              </a:solidFill>
              <a:latin typeface="GB Pinyinok-D"/>
              <a:ea typeface="GB Pinyinok-D"/>
              <a:sym typeface="Times New Roman" panose="02020603050405020304" pitchFamily="18" charset="0"/>
            </a:endParaRPr>
          </a:p>
        </p:txBody>
      </p:sp>
      <p:grpSp>
        <p:nvGrpSpPr>
          <p:cNvPr id="13" name="组合 7"/>
          <p:cNvGrpSpPr/>
          <p:nvPr/>
        </p:nvGrpSpPr>
        <p:grpSpPr>
          <a:xfrm>
            <a:off x="5745163" y="2405063"/>
            <a:ext cx="1338262" cy="530225"/>
            <a:chOff x="683984" y="5619216"/>
            <a:chExt cx="1338943" cy="529187"/>
          </a:xfrm>
        </p:grpSpPr>
        <p:sp>
          <p:nvSpPr>
            <p:cNvPr id="71714" name="圆角矩形 30"/>
            <p:cNvSpPr/>
            <p:nvPr/>
          </p:nvSpPr>
          <p:spPr>
            <a:xfrm>
              <a:off x="683984" y="5619216"/>
              <a:ext cx="1338943" cy="529187"/>
            </a:xfrm>
            <a:prstGeom prst="roundRect">
              <a:avLst>
                <a:gd name="adj" fmla="val 16667"/>
              </a:avLst>
            </a:prstGeom>
            <a:solidFill>
              <a:srgbClr val="CC99FF"/>
            </a:solidFill>
            <a:ln w="9525">
              <a:noFill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71715" name="文本框 110"/>
            <p:cNvSpPr/>
            <p:nvPr/>
          </p:nvSpPr>
          <p:spPr>
            <a:xfrm>
              <a:off x="1062387" y="5622652"/>
              <a:ext cx="543053" cy="52475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0170" tIns="46990" rIns="90170" bIns="46990">
              <a:spAutoFit/>
            </a:bodyPr>
            <a:lstStyle/>
            <a:p>
              <a:r>
                <a:rPr lang="zh-CN" altLang="en-US" sz="2800" b="1" dirty="0">
                  <a:solidFill>
                    <a:srgbClr val="000000"/>
                  </a:solidFill>
                  <a:latin typeface="Calibri" panose="020F0502020204030204" pitchFamily="34" charset="0"/>
                  <a:sym typeface="宋体" panose="02010600030101010101" pitchFamily="2" charset="-122"/>
                </a:rPr>
                <a:t>狗</a:t>
              </a:r>
            </a:p>
          </p:txBody>
        </p:sp>
      </p:grpSp>
      <p:sp>
        <p:nvSpPr>
          <p:cNvPr id="55" name="文本框 149"/>
          <p:cNvSpPr/>
          <p:nvPr/>
        </p:nvSpPr>
        <p:spPr>
          <a:xfrm>
            <a:off x="2262188" y="4989513"/>
            <a:ext cx="909637" cy="523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en-US" altLang="zh-CN" sz="2800" b="1" dirty="0">
                <a:solidFill>
                  <a:srgbClr val="000000"/>
                </a:solidFill>
                <a:latin typeface="GB Pinyinok-D"/>
                <a:ea typeface="GB Pinyinok-D"/>
                <a:sym typeface="宋体" panose="02010600030101010101" pitchFamily="2" charset="-122"/>
              </a:rPr>
              <a:t>bàbɑ</a:t>
            </a:r>
            <a:endParaRPr lang="en-US" altLang="zh-CN" sz="2800" b="1" dirty="0">
              <a:solidFill>
                <a:srgbClr val="000000"/>
              </a:solidFill>
              <a:latin typeface="GB Pinyinok-D"/>
              <a:ea typeface="GB Pinyinok-D"/>
              <a:sym typeface="Times New Roman" panose="02020603050405020304" pitchFamily="18" charset="0"/>
            </a:endParaRPr>
          </a:p>
        </p:txBody>
      </p:sp>
      <p:sp>
        <p:nvSpPr>
          <p:cNvPr id="54" name="文本框 149"/>
          <p:cNvSpPr/>
          <p:nvPr/>
        </p:nvSpPr>
        <p:spPr>
          <a:xfrm>
            <a:off x="7289800" y="3227388"/>
            <a:ext cx="827088" cy="523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en-US" altLang="zh-CN" sz="2800" b="1" dirty="0">
                <a:solidFill>
                  <a:srgbClr val="000000"/>
                </a:solidFill>
                <a:latin typeface="GB Pinyinok-D"/>
                <a:ea typeface="GB Pinyinok-D"/>
                <a:sym typeface="宋体" panose="02010600030101010101" pitchFamily="2" charset="-122"/>
              </a:rPr>
              <a:t>nǎr</a:t>
            </a:r>
            <a:r>
              <a:rPr lang="en-US" altLang="zh-CN" sz="2800" dirty="0">
                <a:latin typeface="Arial" panose="020B0604020202020204" pitchFamily="34" charset="0"/>
              </a:rPr>
              <a:t> </a:t>
            </a:r>
            <a:endParaRPr lang="en-US" altLang="zh-CN" sz="2800" b="1" dirty="0">
              <a:latin typeface="SimSun-ExtB" panose="02010609060101010101" pitchFamily="49" charset="-122"/>
              <a:ea typeface="SimSun-ExtB" panose="02010609060101010101" pitchFamily="49" charset="-122"/>
              <a:sym typeface="Times New Roman" panose="02020603050405020304" pitchFamily="18" charset="0"/>
            </a:endParaRPr>
          </a:p>
        </p:txBody>
      </p:sp>
      <p:grpSp>
        <p:nvGrpSpPr>
          <p:cNvPr id="14" name="组合 44"/>
          <p:cNvGrpSpPr/>
          <p:nvPr/>
        </p:nvGrpSpPr>
        <p:grpSpPr>
          <a:xfrm>
            <a:off x="5751513" y="3222625"/>
            <a:ext cx="1338262" cy="528638"/>
            <a:chOff x="683984" y="5619216"/>
            <a:chExt cx="1338943" cy="530097"/>
          </a:xfrm>
        </p:grpSpPr>
        <p:sp>
          <p:nvSpPr>
            <p:cNvPr id="71712" name="圆角矩形 30"/>
            <p:cNvSpPr/>
            <p:nvPr/>
          </p:nvSpPr>
          <p:spPr>
            <a:xfrm>
              <a:off x="683984" y="5619216"/>
              <a:ext cx="1338943" cy="529187"/>
            </a:xfrm>
            <a:prstGeom prst="roundRect">
              <a:avLst>
                <a:gd name="adj" fmla="val 16667"/>
              </a:avLst>
            </a:prstGeom>
            <a:solidFill>
              <a:srgbClr val="CC99FF"/>
            </a:solidFill>
            <a:ln w="9525">
              <a:noFill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71713" name="文本框 110"/>
            <p:cNvSpPr/>
            <p:nvPr/>
          </p:nvSpPr>
          <p:spPr>
            <a:xfrm>
              <a:off x="916815" y="5622651"/>
              <a:ext cx="903911" cy="52666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0170" tIns="46990" rIns="90170" bIns="46990">
              <a:spAutoFit/>
            </a:bodyPr>
            <a:lstStyle/>
            <a:p>
              <a:r>
                <a:rPr lang="zh-CN" altLang="en-US" sz="2800" b="1" dirty="0">
                  <a:solidFill>
                    <a:srgbClr val="000000"/>
                  </a:solidFill>
                  <a:latin typeface="Calibri" panose="020F0502020204030204" pitchFamily="34" charset="0"/>
                  <a:sym typeface="宋体" panose="02010600030101010101" pitchFamily="2" charset="-122"/>
                </a:rPr>
                <a:t>哪儿</a:t>
              </a:r>
            </a:p>
          </p:txBody>
        </p:sp>
      </p:grpSp>
      <p:sp>
        <p:nvSpPr>
          <p:cNvPr id="59" name="文本框 149"/>
          <p:cNvSpPr/>
          <p:nvPr/>
        </p:nvSpPr>
        <p:spPr>
          <a:xfrm>
            <a:off x="7285038" y="4121150"/>
            <a:ext cx="1371600" cy="523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en-US" altLang="zh-CN" sz="2800" b="1" dirty="0">
                <a:solidFill>
                  <a:srgbClr val="000000"/>
                </a:solidFill>
                <a:latin typeface="GB Pinyinok-D"/>
                <a:ea typeface="GB Pinyinok-D"/>
                <a:sym typeface="宋体" panose="02010600030101010101" pitchFamily="2" charset="-122"/>
              </a:rPr>
              <a:t>yīyuàn</a:t>
            </a:r>
            <a:r>
              <a:rPr lang="en-US" altLang="zh-CN" sz="2800" dirty="0">
                <a:latin typeface="Arial" panose="020B0604020202020204" pitchFamily="34" charset="0"/>
              </a:rPr>
              <a:t> </a:t>
            </a:r>
            <a:endParaRPr lang="en-US" altLang="zh-CN" sz="2800" b="1" dirty="0">
              <a:latin typeface="SimSun-ExtB" panose="02010609060101010101" pitchFamily="49" charset="-122"/>
              <a:ea typeface="SimSun-ExtB" panose="02010609060101010101" pitchFamily="49" charset="-122"/>
              <a:sym typeface="Times New Roman" panose="02020603050405020304" pitchFamily="18" charset="0"/>
            </a:endParaRPr>
          </a:p>
        </p:txBody>
      </p:sp>
      <p:grpSp>
        <p:nvGrpSpPr>
          <p:cNvPr id="15" name="组合 44"/>
          <p:cNvGrpSpPr/>
          <p:nvPr/>
        </p:nvGrpSpPr>
        <p:grpSpPr>
          <a:xfrm>
            <a:off x="5746750" y="4116388"/>
            <a:ext cx="1338263" cy="544512"/>
            <a:chOff x="683984" y="5619216"/>
            <a:chExt cx="1338943" cy="545191"/>
          </a:xfrm>
        </p:grpSpPr>
        <p:sp>
          <p:nvSpPr>
            <p:cNvPr id="71710" name="圆角矩形 30"/>
            <p:cNvSpPr/>
            <p:nvPr/>
          </p:nvSpPr>
          <p:spPr>
            <a:xfrm>
              <a:off x="683984" y="5619216"/>
              <a:ext cx="1338943" cy="529187"/>
            </a:xfrm>
            <a:prstGeom prst="roundRect">
              <a:avLst>
                <a:gd name="adj" fmla="val 16667"/>
              </a:avLst>
            </a:prstGeom>
            <a:solidFill>
              <a:srgbClr val="CC99FF"/>
            </a:solidFill>
            <a:ln w="9525">
              <a:noFill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71711" name="文本框 110"/>
            <p:cNvSpPr/>
            <p:nvPr/>
          </p:nvSpPr>
          <p:spPr>
            <a:xfrm>
              <a:off x="922639" y="5638447"/>
              <a:ext cx="903912" cy="52596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0170" tIns="46990" rIns="90170" bIns="46990">
              <a:spAutoFit/>
            </a:bodyPr>
            <a:lstStyle/>
            <a:p>
              <a:r>
                <a:rPr lang="zh-CN" altLang="en-US" sz="2800" b="1" dirty="0">
                  <a:solidFill>
                    <a:srgbClr val="000000"/>
                  </a:solidFill>
                  <a:latin typeface="Calibri" panose="020F0502020204030204" pitchFamily="34" charset="0"/>
                  <a:sym typeface="宋体" panose="02010600030101010101" pitchFamily="2" charset="-122"/>
                </a:rPr>
                <a:t>医院</a:t>
              </a:r>
            </a:p>
          </p:txBody>
        </p:sp>
      </p:grp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1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1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3" presetClass="entr" presetSubtype="16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53" presetClass="entr" presetSubtype="16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51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51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5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53" presetClass="entr" presetSubtype="16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53" presetClass="entr" presetSubtype="16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53" presetClass="entr" presetSubtype="16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51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51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5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53" presetClass="entr" presetSubtype="16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53" presetClass="entr" presetSubtype="16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6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53" presetClass="entr" presetSubtype="16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53" presetClass="entr" presetSubtype="16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4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5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6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>
                      <p:stCondLst>
                        <p:cond delay="indefinite"/>
                      </p:stCondLst>
                      <p:childTnLst>
                        <p:par>
                          <p:cTn id="165" fill="hold">
                            <p:stCondLst>
                              <p:cond delay="0"/>
                            </p:stCondLst>
                            <p:childTnLst>
                              <p:par>
                                <p:cTn id="166" presetID="53" presetClass="entr" presetSubtype="16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8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9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>
                      <p:stCondLst>
                        <p:cond delay="indefinite"/>
                      </p:stCondLst>
                      <p:childTnLst>
                        <p:par>
                          <p:cTn id="179" fill="hold">
                            <p:stCondLst>
                              <p:cond delay="0"/>
                            </p:stCondLst>
                            <p:childTnLst>
                              <p:par>
                                <p:cTn id="18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2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3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4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5" fill="hold">
                      <p:stCondLst>
                        <p:cond delay="indefinite"/>
                      </p:stCondLst>
                      <p:childTnLst>
                        <p:par>
                          <p:cTn id="186" fill="hold">
                            <p:stCondLst>
                              <p:cond delay="0"/>
                            </p:stCondLst>
                            <p:childTnLst>
                              <p:par>
                                <p:cTn id="187" presetID="53" presetClass="exit" presetSubtype="54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88" dur="500"/>
                                        <p:tgtEl>
                                          <p:spTgt spid="51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9" dur="500"/>
                                        <p:tgtEl>
                                          <p:spTgt spid="51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90" dur="500"/>
                                        <p:tgtEl>
                                          <p:spTgt spid="51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1" dur="500"/>
                                        <p:tgtEl>
                                          <p:spTgt spid="51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2" dur="500"/>
                                        <p:tgtEl>
                                          <p:spTgt spid="51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5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4" presetID="53" presetClass="exit" presetSubtype="54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95" dur="500"/>
                                        <p:tgtEl>
                                          <p:spTgt spid="51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6" dur="500"/>
                                        <p:tgtEl>
                                          <p:spTgt spid="51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97" dur="500"/>
                                        <p:tgtEl>
                                          <p:spTgt spid="51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8" dur="500"/>
                                        <p:tgtEl>
                                          <p:spTgt spid="51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9" dur="500"/>
                                        <p:tgtEl>
                                          <p:spTgt spid="51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5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1" presetID="53" presetClass="exit" presetSubtype="54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02" dur="500"/>
                                        <p:tgtEl>
                                          <p:spTgt spid="51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3" dur="500"/>
                                        <p:tgtEl>
                                          <p:spTgt spid="51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04" dur="500"/>
                                        <p:tgtEl>
                                          <p:spTgt spid="51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5" dur="500"/>
                                        <p:tgtEl>
                                          <p:spTgt spid="51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6" dur="500"/>
                                        <p:tgtEl>
                                          <p:spTgt spid="51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5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8" presetID="53" presetClass="exit" presetSubtype="54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09" dur="5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0" dur="5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1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2" dur="5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3" dur="5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5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5" presetID="53" presetClass="exit" presetSubtype="54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16" dur="5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7" dur="5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1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9" dur="5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0" dur="5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5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2" presetID="53" presetClass="exit" presetSubtype="54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23" dur="5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4" dur="5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2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6" dur="5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7" dur="5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5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9" presetID="53" presetClass="exit" presetSubtype="54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30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1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3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3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4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5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6" presetID="53" presetClass="exit" presetSubtype="54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37" dur="5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8" dur="5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3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0" dur="5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1" dur="5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5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3" presetID="53" presetClass="exit" presetSubtype="54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44" dur="500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5" dur="500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4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7" dur="500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8" dur="500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5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0" presetID="53" presetClass="exit" presetSubtype="54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51" dur="500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2" dur="500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5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4" dur="500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5" dur="500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5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7" presetID="53" presetClass="exit" presetSubtype="54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58" dur="500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9" dur="500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60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1" dur="500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2" dur="500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5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4" presetID="53" presetClass="exit" presetSubtype="54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65" dur="500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6" dur="500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6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8" dur="500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9" dur="500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5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1" presetID="53" presetClass="exit" presetSubtype="54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72" dur="500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3" dur="500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74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5" dur="500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6" dur="500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5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41" grpId="0" bldLvl="0"/>
      <p:bldP spid="5141" grpId="1" bldLvl="0"/>
      <p:bldP spid="5141" grpId="2" bldLvl="0"/>
      <p:bldP spid="5141" grpId="3" bldLvl="0"/>
      <p:bldP spid="5141" grpId="4" bldLvl="0"/>
      <p:bldP spid="5148" grpId="0" bldLvl="0"/>
      <p:bldP spid="5148" grpId="1" bldLvl="0"/>
      <p:bldP spid="5148" grpId="2" bldLvl="0"/>
      <p:bldP spid="5148" grpId="3" bldLvl="0"/>
      <p:bldP spid="5148" grpId="4" bldLvl="0"/>
      <p:bldP spid="5149" grpId="0" bldLvl="0"/>
      <p:bldP spid="5149" grpId="1" bldLvl="0"/>
      <p:bldP spid="5149" grpId="2" bldLvl="0"/>
      <p:bldP spid="5149" grpId="3" bldLvl="0"/>
      <p:bldP spid="5149" grpId="4" bldLvl="0"/>
      <p:bldP spid="36" grpId="0" bldLvl="0"/>
      <p:bldP spid="36" grpId="1" bldLvl="0"/>
      <p:bldP spid="36" grpId="2" bldLvl="0"/>
      <p:bldP spid="36" grpId="3" bldLvl="0"/>
      <p:bldP spid="36" grpId="4" bldLvl="0"/>
      <p:bldP spid="37" grpId="0" bldLvl="0"/>
      <p:bldP spid="37" grpId="1" bldLvl="0"/>
      <p:bldP spid="37" grpId="2" bldLvl="0"/>
      <p:bldP spid="37" grpId="3" bldLvl="0"/>
      <p:bldP spid="37" grpId="4" bldLvl="0"/>
      <p:bldP spid="38" grpId="0" bldLvl="0"/>
      <p:bldP spid="38" grpId="1" bldLvl="0"/>
      <p:bldP spid="38" grpId="2" bldLvl="0"/>
      <p:bldP spid="38" grpId="3" bldLvl="0"/>
      <p:bldP spid="38" grpId="4" bldLvl="0"/>
      <p:bldP spid="30" grpId="0" bldLvl="0"/>
      <p:bldP spid="30" grpId="1" bldLvl="0"/>
      <p:bldP spid="30" grpId="2" bldLvl="0"/>
      <p:bldP spid="30" grpId="3" bldLvl="0"/>
      <p:bldP spid="30" grpId="4" bldLvl="0"/>
      <p:bldP spid="39" grpId="0" bldLvl="0"/>
      <p:bldP spid="39" grpId="1" bldLvl="0"/>
      <p:bldP spid="39" grpId="2" bldLvl="0"/>
      <p:bldP spid="39" grpId="3" bldLvl="0"/>
      <p:bldP spid="39" grpId="4" bldLvl="0"/>
      <p:bldP spid="46" grpId="0" bldLvl="0"/>
      <p:bldP spid="46" grpId="1" bldLvl="0"/>
      <p:bldP spid="46" grpId="2" bldLvl="0"/>
      <p:bldP spid="46" grpId="3" bldLvl="0"/>
      <p:bldP spid="46" grpId="4" bldLvl="0"/>
      <p:bldP spid="51" grpId="0" bldLvl="0"/>
      <p:bldP spid="51" grpId="1" bldLvl="0"/>
      <p:bldP spid="51" grpId="2" bldLvl="0"/>
      <p:bldP spid="51" grpId="3" bldLvl="0"/>
      <p:bldP spid="51" grpId="4" bldLvl="0"/>
      <p:bldP spid="55" grpId="0" bldLvl="0"/>
      <p:bldP spid="55" grpId="1" bldLvl="0"/>
      <p:bldP spid="55" grpId="2" bldLvl="0"/>
      <p:bldP spid="55" grpId="3" bldLvl="0"/>
      <p:bldP spid="54" grpId="0" bldLvl="0"/>
      <p:bldP spid="54" grpId="1" bldLvl="0"/>
      <p:bldP spid="54" grpId="2" bldLvl="0"/>
      <p:bldP spid="54" grpId="3" bldLvl="0"/>
      <p:bldP spid="54" grpId="4" bldLvl="0"/>
      <p:bldP spid="59" grpId="0" bldLvl="0"/>
      <p:bldP spid="59" grpId="1" bldLvl="0"/>
      <p:bldP spid="59" grpId="2" bldLvl="0"/>
      <p:bldP spid="59" grpId="3" bldLvl="0"/>
      <p:bldP spid="59" grpId="4" bldLvl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AutoShape 25"/>
          <p:cNvSpPr/>
          <p:nvPr/>
        </p:nvSpPr>
        <p:spPr>
          <a:xfrm>
            <a:off x="3382963" y="1306513"/>
            <a:ext cx="6142037" cy="688975"/>
          </a:xfrm>
          <a:prstGeom prst="wedgeRoundRectCallout">
            <a:avLst>
              <a:gd name="adj1" fmla="val -55278"/>
              <a:gd name="adj2" fmla="val -36417"/>
              <a:gd name="adj3" fmla="val 16667"/>
            </a:avLst>
          </a:prstGeom>
          <a:solidFill>
            <a:schemeClr val="bg1"/>
          </a:solidFill>
          <a:ln w="28575" cap="flat" cmpd="sng">
            <a:solidFill>
              <a:srgbClr val="CC99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7" name="文本框 152"/>
          <p:cNvSpPr/>
          <p:nvPr/>
        </p:nvSpPr>
        <p:spPr>
          <a:xfrm>
            <a:off x="3587750" y="1404938"/>
            <a:ext cx="1108075" cy="46196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小学生</a:t>
            </a:r>
          </a:p>
        </p:txBody>
      </p:sp>
      <p:cxnSp>
        <p:nvCxnSpPr>
          <p:cNvPr id="72708" name="AutoShape 4"/>
          <p:cNvCxnSpPr/>
          <p:nvPr/>
        </p:nvCxnSpPr>
        <p:spPr>
          <a:xfrm flipH="1" flipV="1">
            <a:off x="100013" y="-15875"/>
            <a:ext cx="12700" cy="6872288"/>
          </a:xfrm>
          <a:prstGeom prst="straightConnector1">
            <a:avLst/>
          </a:prstGeom>
          <a:ln w="228600" cap="flat" cmpd="sng">
            <a:solidFill>
              <a:srgbClr val="800080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72709" name="圆角矩形 32"/>
          <p:cNvSpPr/>
          <p:nvPr/>
        </p:nvSpPr>
        <p:spPr>
          <a:xfrm>
            <a:off x="1866900" y="1306513"/>
            <a:ext cx="1338263" cy="528637"/>
          </a:xfrm>
          <a:prstGeom prst="roundRect">
            <a:avLst>
              <a:gd name="adj" fmla="val 16667"/>
            </a:avLst>
          </a:prstGeom>
          <a:solidFill>
            <a:srgbClr val="CC99FF"/>
          </a:solidFill>
          <a:ln w="9525">
            <a:noFill/>
          </a:ln>
        </p:spPr>
        <p:txBody>
          <a:bodyPr/>
          <a:lstStyle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72710" name="文本框 88"/>
          <p:cNvSpPr/>
          <p:nvPr/>
        </p:nvSpPr>
        <p:spPr>
          <a:xfrm>
            <a:off x="2095500" y="1325563"/>
            <a:ext cx="904875" cy="527050"/>
          </a:xfrm>
          <a:prstGeom prst="rect">
            <a:avLst/>
          </a:prstGeom>
          <a:noFill/>
          <a:ln w="9525">
            <a:noFill/>
          </a:ln>
        </p:spPr>
        <p:txBody>
          <a:bodyPr lIns="90170" tIns="46990" rIns="90170" bIns="46990">
            <a:spAutoFit/>
          </a:bodyPr>
          <a:lstStyle/>
          <a:p>
            <a:pPr algn="ctr"/>
            <a:r>
              <a:rPr lang="zh-CN" altLang="en-US" sz="2800" b="1" dirty="0">
                <a:solidFill>
                  <a:srgbClr val="000000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小</a:t>
            </a:r>
          </a:p>
        </p:txBody>
      </p:sp>
      <p:sp>
        <p:nvSpPr>
          <p:cNvPr id="72711" name="文本框 107"/>
          <p:cNvSpPr/>
          <p:nvPr/>
        </p:nvSpPr>
        <p:spPr>
          <a:xfrm>
            <a:off x="2097088" y="3071813"/>
            <a:ext cx="903287" cy="525462"/>
          </a:xfrm>
          <a:prstGeom prst="rect">
            <a:avLst/>
          </a:prstGeom>
          <a:noFill/>
          <a:ln w="9525">
            <a:noFill/>
          </a:ln>
        </p:spPr>
        <p:txBody>
          <a:bodyPr lIns="90170" tIns="46990" rIns="90170" bIns="46990">
            <a:spAutoFit/>
          </a:bodyPr>
          <a:lstStyle/>
          <a:p>
            <a:pPr algn="ctr"/>
            <a:r>
              <a:rPr lang="zh-CN" altLang="en-US" sz="2800" b="1" dirty="0">
                <a:solidFill>
                  <a:srgbClr val="000000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椅子</a:t>
            </a:r>
          </a:p>
        </p:txBody>
      </p:sp>
      <p:sp>
        <p:nvSpPr>
          <p:cNvPr id="72712" name="文本框 110"/>
          <p:cNvSpPr/>
          <p:nvPr/>
        </p:nvSpPr>
        <p:spPr>
          <a:xfrm>
            <a:off x="2108200" y="4770438"/>
            <a:ext cx="903288" cy="525462"/>
          </a:xfrm>
          <a:prstGeom prst="rect">
            <a:avLst/>
          </a:prstGeom>
          <a:noFill/>
          <a:ln w="9525">
            <a:noFill/>
          </a:ln>
        </p:spPr>
        <p:txBody>
          <a:bodyPr wrap="none" lIns="90170" tIns="46990" rIns="90170" bIns="46990">
            <a:spAutoFit/>
          </a:bodyPr>
          <a:lstStyle/>
          <a:p>
            <a:r>
              <a:rPr lang="zh-CN" altLang="en-US" sz="2800" b="1" dirty="0">
                <a:solidFill>
                  <a:srgbClr val="000000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工作</a:t>
            </a:r>
          </a:p>
        </p:txBody>
      </p:sp>
      <p:sp>
        <p:nvSpPr>
          <p:cNvPr id="72713" name="文本框 88"/>
          <p:cNvSpPr/>
          <p:nvPr/>
        </p:nvSpPr>
        <p:spPr>
          <a:xfrm>
            <a:off x="2095500" y="2219325"/>
            <a:ext cx="904875" cy="525463"/>
          </a:xfrm>
          <a:prstGeom prst="rect">
            <a:avLst/>
          </a:prstGeom>
          <a:noFill/>
          <a:ln w="9525">
            <a:noFill/>
          </a:ln>
        </p:spPr>
        <p:txBody>
          <a:bodyPr lIns="90170" tIns="46990" rIns="90170" bIns="46990">
            <a:spAutoFit/>
          </a:bodyPr>
          <a:lstStyle/>
          <a:p>
            <a:pPr algn="ctr"/>
            <a:r>
              <a:rPr lang="zh-CN" altLang="en-US" sz="2800" b="1" dirty="0">
                <a:solidFill>
                  <a:srgbClr val="000000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那儿</a:t>
            </a:r>
          </a:p>
        </p:txBody>
      </p:sp>
      <p:sp>
        <p:nvSpPr>
          <p:cNvPr id="72714" name="文本框 107"/>
          <p:cNvSpPr/>
          <p:nvPr/>
        </p:nvSpPr>
        <p:spPr>
          <a:xfrm>
            <a:off x="2066925" y="3897313"/>
            <a:ext cx="903288" cy="525462"/>
          </a:xfrm>
          <a:prstGeom prst="rect">
            <a:avLst/>
          </a:prstGeom>
          <a:noFill/>
          <a:ln w="9525">
            <a:noFill/>
          </a:ln>
        </p:spPr>
        <p:txBody>
          <a:bodyPr wrap="none" lIns="90170" tIns="46990" rIns="90170" bIns="46990">
            <a:spAutoFit/>
          </a:bodyPr>
          <a:lstStyle/>
          <a:p>
            <a:r>
              <a:rPr lang="zh-CN" altLang="en-US" sz="2800" b="1" dirty="0">
                <a:solidFill>
                  <a:srgbClr val="000000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下面</a:t>
            </a:r>
          </a:p>
        </p:txBody>
      </p:sp>
      <p:grpSp>
        <p:nvGrpSpPr>
          <p:cNvPr id="72715" name="组合 8"/>
          <p:cNvGrpSpPr/>
          <p:nvPr/>
        </p:nvGrpSpPr>
        <p:grpSpPr>
          <a:xfrm>
            <a:off x="307975" y="6350"/>
            <a:ext cx="3833813" cy="646113"/>
            <a:chOff x="308629" y="6819"/>
            <a:chExt cx="3833696" cy="646331"/>
          </a:xfrm>
        </p:grpSpPr>
        <p:sp>
          <p:nvSpPr>
            <p:cNvPr id="43" name="Text Box 4"/>
            <p:cNvSpPr txBox="1">
              <a:spLocks noChangeArrowheads="1"/>
            </p:cNvSpPr>
            <p:nvPr/>
          </p:nvSpPr>
          <p:spPr bwMode="auto">
            <a:xfrm>
              <a:off x="329266" y="6819"/>
              <a:ext cx="3813059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8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"/>
                <a:defRPr sz="2000">
                  <a:solidFill>
                    <a:schemeClr val="accent2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1pPr>
              <a:lvl2pPr marL="742950" indent="-285750">
                <a:lnSpc>
                  <a:spcPct val="130000"/>
                </a:lnSpc>
                <a:buFont typeface="Calibri" panose="020F0502020204030204" pitchFamily="34" charset="0"/>
                <a:buChar char=" 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 sz="2000"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3600" b="1" i="0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生词</a:t>
              </a:r>
              <a:r>
                <a:rPr kumimoji="0" lang="en-US" altLang="zh-CN" sz="3600" b="1" i="1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New Words</a:t>
              </a:r>
              <a:endParaRPr kumimoji="0" lang="zh-CN" altLang="en-US" sz="3600" b="1" i="1" u="none" strike="noStrike" kern="1200" cap="none" spc="0" normalizeH="0" baseline="0" noProof="0" dirty="0">
                <a:ln>
                  <a:noFill/>
                </a:ln>
                <a:solidFill>
                  <a:srgbClr val="D09E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endParaRPr>
            </a:p>
          </p:txBody>
        </p:sp>
        <p:cxnSp>
          <p:nvCxnSpPr>
            <p:cNvPr id="44" name="直接连接符 43"/>
            <p:cNvCxnSpPr/>
            <p:nvPr/>
          </p:nvCxnSpPr>
          <p:spPr>
            <a:xfrm>
              <a:off x="308629" y="653150"/>
              <a:ext cx="3833696" cy="0"/>
            </a:xfrm>
            <a:prstGeom prst="line">
              <a:avLst/>
            </a:prstGeom>
            <a:ln w="69850" cmpd="thickThin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5" name="文本框 152"/>
          <p:cNvSpPr/>
          <p:nvPr/>
        </p:nvSpPr>
        <p:spPr>
          <a:xfrm>
            <a:off x="5119688" y="1420813"/>
            <a:ext cx="1108075" cy="46196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小商店</a:t>
            </a:r>
          </a:p>
        </p:txBody>
      </p:sp>
      <p:sp>
        <p:nvSpPr>
          <p:cNvPr id="18" name="文本框 152"/>
          <p:cNvSpPr/>
          <p:nvPr/>
        </p:nvSpPr>
        <p:spPr>
          <a:xfrm>
            <a:off x="6681788" y="1404938"/>
            <a:ext cx="1108075" cy="46196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小杯子</a:t>
            </a:r>
          </a:p>
        </p:txBody>
      </p:sp>
      <p:sp>
        <p:nvSpPr>
          <p:cNvPr id="19" name="文本框 152"/>
          <p:cNvSpPr/>
          <p:nvPr/>
        </p:nvSpPr>
        <p:spPr>
          <a:xfrm>
            <a:off x="8213725" y="1422400"/>
            <a:ext cx="800100" cy="46196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小猫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2208530" y="938530"/>
            <a:ext cx="7620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xiǎo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3467100" y="938530"/>
            <a:ext cx="22860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xiǎo xué shēnɡ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5346700" y="957580"/>
            <a:ext cx="25908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xiǎo shānɡ diàn</a:t>
            </a:r>
            <a:r>
              <a:rPr lang="en-US" altLang="en-US"/>
              <a:t> 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7289800" y="938530"/>
            <a:ext cx="19812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xiǎo bēi zǐ 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8648700" y="969010"/>
            <a:ext cx="13716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xiǎo māo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1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1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7" grpId="0" animBg="1"/>
      <p:bldP spid="6147" grpId="1" animBg="1"/>
      <p:bldP spid="17" grpId="0"/>
      <p:bldP spid="45" grpId="0"/>
      <p:bldP spid="18" grpId="0"/>
      <p:bldP spid="1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AutoShape 25"/>
          <p:cNvSpPr/>
          <p:nvPr/>
        </p:nvSpPr>
        <p:spPr>
          <a:xfrm>
            <a:off x="3382963" y="2220913"/>
            <a:ext cx="2500312" cy="688975"/>
          </a:xfrm>
          <a:prstGeom prst="wedgeRoundRectCallout">
            <a:avLst>
              <a:gd name="adj1" fmla="val -55278"/>
              <a:gd name="adj2" fmla="val -36417"/>
              <a:gd name="adj3" fmla="val 16667"/>
            </a:avLst>
          </a:prstGeom>
          <a:solidFill>
            <a:schemeClr val="bg1"/>
          </a:solidFill>
          <a:ln w="28575" cap="flat" cmpd="sng">
            <a:solidFill>
              <a:srgbClr val="CC99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73731" name="文本框 152"/>
          <p:cNvSpPr/>
          <p:nvPr/>
        </p:nvSpPr>
        <p:spPr>
          <a:xfrm>
            <a:off x="3587750" y="1404938"/>
            <a:ext cx="1108075" cy="46196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小学生</a:t>
            </a:r>
          </a:p>
        </p:txBody>
      </p:sp>
      <p:cxnSp>
        <p:nvCxnSpPr>
          <p:cNvPr id="73732" name="AutoShape 4"/>
          <p:cNvCxnSpPr/>
          <p:nvPr/>
        </p:nvCxnSpPr>
        <p:spPr>
          <a:xfrm flipH="1" flipV="1">
            <a:off x="100013" y="-15875"/>
            <a:ext cx="12700" cy="6872288"/>
          </a:xfrm>
          <a:prstGeom prst="straightConnector1">
            <a:avLst/>
          </a:prstGeom>
          <a:ln w="228600" cap="flat" cmpd="sng">
            <a:solidFill>
              <a:srgbClr val="800080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73733" name="圆角矩形 32"/>
          <p:cNvSpPr/>
          <p:nvPr/>
        </p:nvSpPr>
        <p:spPr>
          <a:xfrm>
            <a:off x="1866900" y="2220913"/>
            <a:ext cx="1338263" cy="528637"/>
          </a:xfrm>
          <a:prstGeom prst="roundRect">
            <a:avLst>
              <a:gd name="adj" fmla="val 16667"/>
            </a:avLst>
          </a:prstGeom>
          <a:solidFill>
            <a:srgbClr val="CC99FF"/>
          </a:solidFill>
          <a:ln w="9525">
            <a:noFill/>
          </a:ln>
        </p:spPr>
        <p:txBody>
          <a:bodyPr/>
          <a:lstStyle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73734" name="文本框 88"/>
          <p:cNvSpPr/>
          <p:nvPr/>
        </p:nvSpPr>
        <p:spPr>
          <a:xfrm>
            <a:off x="2095500" y="1325563"/>
            <a:ext cx="904875" cy="527050"/>
          </a:xfrm>
          <a:prstGeom prst="rect">
            <a:avLst/>
          </a:prstGeom>
          <a:noFill/>
          <a:ln w="9525">
            <a:noFill/>
          </a:ln>
        </p:spPr>
        <p:txBody>
          <a:bodyPr lIns="90170" tIns="46990" rIns="90170" bIns="46990">
            <a:spAutoFit/>
          </a:bodyPr>
          <a:lstStyle/>
          <a:p>
            <a:pPr algn="ctr"/>
            <a:r>
              <a:rPr lang="zh-CN" altLang="en-US" sz="2800" b="1" dirty="0">
                <a:solidFill>
                  <a:srgbClr val="000000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小</a:t>
            </a:r>
          </a:p>
        </p:txBody>
      </p:sp>
      <p:sp>
        <p:nvSpPr>
          <p:cNvPr id="73735" name="文本框 107"/>
          <p:cNvSpPr/>
          <p:nvPr/>
        </p:nvSpPr>
        <p:spPr>
          <a:xfrm>
            <a:off x="2097088" y="3071813"/>
            <a:ext cx="903287" cy="525462"/>
          </a:xfrm>
          <a:prstGeom prst="rect">
            <a:avLst/>
          </a:prstGeom>
          <a:noFill/>
          <a:ln w="9525">
            <a:noFill/>
          </a:ln>
        </p:spPr>
        <p:txBody>
          <a:bodyPr lIns="90170" tIns="46990" rIns="90170" bIns="46990">
            <a:spAutoFit/>
          </a:bodyPr>
          <a:lstStyle/>
          <a:p>
            <a:pPr algn="ctr"/>
            <a:r>
              <a:rPr lang="zh-CN" altLang="en-US" sz="2800" b="1" dirty="0">
                <a:solidFill>
                  <a:srgbClr val="000000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椅子</a:t>
            </a:r>
          </a:p>
        </p:txBody>
      </p:sp>
      <p:sp>
        <p:nvSpPr>
          <p:cNvPr id="73736" name="文本框 110"/>
          <p:cNvSpPr/>
          <p:nvPr/>
        </p:nvSpPr>
        <p:spPr>
          <a:xfrm>
            <a:off x="2108200" y="4770438"/>
            <a:ext cx="903288" cy="525462"/>
          </a:xfrm>
          <a:prstGeom prst="rect">
            <a:avLst/>
          </a:prstGeom>
          <a:noFill/>
          <a:ln w="9525">
            <a:noFill/>
          </a:ln>
        </p:spPr>
        <p:txBody>
          <a:bodyPr wrap="none" lIns="90170" tIns="46990" rIns="90170" bIns="46990">
            <a:spAutoFit/>
          </a:bodyPr>
          <a:lstStyle/>
          <a:p>
            <a:r>
              <a:rPr lang="zh-CN" altLang="en-US" sz="2800" b="1" dirty="0">
                <a:solidFill>
                  <a:srgbClr val="000000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工作</a:t>
            </a:r>
          </a:p>
        </p:txBody>
      </p:sp>
      <p:sp>
        <p:nvSpPr>
          <p:cNvPr id="73737" name="文本框 88"/>
          <p:cNvSpPr/>
          <p:nvPr/>
        </p:nvSpPr>
        <p:spPr>
          <a:xfrm>
            <a:off x="2095500" y="2219325"/>
            <a:ext cx="904875" cy="525463"/>
          </a:xfrm>
          <a:prstGeom prst="rect">
            <a:avLst/>
          </a:prstGeom>
          <a:noFill/>
          <a:ln w="9525">
            <a:noFill/>
          </a:ln>
        </p:spPr>
        <p:txBody>
          <a:bodyPr lIns="90170" tIns="46990" rIns="90170" bIns="46990">
            <a:spAutoFit/>
          </a:bodyPr>
          <a:lstStyle/>
          <a:p>
            <a:pPr algn="ctr"/>
            <a:r>
              <a:rPr lang="zh-CN" altLang="en-US" sz="2800" b="1" dirty="0">
                <a:solidFill>
                  <a:srgbClr val="000000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那儿</a:t>
            </a:r>
          </a:p>
        </p:txBody>
      </p:sp>
      <p:sp>
        <p:nvSpPr>
          <p:cNvPr id="73738" name="文本框 107"/>
          <p:cNvSpPr/>
          <p:nvPr/>
        </p:nvSpPr>
        <p:spPr>
          <a:xfrm>
            <a:off x="2066925" y="3897313"/>
            <a:ext cx="903288" cy="525462"/>
          </a:xfrm>
          <a:prstGeom prst="rect">
            <a:avLst/>
          </a:prstGeom>
          <a:noFill/>
          <a:ln w="9525">
            <a:noFill/>
          </a:ln>
        </p:spPr>
        <p:txBody>
          <a:bodyPr wrap="none" lIns="90170" tIns="46990" rIns="90170" bIns="46990">
            <a:spAutoFit/>
          </a:bodyPr>
          <a:lstStyle/>
          <a:p>
            <a:r>
              <a:rPr lang="zh-CN" altLang="en-US" sz="2800" b="1" dirty="0">
                <a:solidFill>
                  <a:srgbClr val="000000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下面</a:t>
            </a:r>
          </a:p>
        </p:txBody>
      </p:sp>
      <p:grpSp>
        <p:nvGrpSpPr>
          <p:cNvPr id="73739" name="组合 8"/>
          <p:cNvGrpSpPr/>
          <p:nvPr/>
        </p:nvGrpSpPr>
        <p:grpSpPr>
          <a:xfrm>
            <a:off x="307975" y="6350"/>
            <a:ext cx="3833813" cy="646113"/>
            <a:chOff x="308629" y="6819"/>
            <a:chExt cx="3833696" cy="646331"/>
          </a:xfrm>
        </p:grpSpPr>
        <p:sp>
          <p:nvSpPr>
            <p:cNvPr id="43" name="Text Box 4"/>
            <p:cNvSpPr txBox="1">
              <a:spLocks noChangeArrowheads="1"/>
            </p:cNvSpPr>
            <p:nvPr/>
          </p:nvSpPr>
          <p:spPr bwMode="auto">
            <a:xfrm>
              <a:off x="329266" y="6819"/>
              <a:ext cx="3813059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8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"/>
                <a:defRPr sz="2000">
                  <a:solidFill>
                    <a:schemeClr val="accent2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1pPr>
              <a:lvl2pPr marL="742950" indent="-285750">
                <a:lnSpc>
                  <a:spcPct val="130000"/>
                </a:lnSpc>
                <a:buFont typeface="Calibri" panose="020F0502020204030204" pitchFamily="34" charset="0"/>
                <a:buChar char=" 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 sz="2000"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3600" b="1" i="0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生词</a:t>
              </a:r>
              <a:r>
                <a:rPr kumimoji="0" lang="en-US" altLang="zh-CN" sz="3600" b="1" i="1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New Words</a:t>
              </a:r>
              <a:endParaRPr kumimoji="0" lang="zh-CN" altLang="en-US" sz="3600" b="1" i="1" u="none" strike="noStrike" kern="1200" cap="none" spc="0" normalizeH="0" baseline="0" noProof="0" dirty="0">
                <a:ln>
                  <a:noFill/>
                </a:ln>
                <a:solidFill>
                  <a:srgbClr val="D09E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endParaRPr>
            </a:p>
          </p:txBody>
        </p:sp>
        <p:cxnSp>
          <p:nvCxnSpPr>
            <p:cNvPr id="44" name="直接连接符 43"/>
            <p:cNvCxnSpPr/>
            <p:nvPr/>
          </p:nvCxnSpPr>
          <p:spPr>
            <a:xfrm>
              <a:off x="308629" y="653150"/>
              <a:ext cx="3833696" cy="0"/>
            </a:xfrm>
            <a:prstGeom prst="line">
              <a:avLst/>
            </a:prstGeom>
            <a:ln w="69850" cmpd="thickThin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3740" name="文本框 152"/>
          <p:cNvSpPr/>
          <p:nvPr/>
        </p:nvSpPr>
        <p:spPr>
          <a:xfrm>
            <a:off x="5119688" y="1420813"/>
            <a:ext cx="1108075" cy="46196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小商店</a:t>
            </a:r>
          </a:p>
        </p:txBody>
      </p:sp>
      <p:sp>
        <p:nvSpPr>
          <p:cNvPr id="73741" name="文本框 152"/>
          <p:cNvSpPr/>
          <p:nvPr/>
        </p:nvSpPr>
        <p:spPr>
          <a:xfrm>
            <a:off x="6681788" y="1404938"/>
            <a:ext cx="1108075" cy="46196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小杯子</a:t>
            </a:r>
          </a:p>
        </p:txBody>
      </p:sp>
      <p:sp>
        <p:nvSpPr>
          <p:cNvPr id="73742" name="文本框 152"/>
          <p:cNvSpPr/>
          <p:nvPr/>
        </p:nvSpPr>
        <p:spPr>
          <a:xfrm>
            <a:off x="8213725" y="1422400"/>
            <a:ext cx="800100" cy="46196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小猫</a:t>
            </a:r>
          </a:p>
        </p:txBody>
      </p:sp>
      <p:sp>
        <p:nvSpPr>
          <p:cNvPr id="20" name="文本框 152"/>
          <p:cNvSpPr/>
          <p:nvPr/>
        </p:nvSpPr>
        <p:spPr>
          <a:xfrm>
            <a:off x="3709988" y="2319338"/>
            <a:ext cx="800100" cy="46196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这儿</a:t>
            </a:r>
          </a:p>
        </p:txBody>
      </p:sp>
      <p:sp>
        <p:nvSpPr>
          <p:cNvPr id="22" name="文本框 152"/>
          <p:cNvSpPr/>
          <p:nvPr/>
        </p:nvSpPr>
        <p:spPr>
          <a:xfrm>
            <a:off x="4722813" y="2335213"/>
            <a:ext cx="800100" cy="46196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那儿</a:t>
            </a:r>
          </a:p>
        </p:txBody>
      </p:sp>
      <p:cxnSp>
        <p:nvCxnSpPr>
          <p:cNvPr id="27" name="直接箭头连接符 26"/>
          <p:cNvCxnSpPr/>
          <p:nvPr/>
        </p:nvCxnSpPr>
        <p:spPr bwMode="auto">
          <a:xfrm>
            <a:off x="3413125" y="2546350"/>
            <a:ext cx="333375" cy="1588"/>
          </a:xfrm>
          <a:prstGeom prst="straightConnector1">
            <a:avLst/>
          </a:prstGeom>
          <a:ln w="25400">
            <a:solidFill>
              <a:srgbClr val="FF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箭头连接符 27"/>
          <p:cNvCxnSpPr/>
          <p:nvPr/>
        </p:nvCxnSpPr>
        <p:spPr bwMode="auto">
          <a:xfrm>
            <a:off x="4452938" y="2544763"/>
            <a:ext cx="334963" cy="1588"/>
          </a:xfrm>
          <a:prstGeom prst="straightConnector1">
            <a:avLst/>
          </a:prstGeom>
          <a:ln w="25400">
            <a:solidFill>
              <a:srgbClr val="FF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2082800" y="1739900"/>
            <a:ext cx="10668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nà ér 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3630295" y="1879600"/>
            <a:ext cx="10668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zhè ér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4876800" y="1879600"/>
            <a:ext cx="9144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nà ér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1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1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7" grpId="0" animBg="1"/>
      <p:bldP spid="6147" grpId="1" animBg="1"/>
      <p:bldP spid="20" grpId="0"/>
      <p:bldP spid="2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AutoShape 25"/>
          <p:cNvSpPr/>
          <p:nvPr/>
        </p:nvSpPr>
        <p:spPr>
          <a:xfrm>
            <a:off x="3382963" y="3059113"/>
            <a:ext cx="1935162" cy="688975"/>
          </a:xfrm>
          <a:prstGeom prst="wedgeRoundRectCallout">
            <a:avLst>
              <a:gd name="adj1" fmla="val -55278"/>
              <a:gd name="adj2" fmla="val -36417"/>
              <a:gd name="adj3" fmla="val 16667"/>
            </a:avLst>
          </a:prstGeom>
          <a:solidFill>
            <a:schemeClr val="bg1"/>
          </a:solidFill>
          <a:ln w="28575" cap="flat" cmpd="sng">
            <a:solidFill>
              <a:srgbClr val="CC99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/>
            <a:endParaRPr lang="zh-CN" altLang="en-US" sz="1800" dirty="0">
              <a:latin typeface="Arial" panose="020B0604020202020204" pitchFamily="34" charset="0"/>
            </a:endParaRPr>
          </a:p>
        </p:txBody>
      </p:sp>
      <p:sp>
        <p:nvSpPr>
          <p:cNvPr id="74755" name="文本框 152"/>
          <p:cNvSpPr/>
          <p:nvPr/>
        </p:nvSpPr>
        <p:spPr>
          <a:xfrm>
            <a:off x="3587750" y="1404938"/>
            <a:ext cx="1108075" cy="46196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小学生</a:t>
            </a:r>
          </a:p>
        </p:txBody>
      </p:sp>
      <p:cxnSp>
        <p:nvCxnSpPr>
          <p:cNvPr id="74756" name="AutoShape 4"/>
          <p:cNvCxnSpPr/>
          <p:nvPr/>
        </p:nvCxnSpPr>
        <p:spPr>
          <a:xfrm flipH="1" flipV="1">
            <a:off x="100013" y="-15875"/>
            <a:ext cx="12700" cy="6872288"/>
          </a:xfrm>
          <a:prstGeom prst="straightConnector1">
            <a:avLst/>
          </a:prstGeom>
          <a:ln w="228600" cap="flat" cmpd="sng">
            <a:solidFill>
              <a:srgbClr val="800080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74757" name="圆角矩形 32"/>
          <p:cNvSpPr/>
          <p:nvPr/>
        </p:nvSpPr>
        <p:spPr>
          <a:xfrm>
            <a:off x="1866900" y="3059113"/>
            <a:ext cx="1338263" cy="528637"/>
          </a:xfrm>
          <a:prstGeom prst="roundRect">
            <a:avLst>
              <a:gd name="adj" fmla="val 16667"/>
            </a:avLst>
          </a:prstGeom>
          <a:solidFill>
            <a:srgbClr val="CC99FF"/>
          </a:solidFill>
          <a:ln w="9525">
            <a:noFill/>
          </a:ln>
        </p:spPr>
        <p:txBody>
          <a:bodyPr/>
          <a:lstStyle/>
          <a:p>
            <a:endParaRPr lang="zh-CN" altLang="en-US" sz="1800" dirty="0">
              <a:latin typeface="Arial" panose="020B0604020202020204" pitchFamily="34" charset="0"/>
            </a:endParaRPr>
          </a:p>
        </p:txBody>
      </p:sp>
      <p:sp>
        <p:nvSpPr>
          <p:cNvPr id="74758" name="文本框 88"/>
          <p:cNvSpPr/>
          <p:nvPr/>
        </p:nvSpPr>
        <p:spPr>
          <a:xfrm>
            <a:off x="2095500" y="1325563"/>
            <a:ext cx="904875" cy="527050"/>
          </a:xfrm>
          <a:prstGeom prst="rect">
            <a:avLst/>
          </a:prstGeom>
          <a:noFill/>
          <a:ln w="9525">
            <a:noFill/>
          </a:ln>
        </p:spPr>
        <p:txBody>
          <a:bodyPr lIns="90170" tIns="46990" rIns="90170" bIns="46990">
            <a:spAutoFit/>
          </a:bodyPr>
          <a:lstStyle/>
          <a:p>
            <a:pPr algn="ctr"/>
            <a:r>
              <a:rPr lang="zh-CN" altLang="en-US" sz="2800" b="1" dirty="0">
                <a:solidFill>
                  <a:srgbClr val="000000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小</a:t>
            </a:r>
          </a:p>
        </p:txBody>
      </p:sp>
      <p:sp>
        <p:nvSpPr>
          <p:cNvPr id="74759" name="文本框 107"/>
          <p:cNvSpPr/>
          <p:nvPr/>
        </p:nvSpPr>
        <p:spPr>
          <a:xfrm>
            <a:off x="2097088" y="3071813"/>
            <a:ext cx="903287" cy="525462"/>
          </a:xfrm>
          <a:prstGeom prst="rect">
            <a:avLst/>
          </a:prstGeom>
          <a:noFill/>
          <a:ln w="9525">
            <a:noFill/>
          </a:ln>
        </p:spPr>
        <p:txBody>
          <a:bodyPr lIns="90170" tIns="46990" rIns="90170" bIns="46990">
            <a:spAutoFit/>
          </a:bodyPr>
          <a:lstStyle/>
          <a:p>
            <a:pPr algn="ctr"/>
            <a:r>
              <a:rPr lang="zh-CN" altLang="en-US" sz="2800" b="1" dirty="0">
                <a:solidFill>
                  <a:srgbClr val="000000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椅子</a:t>
            </a:r>
          </a:p>
        </p:txBody>
      </p:sp>
      <p:sp>
        <p:nvSpPr>
          <p:cNvPr id="74760" name="文本框 110"/>
          <p:cNvSpPr/>
          <p:nvPr/>
        </p:nvSpPr>
        <p:spPr>
          <a:xfrm>
            <a:off x="2108200" y="4770438"/>
            <a:ext cx="903288" cy="525462"/>
          </a:xfrm>
          <a:prstGeom prst="rect">
            <a:avLst/>
          </a:prstGeom>
          <a:noFill/>
          <a:ln w="9525">
            <a:noFill/>
          </a:ln>
        </p:spPr>
        <p:txBody>
          <a:bodyPr wrap="none" lIns="90170" tIns="46990" rIns="90170" bIns="46990">
            <a:spAutoFit/>
          </a:bodyPr>
          <a:lstStyle/>
          <a:p>
            <a:r>
              <a:rPr lang="zh-CN" altLang="en-US" sz="2800" b="1" dirty="0">
                <a:solidFill>
                  <a:srgbClr val="000000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工作</a:t>
            </a:r>
          </a:p>
        </p:txBody>
      </p:sp>
      <p:sp>
        <p:nvSpPr>
          <p:cNvPr id="74761" name="文本框 88"/>
          <p:cNvSpPr/>
          <p:nvPr/>
        </p:nvSpPr>
        <p:spPr>
          <a:xfrm>
            <a:off x="2095500" y="2219325"/>
            <a:ext cx="904875" cy="525463"/>
          </a:xfrm>
          <a:prstGeom prst="rect">
            <a:avLst/>
          </a:prstGeom>
          <a:noFill/>
          <a:ln w="9525">
            <a:noFill/>
          </a:ln>
        </p:spPr>
        <p:txBody>
          <a:bodyPr lIns="90170" tIns="46990" rIns="90170" bIns="46990">
            <a:spAutoFit/>
          </a:bodyPr>
          <a:lstStyle/>
          <a:p>
            <a:pPr algn="ctr"/>
            <a:r>
              <a:rPr lang="zh-CN" altLang="en-US" sz="2800" b="1" dirty="0">
                <a:solidFill>
                  <a:srgbClr val="000000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那儿</a:t>
            </a:r>
          </a:p>
        </p:txBody>
      </p:sp>
      <p:sp>
        <p:nvSpPr>
          <p:cNvPr id="74762" name="文本框 107"/>
          <p:cNvSpPr/>
          <p:nvPr/>
        </p:nvSpPr>
        <p:spPr>
          <a:xfrm>
            <a:off x="2066925" y="3897313"/>
            <a:ext cx="903288" cy="525462"/>
          </a:xfrm>
          <a:prstGeom prst="rect">
            <a:avLst/>
          </a:prstGeom>
          <a:noFill/>
          <a:ln w="9525">
            <a:noFill/>
          </a:ln>
        </p:spPr>
        <p:txBody>
          <a:bodyPr wrap="none" lIns="90170" tIns="46990" rIns="90170" bIns="46990">
            <a:spAutoFit/>
          </a:bodyPr>
          <a:lstStyle/>
          <a:p>
            <a:r>
              <a:rPr lang="zh-CN" altLang="en-US" sz="2800" b="1" dirty="0">
                <a:solidFill>
                  <a:srgbClr val="000000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下面</a:t>
            </a:r>
          </a:p>
        </p:txBody>
      </p:sp>
      <p:grpSp>
        <p:nvGrpSpPr>
          <p:cNvPr id="74763" name="组合 8"/>
          <p:cNvGrpSpPr/>
          <p:nvPr/>
        </p:nvGrpSpPr>
        <p:grpSpPr>
          <a:xfrm>
            <a:off x="307975" y="6350"/>
            <a:ext cx="3833813" cy="646113"/>
            <a:chOff x="308629" y="6819"/>
            <a:chExt cx="3833696" cy="646331"/>
          </a:xfrm>
        </p:grpSpPr>
        <p:sp>
          <p:nvSpPr>
            <p:cNvPr id="43" name="Text Box 4"/>
            <p:cNvSpPr txBox="1">
              <a:spLocks noChangeArrowheads="1"/>
            </p:cNvSpPr>
            <p:nvPr/>
          </p:nvSpPr>
          <p:spPr bwMode="auto">
            <a:xfrm>
              <a:off x="329266" y="6819"/>
              <a:ext cx="3813059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8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"/>
                <a:defRPr sz="2000">
                  <a:solidFill>
                    <a:schemeClr val="accent2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1pPr>
              <a:lvl2pPr marL="742950" indent="-285750">
                <a:lnSpc>
                  <a:spcPct val="130000"/>
                </a:lnSpc>
                <a:buFont typeface="Calibri" panose="020F0502020204030204" pitchFamily="34" charset="0"/>
                <a:buChar char=" 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 sz="2000"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3600" b="1" i="0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生词</a:t>
              </a:r>
              <a:r>
                <a:rPr kumimoji="0" lang="en-US" altLang="zh-CN" sz="3600" b="1" i="1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New Words</a:t>
              </a:r>
              <a:endParaRPr kumimoji="0" lang="zh-CN" altLang="en-US" sz="3600" b="1" i="1" u="none" strike="noStrike" kern="1200" cap="none" spc="0" normalizeH="0" baseline="0" noProof="0" dirty="0">
                <a:ln>
                  <a:noFill/>
                </a:ln>
                <a:solidFill>
                  <a:srgbClr val="D09E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endParaRPr>
            </a:p>
          </p:txBody>
        </p:sp>
        <p:cxnSp>
          <p:nvCxnSpPr>
            <p:cNvPr id="44" name="直接连接符 43"/>
            <p:cNvCxnSpPr/>
            <p:nvPr/>
          </p:nvCxnSpPr>
          <p:spPr>
            <a:xfrm>
              <a:off x="308629" y="653150"/>
              <a:ext cx="3833696" cy="0"/>
            </a:xfrm>
            <a:prstGeom prst="line">
              <a:avLst/>
            </a:prstGeom>
            <a:ln w="69850" cmpd="thickThin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4764" name="文本框 152"/>
          <p:cNvSpPr/>
          <p:nvPr/>
        </p:nvSpPr>
        <p:spPr>
          <a:xfrm>
            <a:off x="5119688" y="1420813"/>
            <a:ext cx="1108075" cy="46196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小商店</a:t>
            </a:r>
          </a:p>
        </p:txBody>
      </p:sp>
      <p:sp>
        <p:nvSpPr>
          <p:cNvPr id="74765" name="文本框 152"/>
          <p:cNvSpPr/>
          <p:nvPr/>
        </p:nvSpPr>
        <p:spPr>
          <a:xfrm>
            <a:off x="6681788" y="1404938"/>
            <a:ext cx="1108075" cy="46196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小杯子</a:t>
            </a:r>
          </a:p>
        </p:txBody>
      </p:sp>
      <p:sp>
        <p:nvSpPr>
          <p:cNvPr id="74766" name="文本框 152"/>
          <p:cNvSpPr/>
          <p:nvPr/>
        </p:nvSpPr>
        <p:spPr>
          <a:xfrm>
            <a:off x="8213725" y="1422400"/>
            <a:ext cx="800100" cy="46196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小猫</a:t>
            </a:r>
          </a:p>
        </p:txBody>
      </p:sp>
      <p:sp>
        <p:nvSpPr>
          <p:cNvPr id="74767" name="文本框 152"/>
          <p:cNvSpPr/>
          <p:nvPr/>
        </p:nvSpPr>
        <p:spPr>
          <a:xfrm>
            <a:off x="3709988" y="2319338"/>
            <a:ext cx="800100" cy="46196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这儿</a:t>
            </a:r>
          </a:p>
        </p:txBody>
      </p:sp>
      <p:sp>
        <p:nvSpPr>
          <p:cNvPr id="74768" name="文本框 152"/>
          <p:cNvSpPr/>
          <p:nvPr/>
        </p:nvSpPr>
        <p:spPr>
          <a:xfrm>
            <a:off x="4722813" y="2335213"/>
            <a:ext cx="800100" cy="46196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那儿</a:t>
            </a:r>
          </a:p>
        </p:txBody>
      </p:sp>
      <p:cxnSp>
        <p:nvCxnSpPr>
          <p:cNvPr id="27" name="直接箭头连接符 26"/>
          <p:cNvCxnSpPr/>
          <p:nvPr/>
        </p:nvCxnSpPr>
        <p:spPr bwMode="auto">
          <a:xfrm>
            <a:off x="3413125" y="2546350"/>
            <a:ext cx="333375" cy="1588"/>
          </a:xfrm>
          <a:prstGeom prst="straightConnector1">
            <a:avLst/>
          </a:prstGeom>
          <a:ln w="25400">
            <a:solidFill>
              <a:srgbClr val="FF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箭头连接符 27"/>
          <p:cNvCxnSpPr/>
          <p:nvPr/>
        </p:nvCxnSpPr>
        <p:spPr bwMode="auto">
          <a:xfrm>
            <a:off x="4452938" y="2544763"/>
            <a:ext cx="334963" cy="1588"/>
          </a:xfrm>
          <a:prstGeom prst="straightConnector1">
            <a:avLst/>
          </a:prstGeom>
          <a:ln w="25400">
            <a:solidFill>
              <a:srgbClr val="FF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本框 152"/>
          <p:cNvSpPr/>
          <p:nvPr/>
        </p:nvSpPr>
        <p:spPr>
          <a:xfrm>
            <a:off x="3587750" y="3135313"/>
            <a:ext cx="1416050" cy="46196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一把椅子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2108200" y="2691130"/>
            <a:ext cx="9144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yǐ zǐ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5701030" y="3135630"/>
            <a:ext cx="19812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400" dirty="0" err="1"/>
              <a:t>yì</a:t>
            </a:r>
            <a:r>
              <a:rPr lang="en-US" altLang="en-US" sz="2400" dirty="0"/>
              <a:t> </a:t>
            </a:r>
            <a:r>
              <a:rPr lang="en-US" altLang="en-US" sz="2400" dirty="0" err="1"/>
              <a:t>bǎ</a:t>
            </a:r>
            <a:r>
              <a:rPr lang="en-US" altLang="en-US" sz="2400" dirty="0"/>
              <a:t> </a:t>
            </a:r>
            <a:r>
              <a:rPr lang="en-US" altLang="en-US" sz="2400" dirty="0" err="1"/>
              <a:t>yǐ</a:t>
            </a:r>
            <a:r>
              <a:rPr lang="en-US" altLang="en-US" sz="2400" dirty="0"/>
              <a:t> z</a:t>
            </a:r>
            <a:r>
              <a:rPr lang="en-US" altLang="zh-CN" sz="2400" dirty="0"/>
              <a:t>i</a:t>
            </a:r>
            <a:r>
              <a:rPr lang="en-US" altLang="en-US" sz="2000" dirty="0"/>
              <a:t> 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1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1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7" grpId="0" bldLvl="0" animBg="1"/>
      <p:bldP spid="6147" grpId="1" bldLvl="0" animBg="1"/>
      <p:bldP spid="2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AutoShape 25"/>
          <p:cNvSpPr/>
          <p:nvPr/>
        </p:nvSpPr>
        <p:spPr>
          <a:xfrm>
            <a:off x="3382963" y="3897313"/>
            <a:ext cx="3298825" cy="688975"/>
          </a:xfrm>
          <a:prstGeom prst="wedgeRoundRectCallout">
            <a:avLst>
              <a:gd name="adj1" fmla="val -55278"/>
              <a:gd name="adj2" fmla="val -36417"/>
              <a:gd name="adj3" fmla="val 16667"/>
            </a:avLst>
          </a:prstGeom>
          <a:solidFill>
            <a:schemeClr val="bg1"/>
          </a:solidFill>
          <a:ln w="28575" cap="flat" cmpd="sng">
            <a:solidFill>
              <a:srgbClr val="CC99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75779" name="文本框 152"/>
          <p:cNvSpPr/>
          <p:nvPr/>
        </p:nvSpPr>
        <p:spPr>
          <a:xfrm>
            <a:off x="3587750" y="1404938"/>
            <a:ext cx="1108075" cy="46196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小学生</a:t>
            </a:r>
          </a:p>
        </p:txBody>
      </p:sp>
      <p:cxnSp>
        <p:nvCxnSpPr>
          <p:cNvPr id="75780" name="AutoShape 4"/>
          <p:cNvCxnSpPr/>
          <p:nvPr/>
        </p:nvCxnSpPr>
        <p:spPr>
          <a:xfrm flipH="1" flipV="1">
            <a:off x="100013" y="-15875"/>
            <a:ext cx="12700" cy="6872288"/>
          </a:xfrm>
          <a:prstGeom prst="straightConnector1">
            <a:avLst/>
          </a:prstGeom>
          <a:ln w="228600" cap="flat" cmpd="sng">
            <a:solidFill>
              <a:srgbClr val="800080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75781" name="圆角矩形 32"/>
          <p:cNvSpPr/>
          <p:nvPr/>
        </p:nvSpPr>
        <p:spPr>
          <a:xfrm>
            <a:off x="1866900" y="3897313"/>
            <a:ext cx="1338263" cy="528637"/>
          </a:xfrm>
          <a:prstGeom prst="roundRect">
            <a:avLst>
              <a:gd name="adj" fmla="val 16667"/>
            </a:avLst>
          </a:prstGeom>
          <a:solidFill>
            <a:srgbClr val="CC99FF"/>
          </a:solidFill>
          <a:ln w="9525">
            <a:noFill/>
          </a:ln>
        </p:spPr>
        <p:txBody>
          <a:bodyPr/>
          <a:lstStyle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75782" name="文本框 88"/>
          <p:cNvSpPr/>
          <p:nvPr/>
        </p:nvSpPr>
        <p:spPr>
          <a:xfrm>
            <a:off x="2095500" y="1325563"/>
            <a:ext cx="904875" cy="527050"/>
          </a:xfrm>
          <a:prstGeom prst="rect">
            <a:avLst/>
          </a:prstGeom>
          <a:noFill/>
          <a:ln w="9525">
            <a:noFill/>
          </a:ln>
        </p:spPr>
        <p:txBody>
          <a:bodyPr lIns="90170" tIns="46990" rIns="90170" bIns="46990">
            <a:spAutoFit/>
          </a:bodyPr>
          <a:lstStyle/>
          <a:p>
            <a:pPr algn="ctr"/>
            <a:r>
              <a:rPr lang="zh-CN" altLang="en-US" sz="2800" b="1" dirty="0">
                <a:solidFill>
                  <a:srgbClr val="000000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小</a:t>
            </a:r>
          </a:p>
        </p:txBody>
      </p:sp>
      <p:sp>
        <p:nvSpPr>
          <p:cNvPr id="75783" name="文本框 107"/>
          <p:cNvSpPr/>
          <p:nvPr/>
        </p:nvSpPr>
        <p:spPr>
          <a:xfrm>
            <a:off x="2097088" y="3071813"/>
            <a:ext cx="903287" cy="525462"/>
          </a:xfrm>
          <a:prstGeom prst="rect">
            <a:avLst/>
          </a:prstGeom>
          <a:noFill/>
          <a:ln w="9525">
            <a:noFill/>
          </a:ln>
        </p:spPr>
        <p:txBody>
          <a:bodyPr lIns="90170" tIns="46990" rIns="90170" bIns="46990">
            <a:spAutoFit/>
          </a:bodyPr>
          <a:lstStyle/>
          <a:p>
            <a:pPr algn="ctr"/>
            <a:r>
              <a:rPr lang="zh-CN" altLang="en-US" sz="2800" b="1" dirty="0">
                <a:solidFill>
                  <a:srgbClr val="000000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椅子</a:t>
            </a:r>
          </a:p>
        </p:txBody>
      </p:sp>
      <p:sp>
        <p:nvSpPr>
          <p:cNvPr id="75784" name="文本框 110"/>
          <p:cNvSpPr/>
          <p:nvPr/>
        </p:nvSpPr>
        <p:spPr>
          <a:xfrm>
            <a:off x="2108200" y="4770438"/>
            <a:ext cx="903288" cy="525462"/>
          </a:xfrm>
          <a:prstGeom prst="rect">
            <a:avLst/>
          </a:prstGeom>
          <a:noFill/>
          <a:ln w="9525">
            <a:noFill/>
          </a:ln>
        </p:spPr>
        <p:txBody>
          <a:bodyPr wrap="none" lIns="90170" tIns="46990" rIns="90170" bIns="46990">
            <a:spAutoFit/>
          </a:bodyPr>
          <a:lstStyle/>
          <a:p>
            <a:r>
              <a:rPr lang="zh-CN" altLang="en-US" sz="2800" b="1" dirty="0">
                <a:solidFill>
                  <a:srgbClr val="000000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工作</a:t>
            </a:r>
          </a:p>
        </p:txBody>
      </p:sp>
      <p:sp>
        <p:nvSpPr>
          <p:cNvPr id="75785" name="文本框 88"/>
          <p:cNvSpPr/>
          <p:nvPr/>
        </p:nvSpPr>
        <p:spPr>
          <a:xfrm>
            <a:off x="2095500" y="2219325"/>
            <a:ext cx="904875" cy="525463"/>
          </a:xfrm>
          <a:prstGeom prst="rect">
            <a:avLst/>
          </a:prstGeom>
          <a:noFill/>
          <a:ln w="9525">
            <a:noFill/>
          </a:ln>
        </p:spPr>
        <p:txBody>
          <a:bodyPr lIns="90170" tIns="46990" rIns="90170" bIns="46990">
            <a:spAutoFit/>
          </a:bodyPr>
          <a:lstStyle/>
          <a:p>
            <a:pPr algn="ctr"/>
            <a:r>
              <a:rPr lang="zh-CN" altLang="en-US" sz="2800" b="1" dirty="0">
                <a:solidFill>
                  <a:srgbClr val="000000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那儿</a:t>
            </a:r>
          </a:p>
        </p:txBody>
      </p:sp>
      <p:sp>
        <p:nvSpPr>
          <p:cNvPr id="75786" name="文本框 107"/>
          <p:cNvSpPr/>
          <p:nvPr/>
        </p:nvSpPr>
        <p:spPr>
          <a:xfrm>
            <a:off x="2066925" y="3897313"/>
            <a:ext cx="903288" cy="525462"/>
          </a:xfrm>
          <a:prstGeom prst="rect">
            <a:avLst/>
          </a:prstGeom>
          <a:noFill/>
          <a:ln w="9525">
            <a:noFill/>
          </a:ln>
        </p:spPr>
        <p:txBody>
          <a:bodyPr wrap="none" lIns="90170" tIns="46990" rIns="90170" bIns="46990">
            <a:spAutoFit/>
          </a:bodyPr>
          <a:lstStyle/>
          <a:p>
            <a:r>
              <a:rPr lang="zh-CN" altLang="en-US" sz="2800" b="1" dirty="0">
                <a:solidFill>
                  <a:srgbClr val="000000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下面</a:t>
            </a:r>
          </a:p>
        </p:txBody>
      </p:sp>
      <p:grpSp>
        <p:nvGrpSpPr>
          <p:cNvPr id="75787" name="组合 8"/>
          <p:cNvGrpSpPr/>
          <p:nvPr/>
        </p:nvGrpSpPr>
        <p:grpSpPr>
          <a:xfrm>
            <a:off x="307975" y="6350"/>
            <a:ext cx="3833813" cy="646113"/>
            <a:chOff x="308629" y="6819"/>
            <a:chExt cx="3833696" cy="646331"/>
          </a:xfrm>
        </p:grpSpPr>
        <p:sp>
          <p:nvSpPr>
            <p:cNvPr id="43" name="Text Box 4"/>
            <p:cNvSpPr txBox="1">
              <a:spLocks noChangeArrowheads="1"/>
            </p:cNvSpPr>
            <p:nvPr/>
          </p:nvSpPr>
          <p:spPr bwMode="auto">
            <a:xfrm>
              <a:off x="329266" y="6819"/>
              <a:ext cx="3813059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8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"/>
                <a:defRPr sz="2000">
                  <a:solidFill>
                    <a:schemeClr val="accent2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1pPr>
              <a:lvl2pPr marL="742950" indent="-285750">
                <a:lnSpc>
                  <a:spcPct val="130000"/>
                </a:lnSpc>
                <a:buFont typeface="Calibri" panose="020F0502020204030204" pitchFamily="34" charset="0"/>
                <a:buChar char=" 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 sz="2000"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3600" b="1" i="0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生词</a:t>
              </a:r>
              <a:r>
                <a:rPr kumimoji="0" lang="en-US" altLang="zh-CN" sz="3600" b="1" i="1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New Words</a:t>
              </a:r>
              <a:endParaRPr kumimoji="0" lang="zh-CN" altLang="en-US" sz="3600" b="1" i="1" u="none" strike="noStrike" kern="1200" cap="none" spc="0" normalizeH="0" baseline="0" noProof="0" dirty="0">
                <a:ln>
                  <a:noFill/>
                </a:ln>
                <a:solidFill>
                  <a:srgbClr val="D09E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endParaRPr>
            </a:p>
          </p:txBody>
        </p:sp>
        <p:cxnSp>
          <p:nvCxnSpPr>
            <p:cNvPr id="44" name="直接连接符 43"/>
            <p:cNvCxnSpPr/>
            <p:nvPr/>
          </p:nvCxnSpPr>
          <p:spPr>
            <a:xfrm>
              <a:off x="308629" y="653150"/>
              <a:ext cx="3833696" cy="0"/>
            </a:xfrm>
            <a:prstGeom prst="line">
              <a:avLst/>
            </a:prstGeom>
            <a:ln w="69850" cmpd="thickThin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5788" name="文本框 152"/>
          <p:cNvSpPr/>
          <p:nvPr/>
        </p:nvSpPr>
        <p:spPr>
          <a:xfrm>
            <a:off x="5119688" y="1420813"/>
            <a:ext cx="1108075" cy="46196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小商店</a:t>
            </a:r>
          </a:p>
        </p:txBody>
      </p:sp>
      <p:sp>
        <p:nvSpPr>
          <p:cNvPr id="75789" name="文本框 152"/>
          <p:cNvSpPr/>
          <p:nvPr/>
        </p:nvSpPr>
        <p:spPr>
          <a:xfrm>
            <a:off x="6681788" y="1404938"/>
            <a:ext cx="1108075" cy="46196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小杯子</a:t>
            </a:r>
          </a:p>
        </p:txBody>
      </p:sp>
      <p:sp>
        <p:nvSpPr>
          <p:cNvPr id="75790" name="文本框 152"/>
          <p:cNvSpPr/>
          <p:nvPr/>
        </p:nvSpPr>
        <p:spPr>
          <a:xfrm>
            <a:off x="8213725" y="1422400"/>
            <a:ext cx="800100" cy="46196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小猫</a:t>
            </a:r>
          </a:p>
        </p:txBody>
      </p:sp>
      <p:sp>
        <p:nvSpPr>
          <p:cNvPr id="75791" name="文本框 152"/>
          <p:cNvSpPr/>
          <p:nvPr/>
        </p:nvSpPr>
        <p:spPr>
          <a:xfrm>
            <a:off x="3709988" y="2319338"/>
            <a:ext cx="800100" cy="46196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这儿</a:t>
            </a:r>
          </a:p>
        </p:txBody>
      </p:sp>
      <p:sp>
        <p:nvSpPr>
          <p:cNvPr id="75792" name="文本框 152"/>
          <p:cNvSpPr/>
          <p:nvPr/>
        </p:nvSpPr>
        <p:spPr>
          <a:xfrm>
            <a:off x="4722813" y="2335213"/>
            <a:ext cx="800100" cy="46196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那儿</a:t>
            </a:r>
          </a:p>
        </p:txBody>
      </p:sp>
      <p:cxnSp>
        <p:nvCxnSpPr>
          <p:cNvPr id="27" name="直接箭头连接符 26"/>
          <p:cNvCxnSpPr/>
          <p:nvPr/>
        </p:nvCxnSpPr>
        <p:spPr bwMode="auto">
          <a:xfrm>
            <a:off x="3413125" y="2546350"/>
            <a:ext cx="333375" cy="1588"/>
          </a:xfrm>
          <a:prstGeom prst="straightConnector1">
            <a:avLst/>
          </a:prstGeom>
          <a:ln w="25400">
            <a:solidFill>
              <a:srgbClr val="FF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箭头连接符 27"/>
          <p:cNvCxnSpPr/>
          <p:nvPr/>
        </p:nvCxnSpPr>
        <p:spPr bwMode="auto">
          <a:xfrm>
            <a:off x="4452938" y="2544763"/>
            <a:ext cx="334963" cy="1588"/>
          </a:xfrm>
          <a:prstGeom prst="straightConnector1">
            <a:avLst/>
          </a:prstGeom>
          <a:ln w="25400">
            <a:solidFill>
              <a:srgbClr val="FF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795" name="文本框 152"/>
          <p:cNvSpPr/>
          <p:nvPr/>
        </p:nvSpPr>
        <p:spPr>
          <a:xfrm>
            <a:off x="3587750" y="3135313"/>
            <a:ext cx="1416050" cy="46196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一把椅子</a:t>
            </a:r>
          </a:p>
        </p:txBody>
      </p:sp>
      <p:sp>
        <p:nvSpPr>
          <p:cNvPr id="24" name="文本框 152"/>
          <p:cNvSpPr/>
          <p:nvPr/>
        </p:nvSpPr>
        <p:spPr>
          <a:xfrm>
            <a:off x="3587750" y="4000500"/>
            <a:ext cx="1416050" cy="46196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椅子下面</a:t>
            </a:r>
          </a:p>
        </p:txBody>
      </p:sp>
      <p:sp>
        <p:nvSpPr>
          <p:cNvPr id="30" name="文本框 152"/>
          <p:cNvSpPr/>
          <p:nvPr/>
        </p:nvSpPr>
        <p:spPr>
          <a:xfrm>
            <a:off x="5119688" y="4017963"/>
            <a:ext cx="1108075" cy="46196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书下面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1866900" y="3429000"/>
            <a:ext cx="13716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xià miàn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3238500" y="3459480"/>
            <a:ext cx="22860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yǐ zǐ xià miàn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5080000" y="3459480"/>
            <a:ext cx="19812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shū xià miàn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1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1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7" grpId="0" animBg="1"/>
      <p:bldP spid="6147" grpId="1" animBg="1"/>
      <p:bldP spid="24" grpId="0"/>
      <p:bldP spid="30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AutoShape 25"/>
          <p:cNvSpPr/>
          <p:nvPr/>
        </p:nvSpPr>
        <p:spPr>
          <a:xfrm>
            <a:off x="3382963" y="4765675"/>
            <a:ext cx="8201025" cy="1165225"/>
          </a:xfrm>
          <a:prstGeom prst="wedgeRoundRectCallout">
            <a:avLst>
              <a:gd name="adj1" fmla="val -55278"/>
              <a:gd name="adj2" fmla="val -36417"/>
              <a:gd name="adj3" fmla="val 16667"/>
            </a:avLst>
          </a:prstGeom>
          <a:solidFill>
            <a:schemeClr val="bg1"/>
          </a:solidFill>
          <a:ln w="28575" cap="flat" cmpd="sng">
            <a:solidFill>
              <a:srgbClr val="CC99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76803" name="文本框 152"/>
          <p:cNvSpPr/>
          <p:nvPr/>
        </p:nvSpPr>
        <p:spPr>
          <a:xfrm>
            <a:off x="3587750" y="1404938"/>
            <a:ext cx="1108075" cy="46196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小学生</a:t>
            </a:r>
          </a:p>
        </p:txBody>
      </p:sp>
      <p:cxnSp>
        <p:nvCxnSpPr>
          <p:cNvPr id="76804" name="AutoShape 4"/>
          <p:cNvCxnSpPr/>
          <p:nvPr/>
        </p:nvCxnSpPr>
        <p:spPr>
          <a:xfrm flipH="1" flipV="1">
            <a:off x="100013" y="-15875"/>
            <a:ext cx="12700" cy="6872288"/>
          </a:xfrm>
          <a:prstGeom prst="straightConnector1">
            <a:avLst/>
          </a:prstGeom>
          <a:ln w="228600" cap="flat" cmpd="sng">
            <a:solidFill>
              <a:srgbClr val="800080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76805" name="圆角矩形 32"/>
          <p:cNvSpPr/>
          <p:nvPr/>
        </p:nvSpPr>
        <p:spPr>
          <a:xfrm>
            <a:off x="1866900" y="4765675"/>
            <a:ext cx="1338263" cy="530225"/>
          </a:xfrm>
          <a:prstGeom prst="roundRect">
            <a:avLst>
              <a:gd name="adj" fmla="val 16667"/>
            </a:avLst>
          </a:prstGeom>
          <a:solidFill>
            <a:srgbClr val="CC99FF"/>
          </a:solidFill>
          <a:ln w="9525">
            <a:noFill/>
          </a:ln>
        </p:spPr>
        <p:txBody>
          <a:bodyPr/>
          <a:lstStyle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76806" name="文本框 88"/>
          <p:cNvSpPr/>
          <p:nvPr/>
        </p:nvSpPr>
        <p:spPr>
          <a:xfrm>
            <a:off x="2095500" y="1325563"/>
            <a:ext cx="904875" cy="527050"/>
          </a:xfrm>
          <a:prstGeom prst="rect">
            <a:avLst/>
          </a:prstGeom>
          <a:noFill/>
          <a:ln w="9525">
            <a:noFill/>
          </a:ln>
        </p:spPr>
        <p:txBody>
          <a:bodyPr lIns="90170" tIns="46990" rIns="90170" bIns="46990">
            <a:spAutoFit/>
          </a:bodyPr>
          <a:lstStyle/>
          <a:p>
            <a:pPr algn="ctr"/>
            <a:r>
              <a:rPr lang="zh-CN" altLang="en-US" sz="2800" b="1" dirty="0">
                <a:solidFill>
                  <a:srgbClr val="000000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小</a:t>
            </a:r>
          </a:p>
        </p:txBody>
      </p:sp>
      <p:sp>
        <p:nvSpPr>
          <p:cNvPr id="76807" name="文本框 107"/>
          <p:cNvSpPr/>
          <p:nvPr/>
        </p:nvSpPr>
        <p:spPr>
          <a:xfrm>
            <a:off x="2097088" y="3071813"/>
            <a:ext cx="903287" cy="525462"/>
          </a:xfrm>
          <a:prstGeom prst="rect">
            <a:avLst/>
          </a:prstGeom>
          <a:noFill/>
          <a:ln w="9525">
            <a:noFill/>
          </a:ln>
        </p:spPr>
        <p:txBody>
          <a:bodyPr lIns="90170" tIns="46990" rIns="90170" bIns="46990">
            <a:spAutoFit/>
          </a:bodyPr>
          <a:lstStyle/>
          <a:p>
            <a:pPr algn="ctr"/>
            <a:r>
              <a:rPr lang="zh-CN" altLang="en-US" sz="2800" b="1" dirty="0">
                <a:solidFill>
                  <a:srgbClr val="000000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椅子</a:t>
            </a:r>
          </a:p>
        </p:txBody>
      </p:sp>
      <p:sp>
        <p:nvSpPr>
          <p:cNvPr id="76808" name="文本框 110"/>
          <p:cNvSpPr/>
          <p:nvPr/>
        </p:nvSpPr>
        <p:spPr>
          <a:xfrm>
            <a:off x="2108200" y="4770438"/>
            <a:ext cx="903288" cy="525462"/>
          </a:xfrm>
          <a:prstGeom prst="rect">
            <a:avLst/>
          </a:prstGeom>
          <a:noFill/>
          <a:ln w="9525">
            <a:noFill/>
          </a:ln>
        </p:spPr>
        <p:txBody>
          <a:bodyPr wrap="none" lIns="90170" tIns="46990" rIns="90170" bIns="46990">
            <a:spAutoFit/>
          </a:bodyPr>
          <a:lstStyle/>
          <a:p>
            <a:r>
              <a:rPr lang="zh-CN" altLang="en-US" sz="2800" b="1" dirty="0">
                <a:solidFill>
                  <a:srgbClr val="000000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工作</a:t>
            </a:r>
          </a:p>
        </p:txBody>
      </p:sp>
      <p:sp>
        <p:nvSpPr>
          <p:cNvPr id="76809" name="文本框 88"/>
          <p:cNvSpPr/>
          <p:nvPr/>
        </p:nvSpPr>
        <p:spPr>
          <a:xfrm>
            <a:off x="2095500" y="2219325"/>
            <a:ext cx="904875" cy="525463"/>
          </a:xfrm>
          <a:prstGeom prst="rect">
            <a:avLst/>
          </a:prstGeom>
          <a:noFill/>
          <a:ln w="9525">
            <a:noFill/>
          </a:ln>
        </p:spPr>
        <p:txBody>
          <a:bodyPr lIns="90170" tIns="46990" rIns="90170" bIns="46990">
            <a:spAutoFit/>
          </a:bodyPr>
          <a:lstStyle/>
          <a:p>
            <a:pPr algn="ctr"/>
            <a:r>
              <a:rPr lang="zh-CN" altLang="en-US" sz="2800" b="1" dirty="0">
                <a:solidFill>
                  <a:srgbClr val="000000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那儿</a:t>
            </a:r>
          </a:p>
        </p:txBody>
      </p:sp>
      <p:sp>
        <p:nvSpPr>
          <p:cNvPr id="76810" name="文本框 107"/>
          <p:cNvSpPr/>
          <p:nvPr/>
        </p:nvSpPr>
        <p:spPr>
          <a:xfrm>
            <a:off x="2066925" y="3897313"/>
            <a:ext cx="903288" cy="525462"/>
          </a:xfrm>
          <a:prstGeom prst="rect">
            <a:avLst/>
          </a:prstGeom>
          <a:noFill/>
          <a:ln w="9525">
            <a:noFill/>
          </a:ln>
        </p:spPr>
        <p:txBody>
          <a:bodyPr wrap="none" lIns="90170" tIns="46990" rIns="90170" bIns="46990">
            <a:spAutoFit/>
          </a:bodyPr>
          <a:lstStyle/>
          <a:p>
            <a:r>
              <a:rPr lang="zh-CN" altLang="en-US" sz="2800" b="1" dirty="0">
                <a:solidFill>
                  <a:srgbClr val="000000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下面</a:t>
            </a:r>
          </a:p>
        </p:txBody>
      </p:sp>
      <p:grpSp>
        <p:nvGrpSpPr>
          <p:cNvPr id="76811" name="组合 8"/>
          <p:cNvGrpSpPr/>
          <p:nvPr/>
        </p:nvGrpSpPr>
        <p:grpSpPr>
          <a:xfrm>
            <a:off x="307975" y="6350"/>
            <a:ext cx="3833813" cy="646113"/>
            <a:chOff x="308629" y="6819"/>
            <a:chExt cx="3833696" cy="646331"/>
          </a:xfrm>
        </p:grpSpPr>
        <p:sp>
          <p:nvSpPr>
            <p:cNvPr id="43" name="Text Box 4"/>
            <p:cNvSpPr txBox="1">
              <a:spLocks noChangeArrowheads="1"/>
            </p:cNvSpPr>
            <p:nvPr/>
          </p:nvSpPr>
          <p:spPr bwMode="auto">
            <a:xfrm>
              <a:off x="329266" y="6819"/>
              <a:ext cx="3813059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8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"/>
                <a:defRPr sz="2000">
                  <a:solidFill>
                    <a:schemeClr val="accent2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1pPr>
              <a:lvl2pPr marL="742950" indent="-285750">
                <a:lnSpc>
                  <a:spcPct val="130000"/>
                </a:lnSpc>
                <a:buFont typeface="Calibri" panose="020F0502020204030204" pitchFamily="34" charset="0"/>
                <a:buChar char=" 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 sz="2000"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3600" b="1" i="0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生词</a:t>
              </a:r>
              <a:r>
                <a:rPr kumimoji="0" lang="en-US" altLang="zh-CN" sz="3600" b="1" i="1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New Words</a:t>
              </a:r>
              <a:endParaRPr kumimoji="0" lang="zh-CN" altLang="en-US" sz="3600" b="1" i="1" u="none" strike="noStrike" kern="1200" cap="none" spc="0" normalizeH="0" baseline="0" noProof="0" dirty="0">
                <a:ln>
                  <a:noFill/>
                </a:ln>
                <a:solidFill>
                  <a:srgbClr val="D09E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endParaRPr>
            </a:p>
          </p:txBody>
        </p:sp>
        <p:cxnSp>
          <p:nvCxnSpPr>
            <p:cNvPr id="44" name="直接连接符 43"/>
            <p:cNvCxnSpPr/>
            <p:nvPr/>
          </p:nvCxnSpPr>
          <p:spPr>
            <a:xfrm>
              <a:off x="308629" y="653150"/>
              <a:ext cx="3833696" cy="0"/>
            </a:xfrm>
            <a:prstGeom prst="line">
              <a:avLst/>
            </a:prstGeom>
            <a:ln w="69850" cmpd="thickThin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812" name="文本框 152"/>
          <p:cNvSpPr/>
          <p:nvPr/>
        </p:nvSpPr>
        <p:spPr>
          <a:xfrm>
            <a:off x="5119688" y="1420813"/>
            <a:ext cx="1108075" cy="46196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小商店</a:t>
            </a:r>
          </a:p>
        </p:txBody>
      </p:sp>
      <p:sp>
        <p:nvSpPr>
          <p:cNvPr id="76813" name="文本框 152"/>
          <p:cNvSpPr/>
          <p:nvPr/>
        </p:nvSpPr>
        <p:spPr>
          <a:xfrm>
            <a:off x="6681788" y="1404938"/>
            <a:ext cx="1108075" cy="46196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小杯子</a:t>
            </a:r>
          </a:p>
        </p:txBody>
      </p:sp>
      <p:sp>
        <p:nvSpPr>
          <p:cNvPr id="76814" name="文本框 152"/>
          <p:cNvSpPr/>
          <p:nvPr/>
        </p:nvSpPr>
        <p:spPr>
          <a:xfrm>
            <a:off x="8213725" y="1422400"/>
            <a:ext cx="800100" cy="46196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小猫</a:t>
            </a:r>
          </a:p>
        </p:txBody>
      </p:sp>
      <p:sp>
        <p:nvSpPr>
          <p:cNvPr id="76815" name="文本框 152"/>
          <p:cNvSpPr/>
          <p:nvPr/>
        </p:nvSpPr>
        <p:spPr>
          <a:xfrm>
            <a:off x="3709988" y="2319338"/>
            <a:ext cx="800100" cy="46196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这儿</a:t>
            </a:r>
          </a:p>
        </p:txBody>
      </p:sp>
      <p:sp>
        <p:nvSpPr>
          <p:cNvPr id="76816" name="文本框 152"/>
          <p:cNvSpPr/>
          <p:nvPr/>
        </p:nvSpPr>
        <p:spPr>
          <a:xfrm>
            <a:off x="4722813" y="2335213"/>
            <a:ext cx="800100" cy="46196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那儿</a:t>
            </a:r>
          </a:p>
        </p:txBody>
      </p:sp>
      <p:cxnSp>
        <p:nvCxnSpPr>
          <p:cNvPr id="27" name="直接箭头连接符 26"/>
          <p:cNvCxnSpPr/>
          <p:nvPr/>
        </p:nvCxnSpPr>
        <p:spPr bwMode="auto">
          <a:xfrm>
            <a:off x="3413125" y="2546350"/>
            <a:ext cx="333375" cy="1588"/>
          </a:xfrm>
          <a:prstGeom prst="straightConnector1">
            <a:avLst/>
          </a:prstGeom>
          <a:ln w="25400">
            <a:solidFill>
              <a:srgbClr val="FF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箭头连接符 27"/>
          <p:cNvCxnSpPr/>
          <p:nvPr/>
        </p:nvCxnSpPr>
        <p:spPr bwMode="auto">
          <a:xfrm>
            <a:off x="4452938" y="2544763"/>
            <a:ext cx="334963" cy="1588"/>
          </a:xfrm>
          <a:prstGeom prst="straightConnector1">
            <a:avLst/>
          </a:prstGeom>
          <a:ln w="25400">
            <a:solidFill>
              <a:srgbClr val="FF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819" name="文本框 152"/>
          <p:cNvSpPr/>
          <p:nvPr/>
        </p:nvSpPr>
        <p:spPr>
          <a:xfrm>
            <a:off x="3587750" y="3135313"/>
            <a:ext cx="1416050" cy="46196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一把椅子</a:t>
            </a:r>
          </a:p>
        </p:txBody>
      </p:sp>
      <p:sp>
        <p:nvSpPr>
          <p:cNvPr id="76820" name="文本框 152"/>
          <p:cNvSpPr/>
          <p:nvPr/>
        </p:nvSpPr>
        <p:spPr>
          <a:xfrm>
            <a:off x="3587750" y="4000500"/>
            <a:ext cx="1416050" cy="46196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椅子下面</a:t>
            </a:r>
          </a:p>
        </p:txBody>
      </p:sp>
      <p:sp>
        <p:nvSpPr>
          <p:cNvPr id="76821" name="文本框 152"/>
          <p:cNvSpPr/>
          <p:nvPr/>
        </p:nvSpPr>
        <p:spPr>
          <a:xfrm>
            <a:off x="5119688" y="4017963"/>
            <a:ext cx="1108075" cy="46196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书下面</a:t>
            </a:r>
          </a:p>
        </p:txBody>
      </p:sp>
      <p:sp>
        <p:nvSpPr>
          <p:cNvPr id="31" name="文本框 152"/>
          <p:cNvSpPr/>
          <p:nvPr/>
        </p:nvSpPr>
        <p:spPr>
          <a:xfrm>
            <a:off x="3587750" y="4835525"/>
            <a:ext cx="1416050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你的工作</a:t>
            </a:r>
          </a:p>
        </p:txBody>
      </p:sp>
      <p:sp>
        <p:nvSpPr>
          <p:cNvPr id="33" name="文本框 152"/>
          <p:cNvSpPr/>
          <p:nvPr/>
        </p:nvSpPr>
        <p:spPr>
          <a:xfrm>
            <a:off x="5119688" y="4851400"/>
            <a:ext cx="1416050" cy="46196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我的工作</a:t>
            </a:r>
          </a:p>
        </p:txBody>
      </p:sp>
      <p:sp>
        <p:nvSpPr>
          <p:cNvPr id="34" name="文本框 152"/>
          <p:cNvSpPr/>
          <p:nvPr/>
        </p:nvSpPr>
        <p:spPr>
          <a:xfrm>
            <a:off x="5149850" y="5438775"/>
            <a:ext cx="5026025" cy="46196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en-US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A:</a:t>
            </a: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你妈妈工作吗？</a:t>
            </a:r>
            <a:r>
              <a:rPr lang="en-US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B:</a:t>
            </a: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我妈妈不工作。</a:t>
            </a:r>
          </a:p>
        </p:txBody>
      </p:sp>
      <p:sp>
        <p:nvSpPr>
          <p:cNvPr id="36" name="文本框 152"/>
          <p:cNvSpPr/>
          <p:nvPr/>
        </p:nvSpPr>
        <p:spPr>
          <a:xfrm>
            <a:off x="8629650" y="4862513"/>
            <a:ext cx="2954338" cy="46196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李月的工作是老师。</a:t>
            </a:r>
          </a:p>
        </p:txBody>
      </p:sp>
      <p:sp>
        <p:nvSpPr>
          <p:cNvPr id="37" name="文本框 152"/>
          <p:cNvSpPr/>
          <p:nvPr/>
        </p:nvSpPr>
        <p:spPr>
          <a:xfrm>
            <a:off x="3540125" y="5438775"/>
            <a:ext cx="1108075" cy="46196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不工作</a:t>
            </a:r>
          </a:p>
        </p:txBody>
      </p:sp>
      <p:sp>
        <p:nvSpPr>
          <p:cNvPr id="39" name="文本框 152"/>
          <p:cNvSpPr/>
          <p:nvPr/>
        </p:nvSpPr>
        <p:spPr>
          <a:xfrm>
            <a:off x="6699250" y="4862513"/>
            <a:ext cx="1724025" cy="46196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李月的工作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1930400" y="4311650"/>
            <a:ext cx="13716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ɡōnɡ zuò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3237230" y="4306570"/>
            <a:ext cx="22860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nǐ de ɡōnɡ zuò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5003800" y="4333875"/>
            <a:ext cx="24384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wǒ de ɡōnɡ zuò</a:t>
            </a:r>
            <a:r>
              <a:rPr lang="en-US" altLang="en-US"/>
              <a:t> 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6972300" y="4330700"/>
            <a:ext cx="30480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lǐ yuè de ɡōnɡ zuò</a:t>
            </a:r>
            <a:r>
              <a:rPr lang="en-US" altLang="en-US"/>
              <a:t> 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220200" y="4356100"/>
            <a:ext cx="48768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lǐ yuè de ɡōnɡ zuò shì lǎo shī</a:t>
            </a:r>
            <a:r>
              <a:rPr lang="en-US" altLang="en-US"/>
              <a:t> 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3000375" y="5967095"/>
            <a:ext cx="18288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bù ɡōnɡ zuò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5080000" y="6015355"/>
            <a:ext cx="32004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nǐ mā mā ɡōnɡ zuò mɑ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7924800" y="5991225"/>
            <a:ext cx="32004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wǒ mā mā bù ɡōnɡ zuò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1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1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7" grpId="0" animBg="1"/>
      <p:bldP spid="6147" grpId="1" animBg="1"/>
      <p:bldP spid="31" grpId="0"/>
      <p:bldP spid="33" grpId="0"/>
      <p:bldP spid="34" grpId="0"/>
      <p:bldP spid="36" grpId="0"/>
      <p:bldP spid="37" grpId="0"/>
      <p:bldP spid="39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圆角矩形 32"/>
          <p:cNvSpPr/>
          <p:nvPr/>
        </p:nvSpPr>
        <p:spPr>
          <a:xfrm>
            <a:off x="1866900" y="3897313"/>
            <a:ext cx="1338263" cy="528637"/>
          </a:xfrm>
          <a:prstGeom prst="roundRect">
            <a:avLst>
              <a:gd name="adj" fmla="val 16667"/>
            </a:avLst>
          </a:prstGeom>
          <a:solidFill>
            <a:srgbClr val="CC99FF"/>
          </a:solidFill>
          <a:ln w="9525">
            <a:noFill/>
          </a:ln>
        </p:spPr>
        <p:txBody>
          <a:bodyPr/>
          <a:lstStyle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77827" name="圆角矩形 32"/>
          <p:cNvSpPr/>
          <p:nvPr/>
        </p:nvSpPr>
        <p:spPr>
          <a:xfrm>
            <a:off x="1866900" y="3059113"/>
            <a:ext cx="1338263" cy="528637"/>
          </a:xfrm>
          <a:prstGeom prst="roundRect">
            <a:avLst>
              <a:gd name="adj" fmla="val 16667"/>
            </a:avLst>
          </a:prstGeom>
          <a:solidFill>
            <a:srgbClr val="CC99FF"/>
          </a:solidFill>
          <a:ln w="9525">
            <a:noFill/>
          </a:ln>
        </p:spPr>
        <p:txBody>
          <a:bodyPr/>
          <a:lstStyle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77828" name="圆角矩形 32"/>
          <p:cNvSpPr/>
          <p:nvPr/>
        </p:nvSpPr>
        <p:spPr>
          <a:xfrm>
            <a:off x="1866900" y="2220913"/>
            <a:ext cx="1338263" cy="528637"/>
          </a:xfrm>
          <a:prstGeom prst="roundRect">
            <a:avLst>
              <a:gd name="adj" fmla="val 16667"/>
            </a:avLst>
          </a:prstGeom>
          <a:solidFill>
            <a:srgbClr val="CC99FF"/>
          </a:solidFill>
          <a:ln w="9525">
            <a:noFill/>
          </a:ln>
        </p:spPr>
        <p:txBody>
          <a:bodyPr/>
          <a:lstStyle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77829" name="圆角矩形 32"/>
          <p:cNvSpPr/>
          <p:nvPr/>
        </p:nvSpPr>
        <p:spPr>
          <a:xfrm>
            <a:off x="1866900" y="1306513"/>
            <a:ext cx="1338263" cy="528637"/>
          </a:xfrm>
          <a:prstGeom prst="roundRect">
            <a:avLst>
              <a:gd name="adj" fmla="val 16667"/>
            </a:avLst>
          </a:prstGeom>
          <a:solidFill>
            <a:srgbClr val="CC99FF"/>
          </a:solidFill>
          <a:ln w="9525">
            <a:noFill/>
          </a:ln>
        </p:spPr>
        <p:txBody>
          <a:bodyPr/>
          <a:lstStyle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77830" name="文本框 152"/>
          <p:cNvSpPr/>
          <p:nvPr/>
        </p:nvSpPr>
        <p:spPr>
          <a:xfrm>
            <a:off x="3587750" y="1404938"/>
            <a:ext cx="1108075" cy="46196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小学生</a:t>
            </a:r>
          </a:p>
        </p:txBody>
      </p:sp>
      <p:cxnSp>
        <p:nvCxnSpPr>
          <p:cNvPr id="77831" name="AutoShape 4"/>
          <p:cNvCxnSpPr/>
          <p:nvPr/>
        </p:nvCxnSpPr>
        <p:spPr>
          <a:xfrm flipH="1" flipV="1">
            <a:off x="100013" y="-15875"/>
            <a:ext cx="12700" cy="6872288"/>
          </a:xfrm>
          <a:prstGeom prst="straightConnector1">
            <a:avLst/>
          </a:prstGeom>
          <a:ln w="228600" cap="flat" cmpd="sng">
            <a:solidFill>
              <a:srgbClr val="800080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77832" name="圆角矩形 32"/>
          <p:cNvSpPr/>
          <p:nvPr/>
        </p:nvSpPr>
        <p:spPr>
          <a:xfrm>
            <a:off x="1866900" y="4765675"/>
            <a:ext cx="1338263" cy="530225"/>
          </a:xfrm>
          <a:prstGeom prst="roundRect">
            <a:avLst>
              <a:gd name="adj" fmla="val 16667"/>
            </a:avLst>
          </a:prstGeom>
          <a:solidFill>
            <a:srgbClr val="CC99FF"/>
          </a:solidFill>
          <a:ln w="9525">
            <a:noFill/>
          </a:ln>
        </p:spPr>
        <p:txBody>
          <a:bodyPr/>
          <a:lstStyle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77833" name="文本框 88"/>
          <p:cNvSpPr/>
          <p:nvPr/>
        </p:nvSpPr>
        <p:spPr>
          <a:xfrm>
            <a:off x="2095500" y="1325563"/>
            <a:ext cx="904875" cy="527050"/>
          </a:xfrm>
          <a:prstGeom prst="rect">
            <a:avLst/>
          </a:prstGeom>
          <a:noFill/>
          <a:ln w="9525">
            <a:noFill/>
          </a:ln>
        </p:spPr>
        <p:txBody>
          <a:bodyPr lIns="90170" tIns="46990" rIns="90170" bIns="46990">
            <a:spAutoFit/>
          </a:bodyPr>
          <a:lstStyle/>
          <a:p>
            <a:pPr algn="ctr"/>
            <a:r>
              <a:rPr lang="zh-CN" altLang="en-US" sz="2800" b="1" dirty="0">
                <a:solidFill>
                  <a:srgbClr val="000000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小</a:t>
            </a:r>
          </a:p>
        </p:txBody>
      </p:sp>
      <p:sp>
        <p:nvSpPr>
          <p:cNvPr id="77834" name="文本框 107"/>
          <p:cNvSpPr/>
          <p:nvPr/>
        </p:nvSpPr>
        <p:spPr>
          <a:xfrm>
            <a:off x="2097088" y="3071813"/>
            <a:ext cx="903287" cy="525462"/>
          </a:xfrm>
          <a:prstGeom prst="rect">
            <a:avLst/>
          </a:prstGeom>
          <a:noFill/>
          <a:ln w="9525">
            <a:noFill/>
          </a:ln>
        </p:spPr>
        <p:txBody>
          <a:bodyPr lIns="90170" tIns="46990" rIns="90170" bIns="46990">
            <a:spAutoFit/>
          </a:bodyPr>
          <a:lstStyle/>
          <a:p>
            <a:pPr algn="ctr"/>
            <a:r>
              <a:rPr lang="zh-CN" altLang="en-US" sz="2800" b="1" dirty="0">
                <a:solidFill>
                  <a:srgbClr val="000000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椅子</a:t>
            </a:r>
          </a:p>
        </p:txBody>
      </p:sp>
      <p:sp>
        <p:nvSpPr>
          <p:cNvPr id="77835" name="文本框 110"/>
          <p:cNvSpPr/>
          <p:nvPr/>
        </p:nvSpPr>
        <p:spPr>
          <a:xfrm>
            <a:off x="2108200" y="4770438"/>
            <a:ext cx="903288" cy="525462"/>
          </a:xfrm>
          <a:prstGeom prst="rect">
            <a:avLst/>
          </a:prstGeom>
          <a:noFill/>
          <a:ln w="9525">
            <a:noFill/>
          </a:ln>
        </p:spPr>
        <p:txBody>
          <a:bodyPr wrap="none" lIns="90170" tIns="46990" rIns="90170" bIns="46990">
            <a:spAutoFit/>
          </a:bodyPr>
          <a:lstStyle/>
          <a:p>
            <a:r>
              <a:rPr lang="zh-CN" altLang="en-US" sz="2800" b="1" dirty="0">
                <a:solidFill>
                  <a:srgbClr val="000000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工作</a:t>
            </a:r>
          </a:p>
        </p:txBody>
      </p:sp>
      <p:sp>
        <p:nvSpPr>
          <p:cNvPr id="77836" name="文本框 88"/>
          <p:cNvSpPr/>
          <p:nvPr/>
        </p:nvSpPr>
        <p:spPr>
          <a:xfrm>
            <a:off x="2095500" y="2219325"/>
            <a:ext cx="904875" cy="525463"/>
          </a:xfrm>
          <a:prstGeom prst="rect">
            <a:avLst/>
          </a:prstGeom>
          <a:noFill/>
          <a:ln w="9525">
            <a:noFill/>
          </a:ln>
        </p:spPr>
        <p:txBody>
          <a:bodyPr lIns="90170" tIns="46990" rIns="90170" bIns="46990">
            <a:spAutoFit/>
          </a:bodyPr>
          <a:lstStyle/>
          <a:p>
            <a:pPr algn="ctr"/>
            <a:r>
              <a:rPr lang="zh-CN" altLang="en-US" sz="2800" b="1" dirty="0">
                <a:solidFill>
                  <a:srgbClr val="000000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那儿</a:t>
            </a:r>
          </a:p>
        </p:txBody>
      </p:sp>
      <p:sp>
        <p:nvSpPr>
          <p:cNvPr id="77837" name="文本框 107"/>
          <p:cNvSpPr/>
          <p:nvPr/>
        </p:nvSpPr>
        <p:spPr>
          <a:xfrm>
            <a:off x="2066925" y="3897313"/>
            <a:ext cx="903288" cy="525462"/>
          </a:xfrm>
          <a:prstGeom prst="rect">
            <a:avLst/>
          </a:prstGeom>
          <a:noFill/>
          <a:ln w="9525">
            <a:noFill/>
          </a:ln>
        </p:spPr>
        <p:txBody>
          <a:bodyPr wrap="none" lIns="90170" tIns="46990" rIns="90170" bIns="46990">
            <a:spAutoFit/>
          </a:bodyPr>
          <a:lstStyle/>
          <a:p>
            <a:r>
              <a:rPr lang="zh-CN" altLang="en-US" sz="2800" b="1" dirty="0">
                <a:solidFill>
                  <a:srgbClr val="000000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下面</a:t>
            </a:r>
          </a:p>
        </p:txBody>
      </p:sp>
      <p:grpSp>
        <p:nvGrpSpPr>
          <p:cNvPr id="77838" name="组合 8"/>
          <p:cNvGrpSpPr/>
          <p:nvPr/>
        </p:nvGrpSpPr>
        <p:grpSpPr>
          <a:xfrm>
            <a:off x="307975" y="6350"/>
            <a:ext cx="3833813" cy="646113"/>
            <a:chOff x="308629" y="6819"/>
            <a:chExt cx="3833696" cy="646331"/>
          </a:xfrm>
        </p:grpSpPr>
        <p:sp>
          <p:nvSpPr>
            <p:cNvPr id="43" name="Text Box 4"/>
            <p:cNvSpPr txBox="1">
              <a:spLocks noChangeArrowheads="1"/>
            </p:cNvSpPr>
            <p:nvPr/>
          </p:nvSpPr>
          <p:spPr bwMode="auto">
            <a:xfrm>
              <a:off x="329266" y="6819"/>
              <a:ext cx="3813059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8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"/>
                <a:defRPr sz="2000">
                  <a:solidFill>
                    <a:schemeClr val="accent2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1pPr>
              <a:lvl2pPr marL="742950" indent="-285750">
                <a:lnSpc>
                  <a:spcPct val="130000"/>
                </a:lnSpc>
                <a:buFont typeface="Calibri" panose="020F0502020204030204" pitchFamily="34" charset="0"/>
                <a:buChar char=" 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 sz="2000"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3600" b="1" i="0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生词</a:t>
              </a:r>
              <a:r>
                <a:rPr kumimoji="0" lang="en-US" altLang="zh-CN" sz="3600" b="1" i="1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New Words</a:t>
              </a:r>
              <a:endParaRPr kumimoji="0" lang="zh-CN" altLang="en-US" sz="3600" b="1" i="1" u="none" strike="noStrike" kern="1200" cap="none" spc="0" normalizeH="0" baseline="0" noProof="0" dirty="0">
                <a:ln>
                  <a:noFill/>
                </a:ln>
                <a:solidFill>
                  <a:srgbClr val="D09E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endParaRPr>
            </a:p>
          </p:txBody>
        </p:sp>
        <p:cxnSp>
          <p:nvCxnSpPr>
            <p:cNvPr id="44" name="直接连接符 43"/>
            <p:cNvCxnSpPr/>
            <p:nvPr/>
          </p:nvCxnSpPr>
          <p:spPr>
            <a:xfrm>
              <a:off x="308629" y="653150"/>
              <a:ext cx="3833696" cy="0"/>
            </a:xfrm>
            <a:prstGeom prst="line">
              <a:avLst/>
            </a:prstGeom>
            <a:ln w="69850" cmpd="thickThin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7839" name="文本框 152"/>
          <p:cNvSpPr/>
          <p:nvPr/>
        </p:nvSpPr>
        <p:spPr>
          <a:xfrm>
            <a:off x="5119688" y="1420813"/>
            <a:ext cx="1108075" cy="46196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小商店</a:t>
            </a:r>
          </a:p>
        </p:txBody>
      </p:sp>
      <p:sp>
        <p:nvSpPr>
          <p:cNvPr id="77840" name="文本框 152"/>
          <p:cNvSpPr/>
          <p:nvPr/>
        </p:nvSpPr>
        <p:spPr>
          <a:xfrm>
            <a:off x="6681788" y="1404938"/>
            <a:ext cx="1108075" cy="46196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小杯子</a:t>
            </a:r>
          </a:p>
        </p:txBody>
      </p:sp>
      <p:sp>
        <p:nvSpPr>
          <p:cNvPr id="77841" name="文本框 152"/>
          <p:cNvSpPr/>
          <p:nvPr/>
        </p:nvSpPr>
        <p:spPr>
          <a:xfrm>
            <a:off x="8213725" y="1422400"/>
            <a:ext cx="800100" cy="46196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小猫</a:t>
            </a:r>
          </a:p>
        </p:txBody>
      </p:sp>
      <p:sp>
        <p:nvSpPr>
          <p:cNvPr id="77842" name="文本框 152"/>
          <p:cNvSpPr/>
          <p:nvPr/>
        </p:nvSpPr>
        <p:spPr>
          <a:xfrm>
            <a:off x="3709988" y="2319338"/>
            <a:ext cx="800100" cy="46196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这儿</a:t>
            </a:r>
          </a:p>
        </p:txBody>
      </p:sp>
      <p:sp>
        <p:nvSpPr>
          <p:cNvPr id="77843" name="文本框 152"/>
          <p:cNvSpPr/>
          <p:nvPr/>
        </p:nvSpPr>
        <p:spPr>
          <a:xfrm>
            <a:off x="4722813" y="2335213"/>
            <a:ext cx="800100" cy="46196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那儿</a:t>
            </a:r>
          </a:p>
        </p:txBody>
      </p:sp>
      <p:cxnSp>
        <p:nvCxnSpPr>
          <p:cNvPr id="27" name="直接箭头连接符 26"/>
          <p:cNvCxnSpPr/>
          <p:nvPr/>
        </p:nvCxnSpPr>
        <p:spPr bwMode="auto">
          <a:xfrm>
            <a:off x="3413125" y="2546350"/>
            <a:ext cx="333375" cy="1588"/>
          </a:xfrm>
          <a:prstGeom prst="straightConnector1">
            <a:avLst/>
          </a:prstGeom>
          <a:ln w="25400">
            <a:solidFill>
              <a:srgbClr val="FF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箭头连接符 27"/>
          <p:cNvCxnSpPr/>
          <p:nvPr/>
        </p:nvCxnSpPr>
        <p:spPr bwMode="auto">
          <a:xfrm>
            <a:off x="4452938" y="2544763"/>
            <a:ext cx="334963" cy="1588"/>
          </a:xfrm>
          <a:prstGeom prst="straightConnector1">
            <a:avLst/>
          </a:prstGeom>
          <a:ln w="25400">
            <a:solidFill>
              <a:srgbClr val="FF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846" name="文本框 152"/>
          <p:cNvSpPr/>
          <p:nvPr/>
        </p:nvSpPr>
        <p:spPr>
          <a:xfrm>
            <a:off x="3587750" y="3135313"/>
            <a:ext cx="1416050" cy="46196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一把椅子</a:t>
            </a:r>
          </a:p>
        </p:txBody>
      </p:sp>
      <p:sp>
        <p:nvSpPr>
          <p:cNvPr id="77847" name="文本框 152"/>
          <p:cNvSpPr/>
          <p:nvPr/>
        </p:nvSpPr>
        <p:spPr>
          <a:xfrm>
            <a:off x="3587750" y="4000500"/>
            <a:ext cx="1416050" cy="46196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椅子下面</a:t>
            </a:r>
          </a:p>
        </p:txBody>
      </p:sp>
      <p:sp>
        <p:nvSpPr>
          <p:cNvPr id="77848" name="文本框 152"/>
          <p:cNvSpPr/>
          <p:nvPr/>
        </p:nvSpPr>
        <p:spPr>
          <a:xfrm>
            <a:off x="5119688" y="4017963"/>
            <a:ext cx="1108075" cy="46196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书下面</a:t>
            </a:r>
          </a:p>
        </p:txBody>
      </p:sp>
      <p:sp>
        <p:nvSpPr>
          <p:cNvPr id="77849" name="文本框 152"/>
          <p:cNvSpPr/>
          <p:nvPr/>
        </p:nvSpPr>
        <p:spPr>
          <a:xfrm>
            <a:off x="3587750" y="4835525"/>
            <a:ext cx="1416050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你的工作</a:t>
            </a:r>
          </a:p>
        </p:txBody>
      </p:sp>
      <p:sp>
        <p:nvSpPr>
          <p:cNvPr id="77850" name="文本框 152"/>
          <p:cNvSpPr/>
          <p:nvPr/>
        </p:nvSpPr>
        <p:spPr>
          <a:xfrm>
            <a:off x="5119688" y="4851400"/>
            <a:ext cx="1416050" cy="46196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我的工作</a:t>
            </a:r>
          </a:p>
        </p:txBody>
      </p:sp>
      <p:sp>
        <p:nvSpPr>
          <p:cNvPr id="77851" name="文本框 152"/>
          <p:cNvSpPr/>
          <p:nvPr/>
        </p:nvSpPr>
        <p:spPr>
          <a:xfrm>
            <a:off x="5149850" y="5438775"/>
            <a:ext cx="5026025" cy="46196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en-US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A:</a:t>
            </a: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你妈妈工作吗？</a:t>
            </a:r>
            <a:r>
              <a:rPr lang="en-US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B:</a:t>
            </a: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我妈妈不工作。</a:t>
            </a:r>
          </a:p>
        </p:txBody>
      </p:sp>
      <p:sp>
        <p:nvSpPr>
          <p:cNvPr id="77852" name="文本框 152"/>
          <p:cNvSpPr/>
          <p:nvPr/>
        </p:nvSpPr>
        <p:spPr>
          <a:xfrm>
            <a:off x="8629650" y="4862513"/>
            <a:ext cx="2954338" cy="46196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李月的工作是老师。</a:t>
            </a:r>
          </a:p>
        </p:txBody>
      </p:sp>
      <p:sp>
        <p:nvSpPr>
          <p:cNvPr id="77853" name="文本框 152"/>
          <p:cNvSpPr/>
          <p:nvPr/>
        </p:nvSpPr>
        <p:spPr>
          <a:xfrm>
            <a:off x="3540125" y="5438775"/>
            <a:ext cx="1108075" cy="46196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不工作</a:t>
            </a:r>
          </a:p>
        </p:txBody>
      </p:sp>
      <p:sp>
        <p:nvSpPr>
          <p:cNvPr id="77854" name="文本框 152"/>
          <p:cNvSpPr/>
          <p:nvPr/>
        </p:nvSpPr>
        <p:spPr>
          <a:xfrm>
            <a:off x="6699250" y="4862513"/>
            <a:ext cx="1724025" cy="46196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李月的工作</a:t>
            </a:r>
          </a:p>
        </p:txBody>
      </p:sp>
    </p:spTree>
  </p:cSld>
  <p:clrMapOvr>
    <a:masterClrMapping/>
  </p:clrMapOvr>
  <p:transition spd="slow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AutoShape 25"/>
          <p:cNvSpPr/>
          <p:nvPr/>
        </p:nvSpPr>
        <p:spPr>
          <a:xfrm>
            <a:off x="3382963" y="1306513"/>
            <a:ext cx="6248400" cy="1068387"/>
          </a:xfrm>
          <a:prstGeom prst="wedgeRoundRectCallout">
            <a:avLst>
              <a:gd name="adj1" fmla="val -55278"/>
              <a:gd name="adj2" fmla="val -36417"/>
              <a:gd name="adj3" fmla="val 16667"/>
            </a:avLst>
          </a:prstGeom>
          <a:solidFill>
            <a:schemeClr val="bg1"/>
          </a:solidFill>
          <a:ln w="28575" cap="flat" cmpd="sng">
            <a:solidFill>
              <a:srgbClr val="CC99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7" name="文本框 152"/>
          <p:cNvSpPr/>
          <p:nvPr/>
        </p:nvSpPr>
        <p:spPr>
          <a:xfrm>
            <a:off x="3587750" y="1374775"/>
            <a:ext cx="1416050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一个儿子</a:t>
            </a:r>
          </a:p>
        </p:txBody>
      </p:sp>
      <p:cxnSp>
        <p:nvCxnSpPr>
          <p:cNvPr id="78852" name="AutoShape 4"/>
          <p:cNvCxnSpPr/>
          <p:nvPr/>
        </p:nvCxnSpPr>
        <p:spPr>
          <a:xfrm flipH="1" flipV="1">
            <a:off x="100013" y="-15875"/>
            <a:ext cx="12700" cy="6872288"/>
          </a:xfrm>
          <a:prstGeom prst="straightConnector1">
            <a:avLst/>
          </a:prstGeom>
          <a:ln w="228600" cap="flat" cmpd="sng">
            <a:solidFill>
              <a:srgbClr val="800080"/>
            </a:solidFill>
            <a:prstDash val="solid"/>
            <a:headEnd type="none" w="med" len="med"/>
            <a:tailEnd type="none" w="med" len="med"/>
          </a:ln>
        </p:spPr>
      </p:cxnSp>
      <p:grpSp>
        <p:nvGrpSpPr>
          <p:cNvPr id="78853" name="组合 23"/>
          <p:cNvGrpSpPr/>
          <p:nvPr/>
        </p:nvGrpSpPr>
        <p:grpSpPr>
          <a:xfrm>
            <a:off x="1866900" y="1306513"/>
            <a:ext cx="1338263" cy="546100"/>
            <a:chOff x="682668" y="3939837"/>
            <a:chExt cx="1338943" cy="545509"/>
          </a:xfrm>
        </p:grpSpPr>
        <p:sp>
          <p:nvSpPr>
            <p:cNvPr id="78864" name="圆角矩形 32"/>
            <p:cNvSpPr/>
            <p:nvPr/>
          </p:nvSpPr>
          <p:spPr>
            <a:xfrm>
              <a:off x="682668" y="3939837"/>
              <a:ext cx="1338943" cy="529187"/>
            </a:xfrm>
            <a:prstGeom prst="roundRect">
              <a:avLst>
                <a:gd name="adj" fmla="val 16667"/>
              </a:avLst>
            </a:prstGeom>
            <a:solidFill>
              <a:srgbClr val="CC99FF"/>
            </a:solidFill>
            <a:ln w="9525">
              <a:noFill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78865" name="文本框 88"/>
            <p:cNvSpPr/>
            <p:nvPr/>
          </p:nvSpPr>
          <p:spPr>
            <a:xfrm>
              <a:off x="911304" y="3959851"/>
              <a:ext cx="905498" cy="525495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0170" tIns="46990" rIns="90170" bIns="46990">
              <a:spAutoFit/>
            </a:bodyPr>
            <a:lstStyle/>
            <a:p>
              <a:pPr algn="ctr"/>
              <a:r>
                <a:rPr lang="zh-CN" altLang="en-US" sz="2800" b="1" dirty="0">
                  <a:solidFill>
                    <a:srgbClr val="000000"/>
                  </a:solidFill>
                  <a:latin typeface="Calibri" panose="020F0502020204030204" pitchFamily="34" charset="0"/>
                  <a:sym typeface="宋体" panose="02010600030101010101" pitchFamily="2" charset="-122"/>
                </a:rPr>
                <a:t>儿子</a:t>
              </a:r>
            </a:p>
          </p:txBody>
        </p:sp>
      </p:grpSp>
      <p:sp>
        <p:nvSpPr>
          <p:cNvPr id="78854" name="文本框 107"/>
          <p:cNvSpPr/>
          <p:nvPr/>
        </p:nvSpPr>
        <p:spPr>
          <a:xfrm>
            <a:off x="2066925" y="3513138"/>
            <a:ext cx="903288" cy="525462"/>
          </a:xfrm>
          <a:prstGeom prst="rect">
            <a:avLst/>
          </a:prstGeom>
          <a:noFill/>
          <a:ln w="9525">
            <a:noFill/>
          </a:ln>
        </p:spPr>
        <p:txBody>
          <a:bodyPr lIns="90170" tIns="46990" rIns="90170" bIns="46990">
            <a:spAutoFit/>
          </a:bodyPr>
          <a:lstStyle/>
          <a:p>
            <a:pPr algn="ctr"/>
            <a:r>
              <a:rPr lang="zh-CN" altLang="en-US" sz="2800" b="1" dirty="0">
                <a:solidFill>
                  <a:srgbClr val="000000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医生</a:t>
            </a:r>
          </a:p>
        </p:txBody>
      </p:sp>
      <p:sp>
        <p:nvSpPr>
          <p:cNvPr id="78855" name="文本框 88"/>
          <p:cNvSpPr/>
          <p:nvPr/>
        </p:nvSpPr>
        <p:spPr>
          <a:xfrm>
            <a:off x="2065338" y="2660650"/>
            <a:ext cx="904875" cy="527050"/>
          </a:xfrm>
          <a:prstGeom prst="rect">
            <a:avLst/>
          </a:prstGeom>
          <a:noFill/>
          <a:ln w="9525">
            <a:noFill/>
          </a:ln>
        </p:spPr>
        <p:txBody>
          <a:bodyPr lIns="90170" tIns="46990" rIns="90170" bIns="46990">
            <a:spAutoFit/>
          </a:bodyPr>
          <a:lstStyle/>
          <a:p>
            <a:pPr algn="ctr"/>
            <a:r>
              <a:rPr lang="zh-CN" altLang="en-US" sz="2800" b="1" dirty="0">
                <a:solidFill>
                  <a:srgbClr val="000000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医院</a:t>
            </a:r>
          </a:p>
        </p:txBody>
      </p:sp>
      <p:sp>
        <p:nvSpPr>
          <p:cNvPr id="78856" name="文本框 107"/>
          <p:cNvSpPr/>
          <p:nvPr/>
        </p:nvSpPr>
        <p:spPr>
          <a:xfrm>
            <a:off x="2066925" y="4384675"/>
            <a:ext cx="903288" cy="525463"/>
          </a:xfrm>
          <a:prstGeom prst="rect">
            <a:avLst/>
          </a:prstGeom>
          <a:noFill/>
          <a:ln w="9525">
            <a:noFill/>
          </a:ln>
        </p:spPr>
        <p:txBody>
          <a:bodyPr wrap="none" lIns="90170" tIns="46990" rIns="90170" bIns="46990">
            <a:spAutoFit/>
          </a:bodyPr>
          <a:lstStyle/>
          <a:p>
            <a:r>
              <a:rPr lang="zh-CN" altLang="en-US" sz="2800" b="1" dirty="0">
                <a:solidFill>
                  <a:srgbClr val="000000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爸爸</a:t>
            </a:r>
          </a:p>
        </p:txBody>
      </p:sp>
      <p:grpSp>
        <p:nvGrpSpPr>
          <p:cNvPr id="78857" name="组合 8"/>
          <p:cNvGrpSpPr/>
          <p:nvPr/>
        </p:nvGrpSpPr>
        <p:grpSpPr>
          <a:xfrm>
            <a:off x="307975" y="6350"/>
            <a:ext cx="3833813" cy="646113"/>
            <a:chOff x="308629" y="6819"/>
            <a:chExt cx="3833696" cy="646331"/>
          </a:xfrm>
        </p:grpSpPr>
        <p:sp>
          <p:nvSpPr>
            <p:cNvPr id="43" name="Text Box 4"/>
            <p:cNvSpPr txBox="1">
              <a:spLocks noChangeArrowheads="1"/>
            </p:cNvSpPr>
            <p:nvPr/>
          </p:nvSpPr>
          <p:spPr bwMode="auto">
            <a:xfrm>
              <a:off x="329266" y="6819"/>
              <a:ext cx="3813059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8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"/>
                <a:defRPr sz="2000">
                  <a:solidFill>
                    <a:schemeClr val="accent2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1pPr>
              <a:lvl2pPr marL="742950" indent="-285750">
                <a:lnSpc>
                  <a:spcPct val="130000"/>
                </a:lnSpc>
                <a:buFont typeface="Calibri" panose="020F0502020204030204" pitchFamily="34" charset="0"/>
                <a:buChar char=" 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 sz="2000"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3600" b="1" i="0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生词</a:t>
              </a:r>
              <a:r>
                <a:rPr kumimoji="0" lang="en-US" altLang="zh-CN" sz="3600" b="1" i="1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New Words</a:t>
              </a:r>
              <a:endParaRPr kumimoji="0" lang="zh-CN" altLang="en-US" sz="3600" b="1" i="1" u="none" strike="noStrike" kern="1200" cap="none" spc="0" normalizeH="0" baseline="0" noProof="0" dirty="0">
                <a:ln>
                  <a:noFill/>
                </a:ln>
                <a:solidFill>
                  <a:srgbClr val="D09E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endParaRPr>
            </a:p>
          </p:txBody>
        </p:sp>
        <p:cxnSp>
          <p:nvCxnSpPr>
            <p:cNvPr id="44" name="直接连接符 43"/>
            <p:cNvCxnSpPr/>
            <p:nvPr/>
          </p:nvCxnSpPr>
          <p:spPr>
            <a:xfrm>
              <a:off x="308629" y="653150"/>
              <a:ext cx="3833696" cy="0"/>
            </a:xfrm>
            <a:prstGeom prst="line">
              <a:avLst/>
            </a:prstGeom>
            <a:ln w="69850" cmpd="thickThin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5" name="文本框 152"/>
          <p:cNvSpPr/>
          <p:nvPr/>
        </p:nvSpPr>
        <p:spPr>
          <a:xfrm>
            <a:off x="5362575" y="1390650"/>
            <a:ext cx="1108075" cy="46196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你儿子</a:t>
            </a:r>
          </a:p>
        </p:txBody>
      </p:sp>
      <p:sp>
        <p:nvSpPr>
          <p:cNvPr id="16" name="文本框 152"/>
          <p:cNvSpPr/>
          <p:nvPr/>
        </p:nvSpPr>
        <p:spPr>
          <a:xfrm>
            <a:off x="6919913" y="1381125"/>
            <a:ext cx="2030412" cy="46196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李老师的儿子</a:t>
            </a:r>
          </a:p>
        </p:txBody>
      </p:sp>
      <p:cxnSp>
        <p:nvCxnSpPr>
          <p:cNvPr id="18" name="直接箭头连接符 17"/>
          <p:cNvCxnSpPr/>
          <p:nvPr/>
        </p:nvCxnSpPr>
        <p:spPr bwMode="auto">
          <a:xfrm>
            <a:off x="3627438" y="2119313"/>
            <a:ext cx="333375" cy="1588"/>
          </a:xfrm>
          <a:prstGeom prst="straightConnector1">
            <a:avLst/>
          </a:prstGeom>
          <a:ln w="25400">
            <a:solidFill>
              <a:srgbClr val="FF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本框 152"/>
          <p:cNvSpPr/>
          <p:nvPr/>
        </p:nvSpPr>
        <p:spPr>
          <a:xfrm>
            <a:off x="3929063" y="1882775"/>
            <a:ext cx="800100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女儿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1933575" y="805180"/>
            <a:ext cx="10668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400"/>
              <a:t>ér zǐ 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3383280" y="795655"/>
            <a:ext cx="18288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400"/>
              <a:t>yí ɡè ér zǐ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5212080" y="795655"/>
            <a:ext cx="13716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400"/>
              <a:t>nǐ ér zǐ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6583680" y="887730"/>
            <a:ext cx="3048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400"/>
              <a:t>lǐ lǎo shī de ér zǐ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3749040" y="2438400"/>
            <a:ext cx="146304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400"/>
              <a:t>nǚ ér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1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1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7" grpId="0" animBg="1"/>
      <p:bldP spid="6147" grpId="1" animBg="1"/>
      <p:bldP spid="17" grpId="0"/>
      <p:bldP spid="45" grpId="0"/>
      <p:bldP spid="16" grpId="0"/>
      <p:bldP spid="19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AutoShape 25"/>
          <p:cNvSpPr/>
          <p:nvPr/>
        </p:nvSpPr>
        <p:spPr>
          <a:xfrm>
            <a:off x="3382963" y="2641600"/>
            <a:ext cx="5683250" cy="688975"/>
          </a:xfrm>
          <a:prstGeom prst="wedgeRoundRectCallout">
            <a:avLst>
              <a:gd name="adj1" fmla="val -55278"/>
              <a:gd name="adj2" fmla="val -36417"/>
              <a:gd name="adj3" fmla="val 16667"/>
            </a:avLst>
          </a:prstGeom>
          <a:solidFill>
            <a:schemeClr val="bg1"/>
          </a:solidFill>
          <a:ln w="28575" cap="flat" cmpd="sng">
            <a:solidFill>
              <a:srgbClr val="CC99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79875" name="文本框 152"/>
          <p:cNvSpPr/>
          <p:nvPr/>
        </p:nvSpPr>
        <p:spPr>
          <a:xfrm>
            <a:off x="3587750" y="1374775"/>
            <a:ext cx="1416050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一个儿子</a:t>
            </a:r>
          </a:p>
        </p:txBody>
      </p:sp>
      <p:cxnSp>
        <p:nvCxnSpPr>
          <p:cNvPr id="79876" name="AutoShape 4"/>
          <p:cNvCxnSpPr/>
          <p:nvPr/>
        </p:nvCxnSpPr>
        <p:spPr>
          <a:xfrm flipH="1" flipV="1">
            <a:off x="100013" y="-15875"/>
            <a:ext cx="12700" cy="6872288"/>
          </a:xfrm>
          <a:prstGeom prst="straightConnector1">
            <a:avLst/>
          </a:prstGeom>
          <a:ln w="228600" cap="flat" cmpd="sng">
            <a:solidFill>
              <a:srgbClr val="800080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79877" name="圆角矩形 32"/>
          <p:cNvSpPr/>
          <p:nvPr/>
        </p:nvSpPr>
        <p:spPr>
          <a:xfrm>
            <a:off x="1866900" y="2662238"/>
            <a:ext cx="1338263" cy="530225"/>
          </a:xfrm>
          <a:prstGeom prst="roundRect">
            <a:avLst>
              <a:gd name="adj" fmla="val 16667"/>
            </a:avLst>
          </a:prstGeom>
          <a:solidFill>
            <a:srgbClr val="CC99FF"/>
          </a:solidFill>
          <a:ln w="9525">
            <a:noFill/>
          </a:ln>
        </p:spPr>
        <p:txBody>
          <a:bodyPr/>
          <a:lstStyle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79878" name="文本框 88"/>
          <p:cNvSpPr/>
          <p:nvPr/>
        </p:nvSpPr>
        <p:spPr>
          <a:xfrm>
            <a:off x="2095500" y="1325563"/>
            <a:ext cx="904875" cy="527050"/>
          </a:xfrm>
          <a:prstGeom prst="rect">
            <a:avLst/>
          </a:prstGeom>
          <a:noFill/>
          <a:ln w="9525">
            <a:noFill/>
          </a:ln>
        </p:spPr>
        <p:txBody>
          <a:bodyPr lIns="90170" tIns="46990" rIns="90170" bIns="46990">
            <a:spAutoFit/>
          </a:bodyPr>
          <a:lstStyle/>
          <a:p>
            <a:pPr algn="ctr"/>
            <a:r>
              <a:rPr lang="zh-CN" altLang="en-US" sz="2800" b="1" dirty="0">
                <a:solidFill>
                  <a:srgbClr val="000000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儿子</a:t>
            </a:r>
          </a:p>
        </p:txBody>
      </p:sp>
      <p:sp>
        <p:nvSpPr>
          <p:cNvPr id="79879" name="文本框 107"/>
          <p:cNvSpPr/>
          <p:nvPr/>
        </p:nvSpPr>
        <p:spPr>
          <a:xfrm>
            <a:off x="2066925" y="3513138"/>
            <a:ext cx="903288" cy="525462"/>
          </a:xfrm>
          <a:prstGeom prst="rect">
            <a:avLst/>
          </a:prstGeom>
          <a:noFill/>
          <a:ln w="9525">
            <a:noFill/>
          </a:ln>
        </p:spPr>
        <p:txBody>
          <a:bodyPr lIns="90170" tIns="46990" rIns="90170" bIns="46990">
            <a:spAutoFit/>
          </a:bodyPr>
          <a:lstStyle/>
          <a:p>
            <a:pPr algn="ctr"/>
            <a:r>
              <a:rPr lang="zh-CN" altLang="en-US" sz="2800" b="1" dirty="0">
                <a:solidFill>
                  <a:srgbClr val="000000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医生</a:t>
            </a:r>
          </a:p>
        </p:txBody>
      </p:sp>
      <p:sp>
        <p:nvSpPr>
          <p:cNvPr id="79880" name="文本框 88"/>
          <p:cNvSpPr/>
          <p:nvPr/>
        </p:nvSpPr>
        <p:spPr>
          <a:xfrm>
            <a:off x="2065338" y="2660650"/>
            <a:ext cx="904875" cy="527050"/>
          </a:xfrm>
          <a:prstGeom prst="rect">
            <a:avLst/>
          </a:prstGeom>
          <a:noFill/>
          <a:ln w="9525">
            <a:noFill/>
          </a:ln>
        </p:spPr>
        <p:txBody>
          <a:bodyPr lIns="90170" tIns="46990" rIns="90170" bIns="46990">
            <a:spAutoFit/>
          </a:bodyPr>
          <a:lstStyle/>
          <a:p>
            <a:pPr algn="ctr"/>
            <a:r>
              <a:rPr lang="zh-CN" altLang="en-US" sz="2800" b="1" dirty="0">
                <a:solidFill>
                  <a:srgbClr val="000000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医院</a:t>
            </a:r>
          </a:p>
        </p:txBody>
      </p:sp>
      <p:sp>
        <p:nvSpPr>
          <p:cNvPr id="79881" name="文本框 107"/>
          <p:cNvSpPr/>
          <p:nvPr/>
        </p:nvSpPr>
        <p:spPr>
          <a:xfrm>
            <a:off x="2066925" y="4384675"/>
            <a:ext cx="903288" cy="525463"/>
          </a:xfrm>
          <a:prstGeom prst="rect">
            <a:avLst/>
          </a:prstGeom>
          <a:noFill/>
          <a:ln w="9525">
            <a:noFill/>
          </a:ln>
        </p:spPr>
        <p:txBody>
          <a:bodyPr wrap="none" lIns="90170" tIns="46990" rIns="90170" bIns="46990">
            <a:spAutoFit/>
          </a:bodyPr>
          <a:lstStyle/>
          <a:p>
            <a:r>
              <a:rPr lang="zh-CN" altLang="en-US" sz="2800" b="1" dirty="0">
                <a:solidFill>
                  <a:srgbClr val="000000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爸爸</a:t>
            </a:r>
          </a:p>
        </p:txBody>
      </p:sp>
      <p:grpSp>
        <p:nvGrpSpPr>
          <p:cNvPr id="79882" name="组合 8"/>
          <p:cNvGrpSpPr/>
          <p:nvPr/>
        </p:nvGrpSpPr>
        <p:grpSpPr>
          <a:xfrm>
            <a:off x="307975" y="6350"/>
            <a:ext cx="3833813" cy="646113"/>
            <a:chOff x="308629" y="6819"/>
            <a:chExt cx="3833696" cy="646331"/>
          </a:xfrm>
        </p:grpSpPr>
        <p:sp>
          <p:nvSpPr>
            <p:cNvPr id="43" name="Text Box 4"/>
            <p:cNvSpPr txBox="1">
              <a:spLocks noChangeArrowheads="1"/>
            </p:cNvSpPr>
            <p:nvPr/>
          </p:nvSpPr>
          <p:spPr bwMode="auto">
            <a:xfrm>
              <a:off x="329266" y="6819"/>
              <a:ext cx="3813059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8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"/>
                <a:defRPr sz="2000">
                  <a:solidFill>
                    <a:schemeClr val="accent2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1pPr>
              <a:lvl2pPr marL="742950" indent="-285750">
                <a:lnSpc>
                  <a:spcPct val="130000"/>
                </a:lnSpc>
                <a:buFont typeface="Calibri" panose="020F0502020204030204" pitchFamily="34" charset="0"/>
                <a:buChar char=" 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 sz="2000"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3600" b="1" i="0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生词</a:t>
              </a:r>
              <a:r>
                <a:rPr kumimoji="0" lang="en-US" altLang="zh-CN" sz="3600" b="1" i="1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New Words</a:t>
              </a:r>
              <a:endParaRPr kumimoji="0" lang="zh-CN" altLang="en-US" sz="3600" b="1" i="1" u="none" strike="noStrike" kern="1200" cap="none" spc="0" normalizeH="0" baseline="0" noProof="0" dirty="0">
                <a:ln>
                  <a:noFill/>
                </a:ln>
                <a:solidFill>
                  <a:srgbClr val="D09E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endParaRPr>
            </a:p>
          </p:txBody>
        </p:sp>
        <p:cxnSp>
          <p:nvCxnSpPr>
            <p:cNvPr id="44" name="直接连接符 43"/>
            <p:cNvCxnSpPr/>
            <p:nvPr/>
          </p:nvCxnSpPr>
          <p:spPr>
            <a:xfrm>
              <a:off x="308629" y="653150"/>
              <a:ext cx="3833696" cy="0"/>
            </a:xfrm>
            <a:prstGeom prst="line">
              <a:avLst/>
            </a:prstGeom>
            <a:ln w="69850" cmpd="thickThin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9883" name="文本框 152"/>
          <p:cNvSpPr/>
          <p:nvPr/>
        </p:nvSpPr>
        <p:spPr>
          <a:xfrm>
            <a:off x="5362575" y="1390650"/>
            <a:ext cx="1108075" cy="46196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你儿子</a:t>
            </a:r>
          </a:p>
        </p:txBody>
      </p:sp>
      <p:sp>
        <p:nvSpPr>
          <p:cNvPr id="79884" name="文本框 152"/>
          <p:cNvSpPr/>
          <p:nvPr/>
        </p:nvSpPr>
        <p:spPr>
          <a:xfrm>
            <a:off x="6919913" y="1381125"/>
            <a:ext cx="2030412" cy="46196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李老师的儿子</a:t>
            </a:r>
          </a:p>
        </p:txBody>
      </p:sp>
      <p:cxnSp>
        <p:nvCxnSpPr>
          <p:cNvPr id="18" name="直接箭头连接符 17"/>
          <p:cNvCxnSpPr/>
          <p:nvPr/>
        </p:nvCxnSpPr>
        <p:spPr bwMode="auto">
          <a:xfrm>
            <a:off x="3627438" y="2119313"/>
            <a:ext cx="333375" cy="1588"/>
          </a:xfrm>
          <a:prstGeom prst="straightConnector1">
            <a:avLst/>
          </a:prstGeom>
          <a:ln w="25400">
            <a:solidFill>
              <a:srgbClr val="FF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886" name="文本框 152"/>
          <p:cNvSpPr/>
          <p:nvPr/>
        </p:nvSpPr>
        <p:spPr>
          <a:xfrm>
            <a:off x="3929063" y="1882775"/>
            <a:ext cx="800100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女儿</a:t>
            </a:r>
          </a:p>
        </p:txBody>
      </p:sp>
      <p:sp>
        <p:nvSpPr>
          <p:cNvPr id="20" name="文本框 152"/>
          <p:cNvSpPr/>
          <p:nvPr/>
        </p:nvSpPr>
        <p:spPr>
          <a:xfrm>
            <a:off x="3497263" y="2746375"/>
            <a:ext cx="1108075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去医院</a:t>
            </a:r>
          </a:p>
        </p:txBody>
      </p:sp>
      <p:sp>
        <p:nvSpPr>
          <p:cNvPr id="22" name="文本框 152"/>
          <p:cNvSpPr/>
          <p:nvPr/>
        </p:nvSpPr>
        <p:spPr>
          <a:xfrm>
            <a:off x="5272088" y="2762250"/>
            <a:ext cx="3794125" cy="46196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en-US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A:</a:t>
            </a: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你去哪儿？</a:t>
            </a:r>
            <a:r>
              <a:rPr lang="en-US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B:</a:t>
            </a: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我去医院。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3327400" y="2197100"/>
            <a:ext cx="16764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qù yī yuàn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1781175" y="2197100"/>
            <a:ext cx="12192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400"/>
              <a:t>yī yuàn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5181600" y="2197100"/>
            <a:ext cx="18288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nǐ qù nǎ ér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7188200" y="2227580"/>
            <a:ext cx="21336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wǒ qù yī yuàn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4" grpId="1" animBg="1"/>
      <p:bldP spid="20" grpId="0"/>
      <p:bldP spid="2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AutoShape 25"/>
          <p:cNvSpPr/>
          <p:nvPr/>
        </p:nvSpPr>
        <p:spPr>
          <a:xfrm>
            <a:off x="3382963" y="3479800"/>
            <a:ext cx="6807200" cy="688975"/>
          </a:xfrm>
          <a:prstGeom prst="wedgeRoundRectCallout">
            <a:avLst>
              <a:gd name="adj1" fmla="val -55278"/>
              <a:gd name="adj2" fmla="val -36417"/>
              <a:gd name="adj3" fmla="val 16667"/>
            </a:avLst>
          </a:prstGeom>
          <a:solidFill>
            <a:schemeClr val="bg1"/>
          </a:solidFill>
          <a:ln w="28575" cap="flat" cmpd="sng">
            <a:solidFill>
              <a:srgbClr val="CC99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80899" name="文本框 152"/>
          <p:cNvSpPr/>
          <p:nvPr>
            <p:custDataLst>
              <p:tags r:id="rId1"/>
            </p:custDataLst>
          </p:nvPr>
        </p:nvSpPr>
        <p:spPr>
          <a:xfrm>
            <a:off x="3587750" y="1374775"/>
            <a:ext cx="1416050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一个儿子</a:t>
            </a:r>
          </a:p>
        </p:txBody>
      </p:sp>
      <p:cxnSp>
        <p:nvCxnSpPr>
          <p:cNvPr id="80900" name="AutoShape 4"/>
          <p:cNvCxnSpPr/>
          <p:nvPr/>
        </p:nvCxnSpPr>
        <p:spPr>
          <a:xfrm flipH="1" flipV="1">
            <a:off x="100013" y="-15875"/>
            <a:ext cx="12700" cy="6872288"/>
          </a:xfrm>
          <a:prstGeom prst="straightConnector1">
            <a:avLst/>
          </a:prstGeom>
          <a:ln w="228600" cap="flat" cmpd="sng">
            <a:solidFill>
              <a:srgbClr val="800080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80901" name="圆角矩形 32"/>
          <p:cNvSpPr/>
          <p:nvPr>
            <p:custDataLst>
              <p:tags r:id="rId2"/>
            </p:custDataLst>
          </p:nvPr>
        </p:nvSpPr>
        <p:spPr>
          <a:xfrm>
            <a:off x="1866900" y="3500438"/>
            <a:ext cx="1338263" cy="530225"/>
          </a:xfrm>
          <a:prstGeom prst="roundRect">
            <a:avLst>
              <a:gd name="adj" fmla="val 16667"/>
            </a:avLst>
          </a:prstGeom>
          <a:solidFill>
            <a:srgbClr val="CC99FF"/>
          </a:solidFill>
          <a:ln w="9525">
            <a:noFill/>
          </a:ln>
        </p:spPr>
        <p:txBody>
          <a:bodyPr/>
          <a:lstStyle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80902" name="文本框 88"/>
          <p:cNvSpPr/>
          <p:nvPr>
            <p:custDataLst>
              <p:tags r:id="rId3"/>
            </p:custDataLst>
          </p:nvPr>
        </p:nvSpPr>
        <p:spPr>
          <a:xfrm>
            <a:off x="2095500" y="1325563"/>
            <a:ext cx="904875" cy="527050"/>
          </a:xfrm>
          <a:prstGeom prst="rect">
            <a:avLst/>
          </a:prstGeom>
          <a:noFill/>
          <a:ln w="9525">
            <a:noFill/>
          </a:ln>
        </p:spPr>
        <p:txBody>
          <a:bodyPr lIns="90170" tIns="46990" rIns="90170" bIns="46990">
            <a:spAutoFit/>
          </a:bodyPr>
          <a:lstStyle/>
          <a:p>
            <a:pPr algn="ctr"/>
            <a:r>
              <a:rPr lang="zh-CN" altLang="en-US" sz="2800" b="1" dirty="0">
                <a:solidFill>
                  <a:srgbClr val="000000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儿子</a:t>
            </a:r>
          </a:p>
        </p:txBody>
      </p:sp>
      <p:sp>
        <p:nvSpPr>
          <p:cNvPr id="80903" name="文本框 107"/>
          <p:cNvSpPr/>
          <p:nvPr>
            <p:custDataLst>
              <p:tags r:id="rId4"/>
            </p:custDataLst>
          </p:nvPr>
        </p:nvSpPr>
        <p:spPr>
          <a:xfrm>
            <a:off x="2066925" y="3513138"/>
            <a:ext cx="903288" cy="525462"/>
          </a:xfrm>
          <a:prstGeom prst="rect">
            <a:avLst/>
          </a:prstGeom>
          <a:noFill/>
          <a:ln w="9525">
            <a:noFill/>
          </a:ln>
        </p:spPr>
        <p:txBody>
          <a:bodyPr lIns="90170" tIns="46990" rIns="90170" bIns="46990">
            <a:spAutoFit/>
          </a:bodyPr>
          <a:lstStyle/>
          <a:p>
            <a:pPr algn="ctr"/>
            <a:r>
              <a:rPr lang="zh-CN" altLang="en-US" sz="2800" b="1" dirty="0">
                <a:solidFill>
                  <a:srgbClr val="000000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医生</a:t>
            </a:r>
          </a:p>
        </p:txBody>
      </p:sp>
      <p:sp>
        <p:nvSpPr>
          <p:cNvPr id="80904" name="文本框 88"/>
          <p:cNvSpPr/>
          <p:nvPr>
            <p:custDataLst>
              <p:tags r:id="rId5"/>
            </p:custDataLst>
          </p:nvPr>
        </p:nvSpPr>
        <p:spPr>
          <a:xfrm>
            <a:off x="2065338" y="2660650"/>
            <a:ext cx="904875" cy="527050"/>
          </a:xfrm>
          <a:prstGeom prst="rect">
            <a:avLst/>
          </a:prstGeom>
          <a:noFill/>
          <a:ln w="9525">
            <a:noFill/>
          </a:ln>
        </p:spPr>
        <p:txBody>
          <a:bodyPr lIns="90170" tIns="46990" rIns="90170" bIns="46990">
            <a:spAutoFit/>
          </a:bodyPr>
          <a:lstStyle/>
          <a:p>
            <a:pPr algn="ctr"/>
            <a:r>
              <a:rPr lang="zh-CN" altLang="en-US" sz="2800" b="1" dirty="0">
                <a:solidFill>
                  <a:srgbClr val="000000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医院</a:t>
            </a:r>
          </a:p>
        </p:txBody>
      </p:sp>
      <p:sp>
        <p:nvSpPr>
          <p:cNvPr id="80905" name="文本框 107"/>
          <p:cNvSpPr/>
          <p:nvPr>
            <p:custDataLst>
              <p:tags r:id="rId6"/>
            </p:custDataLst>
          </p:nvPr>
        </p:nvSpPr>
        <p:spPr>
          <a:xfrm>
            <a:off x="2066925" y="4384675"/>
            <a:ext cx="903288" cy="525463"/>
          </a:xfrm>
          <a:prstGeom prst="rect">
            <a:avLst/>
          </a:prstGeom>
          <a:noFill/>
          <a:ln w="9525">
            <a:noFill/>
          </a:ln>
        </p:spPr>
        <p:txBody>
          <a:bodyPr wrap="none" lIns="90170" tIns="46990" rIns="90170" bIns="46990">
            <a:spAutoFit/>
          </a:bodyPr>
          <a:lstStyle/>
          <a:p>
            <a:r>
              <a:rPr lang="zh-CN" altLang="en-US" sz="2800" b="1" dirty="0">
                <a:solidFill>
                  <a:srgbClr val="000000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爸爸</a:t>
            </a:r>
          </a:p>
        </p:txBody>
      </p:sp>
      <p:grpSp>
        <p:nvGrpSpPr>
          <p:cNvPr id="80906" name="组合 8"/>
          <p:cNvGrpSpPr/>
          <p:nvPr/>
        </p:nvGrpSpPr>
        <p:grpSpPr>
          <a:xfrm>
            <a:off x="307975" y="6350"/>
            <a:ext cx="3833813" cy="646113"/>
            <a:chOff x="308629" y="6819"/>
            <a:chExt cx="3833696" cy="646331"/>
          </a:xfrm>
        </p:grpSpPr>
        <p:sp>
          <p:nvSpPr>
            <p:cNvPr id="43" name="Text Box 4"/>
            <p:cNvSpPr txBox="1">
              <a:spLocks noChangeArrowheads="1"/>
            </p:cNvSpPr>
            <p:nvPr/>
          </p:nvSpPr>
          <p:spPr bwMode="auto">
            <a:xfrm>
              <a:off x="329266" y="6819"/>
              <a:ext cx="3813059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8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"/>
                <a:defRPr sz="2000">
                  <a:solidFill>
                    <a:schemeClr val="accent2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1pPr>
              <a:lvl2pPr marL="742950" indent="-285750">
                <a:lnSpc>
                  <a:spcPct val="130000"/>
                </a:lnSpc>
                <a:buFont typeface="Calibri" panose="020F0502020204030204" pitchFamily="34" charset="0"/>
                <a:buChar char=" 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 sz="2000"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3600" b="1" i="0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生词</a:t>
              </a:r>
              <a:r>
                <a:rPr kumimoji="0" lang="en-US" altLang="zh-CN" sz="3600" b="1" i="1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New Words</a:t>
              </a:r>
              <a:endParaRPr kumimoji="0" lang="zh-CN" altLang="en-US" sz="3600" b="1" i="1" u="none" strike="noStrike" kern="1200" cap="none" spc="0" normalizeH="0" baseline="0" noProof="0" dirty="0">
                <a:ln>
                  <a:noFill/>
                </a:ln>
                <a:solidFill>
                  <a:srgbClr val="D09E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endParaRPr>
            </a:p>
          </p:txBody>
        </p:sp>
        <p:cxnSp>
          <p:nvCxnSpPr>
            <p:cNvPr id="44" name="直接连接符 43"/>
            <p:cNvCxnSpPr/>
            <p:nvPr/>
          </p:nvCxnSpPr>
          <p:spPr>
            <a:xfrm>
              <a:off x="308629" y="653150"/>
              <a:ext cx="3833696" cy="0"/>
            </a:xfrm>
            <a:prstGeom prst="line">
              <a:avLst/>
            </a:prstGeom>
            <a:ln w="69850" cmpd="thickThin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0907" name="文本框 152"/>
          <p:cNvSpPr/>
          <p:nvPr/>
        </p:nvSpPr>
        <p:spPr>
          <a:xfrm>
            <a:off x="5362575" y="1390650"/>
            <a:ext cx="1108075" cy="46196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你儿子</a:t>
            </a:r>
          </a:p>
        </p:txBody>
      </p:sp>
      <p:sp>
        <p:nvSpPr>
          <p:cNvPr id="80908" name="文本框 152"/>
          <p:cNvSpPr/>
          <p:nvPr/>
        </p:nvSpPr>
        <p:spPr>
          <a:xfrm>
            <a:off x="6919913" y="1381125"/>
            <a:ext cx="2030412" cy="46196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李老师的儿子</a:t>
            </a:r>
          </a:p>
        </p:txBody>
      </p:sp>
      <p:cxnSp>
        <p:nvCxnSpPr>
          <p:cNvPr id="18" name="直接箭头连接符 17"/>
          <p:cNvCxnSpPr/>
          <p:nvPr>
            <p:custDataLst>
              <p:tags r:id="rId7"/>
            </p:custDataLst>
          </p:nvPr>
        </p:nvCxnSpPr>
        <p:spPr bwMode="auto">
          <a:xfrm>
            <a:off x="3627438" y="2119313"/>
            <a:ext cx="333375" cy="1588"/>
          </a:xfrm>
          <a:prstGeom prst="straightConnector1">
            <a:avLst/>
          </a:prstGeom>
          <a:ln w="25400">
            <a:solidFill>
              <a:srgbClr val="FF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910" name="文本框 152"/>
          <p:cNvSpPr/>
          <p:nvPr>
            <p:custDataLst>
              <p:tags r:id="rId8"/>
            </p:custDataLst>
          </p:nvPr>
        </p:nvSpPr>
        <p:spPr>
          <a:xfrm>
            <a:off x="3929063" y="1882775"/>
            <a:ext cx="800100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女儿</a:t>
            </a:r>
          </a:p>
        </p:txBody>
      </p:sp>
      <p:sp>
        <p:nvSpPr>
          <p:cNvPr id="80911" name="文本框 152"/>
          <p:cNvSpPr/>
          <p:nvPr>
            <p:custDataLst>
              <p:tags r:id="rId9"/>
            </p:custDataLst>
          </p:nvPr>
        </p:nvSpPr>
        <p:spPr>
          <a:xfrm>
            <a:off x="3497263" y="2746375"/>
            <a:ext cx="1108075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去医院</a:t>
            </a:r>
          </a:p>
        </p:txBody>
      </p:sp>
      <p:sp>
        <p:nvSpPr>
          <p:cNvPr id="80912" name="文本框 152"/>
          <p:cNvSpPr/>
          <p:nvPr/>
        </p:nvSpPr>
        <p:spPr>
          <a:xfrm>
            <a:off x="5272088" y="2762250"/>
            <a:ext cx="3794125" cy="46196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en-US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A:</a:t>
            </a: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你去哪儿？</a:t>
            </a:r>
            <a:r>
              <a:rPr lang="en-US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B:</a:t>
            </a: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我去医院。</a:t>
            </a:r>
          </a:p>
        </p:txBody>
      </p:sp>
      <p:sp>
        <p:nvSpPr>
          <p:cNvPr id="23" name="文本框 152"/>
          <p:cNvSpPr/>
          <p:nvPr>
            <p:custDataLst>
              <p:tags r:id="rId10"/>
            </p:custDataLst>
          </p:nvPr>
        </p:nvSpPr>
        <p:spPr>
          <a:xfrm>
            <a:off x="3597275" y="3598863"/>
            <a:ext cx="1106488" cy="46196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是医生</a:t>
            </a:r>
          </a:p>
        </p:txBody>
      </p:sp>
      <p:sp>
        <p:nvSpPr>
          <p:cNvPr id="27" name="文本框 152"/>
          <p:cNvSpPr/>
          <p:nvPr/>
        </p:nvSpPr>
        <p:spPr>
          <a:xfrm>
            <a:off x="5340350" y="3614738"/>
            <a:ext cx="1416050" cy="46196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他是医生</a:t>
            </a:r>
          </a:p>
        </p:txBody>
      </p:sp>
      <p:sp>
        <p:nvSpPr>
          <p:cNvPr id="28" name="文本框 152"/>
          <p:cNvSpPr/>
          <p:nvPr/>
        </p:nvSpPr>
        <p:spPr>
          <a:xfrm>
            <a:off x="6958013" y="3605213"/>
            <a:ext cx="3262312" cy="46196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李老师的儿子是医生。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3359150" y="3111500"/>
            <a:ext cx="19812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shì yī shēnɡ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1834515" y="3111500"/>
            <a:ext cx="1524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400"/>
              <a:t>yī shēnɡ</a:t>
            </a:r>
            <a:r>
              <a:rPr lang="en-US" altLang="en-US"/>
              <a:t> 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5132705" y="3111500"/>
            <a:ext cx="25908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tā shì yī shēnɡ</a:t>
            </a:r>
            <a:r>
              <a:rPr lang="en-US" altLang="en-US"/>
              <a:t> 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7062787" y="3129505"/>
            <a:ext cx="50292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lǐ lǎo shī de ér zǐ shì yī shēnɡ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4" grpId="1" animBg="1"/>
      <p:bldP spid="23" grpId="0"/>
      <p:bldP spid="27" grpId="0"/>
      <p:bldP spid="28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AutoShape 25"/>
          <p:cNvSpPr/>
          <p:nvPr/>
        </p:nvSpPr>
        <p:spPr>
          <a:xfrm>
            <a:off x="3383280" y="4348480"/>
            <a:ext cx="7702550" cy="1644650"/>
          </a:xfrm>
          <a:prstGeom prst="wedgeRoundRectCallout">
            <a:avLst>
              <a:gd name="adj1" fmla="val -55278"/>
              <a:gd name="adj2" fmla="val -36417"/>
              <a:gd name="adj3" fmla="val 16667"/>
            </a:avLst>
          </a:prstGeom>
          <a:solidFill>
            <a:schemeClr val="bg1"/>
          </a:solidFill>
          <a:ln w="28575" cap="flat" cmpd="sng">
            <a:solidFill>
              <a:srgbClr val="CC99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81923" name="文本框 152"/>
          <p:cNvSpPr/>
          <p:nvPr/>
        </p:nvSpPr>
        <p:spPr>
          <a:xfrm>
            <a:off x="3587750" y="1374775"/>
            <a:ext cx="1416050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一个儿子</a:t>
            </a:r>
          </a:p>
        </p:txBody>
      </p:sp>
      <p:cxnSp>
        <p:nvCxnSpPr>
          <p:cNvPr id="81924" name="AutoShape 4"/>
          <p:cNvCxnSpPr/>
          <p:nvPr/>
        </p:nvCxnSpPr>
        <p:spPr>
          <a:xfrm flipH="1" flipV="1">
            <a:off x="100013" y="-15875"/>
            <a:ext cx="12700" cy="6872288"/>
          </a:xfrm>
          <a:prstGeom prst="straightConnector1">
            <a:avLst/>
          </a:prstGeom>
          <a:ln w="228600" cap="flat" cmpd="sng">
            <a:solidFill>
              <a:srgbClr val="800080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81925" name="圆角矩形 32"/>
          <p:cNvSpPr/>
          <p:nvPr/>
        </p:nvSpPr>
        <p:spPr>
          <a:xfrm>
            <a:off x="1866900" y="4368800"/>
            <a:ext cx="1338263" cy="530225"/>
          </a:xfrm>
          <a:prstGeom prst="roundRect">
            <a:avLst>
              <a:gd name="adj" fmla="val 16667"/>
            </a:avLst>
          </a:prstGeom>
          <a:solidFill>
            <a:srgbClr val="CC99FF"/>
          </a:solidFill>
          <a:ln w="9525">
            <a:noFill/>
          </a:ln>
        </p:spPr>
        <p:txBody>
          <a:bodyPr/>
          <a:lstStyle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81926" name="文本框 88"/>
          <p:cNvSpPr/>
          <p:nvPr/>
        </p:nvSpPr>
        <p:spPr>
          <a:xfrm>
            <a:off x="2095500" y="1325563"/>
            <a:ext cx="904875" cy="527050"/>
          </a:xfrm>
          <a:prstGeom prst="rect">
            <a:avLst/>
          </a:prstGeom>
          <a:noFill/>
          <a:ln w="9525">
            <a:noFill/>
          </a:ln>
        </p:spPr>
        <p:txBody>
          <a:bodyPr lIns="90170" tIns="46990" rIns="90170" bIns="46990">
            <a:spAutoFit/>
          </a:bodyPr>
          <a:lstStyle/>
          <a:p>
            <a:pPr algn="ctr"/>
            <a:r>
              <a:rPr lang="zh-CN" altLang="en-US" sz="2800" b="1" dirty="0">
                <a:solidFill>
                  <a:srgbClr val="000000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儿子</a:t>
            </a:r>
          </a:p>
        </p:txBody>
      </p:sp>
      <p:sp>
        <p:nvSpPr>
          <p:cNvPr id="81927" name="文本框 107"/>
          <p:cNvSpPr/>
          <p:nvPr/>
        </p:nvSpPr>
        <p:spPr>
          <a:xfrm>
            <a:off x="2066925" y="3513138"/>
            <a:ext cx="903288" cy="525462"/>
          </a:xfrm>
          <a:prstGeom prst="rect">
            <a:avLst/>
          </a:prstGeom>
          <a:noFill/>
          <a:ln w="9525">
            <a:noFill/>
          </a:ln>
        </p:spPr>
        <p:txBody>
          <a:bodyPr lIns="90170" tIns="46990" rIns="90170" bIns="46990">
            <a:spAutoFit/>
          </a:bodyPr>
          <a:lstStyle/>
          <a:p>
            <a:pPr algn="ctr"/>
            <a:r>
              <a:rPr lang="zh-CN" altLang="en-US" sz="2800" b="1" dirty="0">
                <a:solidFill>
                  <a:srgbClr val="000000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医生</a:t>
            </a:r>
          </a:p>
        </p:txBody>
      </p:sp>
      <p:sp>
        <p:nvSpPr>
          <p:cNvPr id="81928" name="文本框 88"/>
          <p:cNvSpPr/>
          <p:nvPr/>
        </p:nvSpPr>
        <p:spPr>
          <a:xfrm>
            <a:off x="2065338" y="2660650"/>
            <a:ext cx="904875" cy="527050"/>
          </a:xfrm>
          <a:prstGeom prst="rect">
            <a:avLst/>
          </a:prstGeom>
          <a:noFill/>
          <a:ln w="9525">
            <a:noFill/>
          </a:ln>
        </p:spPr>
        <p:txBody>
          <a:bodyPr lIns="90170" tIns="46990" rIns="90170" bIns="46990">
            <a:spAutoFit/>
          </a:bodyPr>
          <a:lstStyle/>
          <a:p>
            <a:pPr algn="ctr"/>
            <a:r>
              <a:rPr lang="zh-CN" altLang="en-US" sz="2800" b="1" dirty="0">
                <a:solidFill>
                  <a:srgbClr val="000000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医院</a:t>
            </a:r>
          </a:p>
        </p:txBody>
      </p:sp>
      <p:sp>
        <p:nvSpPr>
          <p:cNvPr id="81929" name="文本框 107"/>
          <p:cNvSpPr/>
          <p:nvPr/>
        </p:nvSpPr>
        <p:spPr>
          <a:xfrm>
            <a:off x="2066925" y="4384675"/>
            <a:ext cx="903288" cy="525463"/>
          </a:xfrm>
          <a:prstGeom prst="rect">
            <a:avLst/>
          </a:prstGeom>
          <a:noFill/>
          <a:ln w="9525">
            <a:noFill/>
          </a:ln>
        </p:spPr>
        <p:txBody>
          <a:bodyPr wrap="none" lIns="90170" tIns="46990" rIns="90170" bIns="46990">
            <a:spAutoFit/>
          </a:bodyPr>
          <a:lstStyle/>
          <a:p>
            <a:r>
              <a:rPr lang="zh-CN" altLang="en-US" sz="2800" b="1" dirty="0">
                <a:solidFill>
                  <a:srgbClr val="000000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爸爸</a:t>
            </a:r>
          </a:p>
        </p:txBody>
      </p:sp>
      <p:grpSp>
        <p:nvGrpSpPr>
          <p:cNvPr id="81930" name="组合 8"/>
          <p:cNvGrpSpPr/>
          <p:nvPr/>
        </p:nvGrpSpPr>
        <p:grpSpPr>
          <a:xfrm>
            <a:off x="307975" y="6350"/>
            <a:ext cx="3833813" cy="646113"/>
            <a:chOff x="308629" y="6819"/>
            <a:chExt cx="3833696" cy="646331"/>
          </a:xfrm>
        </p:grpSpPr>
        <p:sp>
          <p:nvSpPr>
            <p:cNvPr id="43" name="Text Box 4"/>
            <p:cNvSpPr txBox="1">
              <a:spLocks noChangeArrowheads="1"/>
            </p:cNvSpPr>
            <p:nvPr/>
          </p:nvSpPr>
          <p:spPr bwMode="auto">
            <a:xfrm>
              <a:off x="329266" y="6819"/>
              <a:ext cx="3813059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8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"/>
                <a:defRPr sz="2000">
                  <a:solidFill>
                    <a:schemeClr val="accent2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1pPr>
              <a:lvl2pPr marL="742950" indent="-285750">
                <a:lnSpc>
                  <a:spcPct val="130000"/>
                </a:lnSpc>
                <a:buFont typeface="Calibri" panose="020F0502020204030204" pitchFamily="34" charset="0"/>
                <a:buChar char=" 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 sz="2000"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3600" b="1" i="0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生词</a:t>
              </a:r>
              <a:r>
                <a:rPr kumimoji="0" lang="en-US" altLang="zh-CN" sz="3600" b="1" i="1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New Words</a:t>
              </a:r>
              <a:endParaRPr kumimoji="0" lang="zh-CN" altLang="en-US" sz="3600" b="1" i="1" u="none" strike="noStrike" kern="1200" cap="none" spc="0" normalizeH="0" baseline="0" noProof="0" dirty="0">
                <a:ln>
                  <a:noFill/>
                </a:ln>
                <a:solidFill>
                  <a:srgbClr val="D09E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endParaRPr>
            </a:p>
          </p:txBody>
        </p:sp>
        <p:cxnSp>
          <p:nvCxnSpPr>
            <p:cNvPr id="44" name="直接连接符 43"/>
            <p:cNvCxnSpPr/>
            <p:nvPr/>
          </p:nvCxnSpPr>
          <p:spPr>
            <a:xfrm>
              <a:off x="308629" y="653150"/>
              <a:ext cx="3833696" cy="0"/>
            </a:xfrm>
            <a:prstGeom prst="line">
              <a:avLst/>
            </a:prstGeom>
            <a:ln w="69850" cmpd="thickThin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1931" name="文本框 152"/>
          <p:cNvSpPr/>
          <p:nvPr/>
        </p:nvSpPr>
        <p:spPr>
          <a:xfrm>
            <a:off x="5362575" y="1390650"/>
            <a:ext cx="1108075" cy="46196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你儿子</a:t>
            </a:r>
          </a:p>
        </p:txBody>
      </p:sp>
      <p:sp>
        <p:nvSpPr>
          <p:cNvPr id="81932" name="文本框 152"/>
          <p:cNvSpPr/>
          <p:nvPr/>
        </p:nvSpPr>
        <p:spPr>
          <a:xfrm>
            <a:off x="6919913" y="1381125"/>
            <a:ext cx="2030412" cy="46196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李老师的儿子</a:t>
            </a:r>
          </a:p>
        </p:txBody>
      </p:sp>
      <p:cxnSp>
        <p:nvCxnSpPr>
          <p:cNvPr id="18" name="直接箭头连接符 17"/>
          <p:cNvCxnSpPr/>
          <p:nvPr/>
        </p:nvCxnSpPr>
        <p:spPr bwMode="auto">
          <a:xfrm>
            <a:off x="3627438" y="2119313"/>
            <a:ext cx="333375" cy="1588"/>
          </a:xfrm>
          <a:prstGeom prst="straightConnector1">
            <a:avLst/>
          </a:prstGeom>
          <a:ln w="25400">
            <a:solidFill>
              <a:srgbClr val="FF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934" name="文本框 152"/>
          <p:cNvSpPr/>
          <p:nvPr/>
        </p:nvSpPr>
        <p:spPr>
          <a:xfrm>
            <a:off x="3929063" y="1882775"/>
            <a:ext cx="800100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女儿</a:t>
            </a:r>
          </a:p>
        </p:txBody>
      </p:sp>
      <p:sp>
        <p:nvSpPr>
          <p:cNvPr id="81935" name="文本框 152"/>
          <p:cNvSpPr/>
          <p:nvPr/>
        </p:nvSpPr>
        <p:spPr>
          <a:xfrm>
            <a:off x="3497263" y="2746375"/>
            <a:ext cx="1108075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去医院</a:t>
            </a:r>
          </a:p>
        </p:txBody>
      </p:sp>
      <p:sp>
        <p:nvSpPr>
          <p:cNvPr id="81936" name="文本框 152"/>
          <p:cNvSpPr/>
          <p:nvPr/>
        </p:nvSpPr>
        <p:spPr>
          <a:xfrm>
            <a:off x="5272088" y="2762250"/>
            <a:ext cx="3794125" cy="46196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en-US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A:</a:t>
            </a: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你去哪儿？</a:t>
            </a:r>
            <a:r>
              <a:rPr lang="en-US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B:</a:t>
            </a: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我去医院。</a:t>
            </a:r>
          </a:p>
        </p:txBody>
      </p:sp>
      <p:sp>
        <p:nvSpPr>
          <p:cNvPr id="81937" name="文本框 152"/>
          <p:cNvSpPr/>
          <p:nvPr/>
        </p:nvSpPr>
        <p:spPr>
          <a:xfrm>
            <a:off x="3597275" y="3598863"/>
            <a:ext cx="1106488" cy="46196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是医生</a:t>
            </a:r>
          </a:p>
        </p:txBody>
      </p:sp>
      <p:sp>
        <p:nvSpPr>
          <p:cNvPr id="81938" name="文本框 152"/>
          <p:cNvSpPr/>
          <p:nvPr/>
        </p:nvSpPr>
        <p:spPr>
          <a:xfrm>
            <a:off x="5340350" y="3614738"/>
            <a:ext cx="1416050" cy="46196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他是医生</a:t>
            </a:r>
          </a:p>
        </p:txBody>
      </p:sp>
      <p:sp>
        <p:nvSpPr>
          <p:cNvPr id="81939" name="文本框 152"/>
          <p:cNvSpPr/>
          <p:nvPr/>
        </p:nvSpPr>
        <p:spPr>
          <a:xfrm>
            <a:off x="6958013" y="3605213"/>
            <a:ext cx="3262312" cy="46196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李老师的儿子是医生。</a:t>
            </a:r>
          </a:p>
        </p:txBody>
      </p:sp>
      <p:sp>
        <p:nvSpPr>
          <p:cNvPr id="30" name="文本框 152"/>
          <p:cNvSpPr/>
          <p:nvPr/>
        </p:nvSpPr>
        <p:spPr>
          <a:xfrm>
            <a:off x="3589338" y="4460875"/>
            <a:ext cx="1108075" cy="46196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你爸爸</a:t>
            </a:r>
          </a:p>
        </p:txBody>
      </p:sp>
      <p:sp>
        <p:nvSpPr>
          <p:cNvPr id="31" name="文本框 152"/>
          <p:cNvSpPr/>
          <p:nvPr/>
        </p:nvSpPr>
        <p:spPr>
          <a:xfrm>
            <a:off x="5302250" y="4470400"/>
            <a:ext cx="1108075" cy="46196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我爸爸</a:t>
            </a:r>
          </a:p>
        </p:txBody>
      </p:sp>
      <p:sp>
        <p:nvSpPr>
          <p:cNvPr id="32" name="文本框 152"/>
          <p:cNvSpPr/>
          <p:nvPr/>
        </p:nvSpPr>
        <p:spPr>
          <a:xfrm>
            <a:off x="3571875" y="4962525"/>
            <a:ext cx="3262313" cy="46196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我朋友的爸爸是医生。</a:t>
            </a:r>
          </a:p>
        </p:txBody>
      </p:sp>
      <p:sp>
        <p:nvSpPr>
          <p:cNvPr id="33" name="文本框 152"/>
          <p:cNvSpPr/>
          <p:nvPr/>
        </p:nvSpPr>
        <p:spPr>
          <a:xfrm>
            <a:off x="6958013" y="4451350"/>
            <a:ext cx="2032000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我朋友的爸爸</a:t>
            </a:r>
          </a:p>
        </p:txBody>
      </p:sp>
      <p:cxnSp>
        <p:nvCxnSpPr>
          <p:cNvPr id="34" name="直接箭头连接符 33"/>
          <p:cNvCxnSpPr/>
          <p:nvPr/>
        </p:nvCxnSpPr>
        <p:spPr bwMode="auto">
          <a:xfrm>
            <a:off x="3659188" y="5737225"/>
            <a:ext cx="333375" cy="1588"/>
          </a:xfrm>
          <a:prstGeom prst="straightConnector1">
            <a:avLst/>
          </a:prstGeom>
          <a:ln w="25400">
            <a:solidFill>
              <a:srgbClr val="FF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文本框 152"/>
          <p:cNvSpPr/>
          <p:nvPr/>
        </p:nvSpPr>
        <p:spPr>
          <a:xfrm>
            <a:off x="3960813" y="5500688"/>
            <a:ext cx="800100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妈妈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3501390" y="3980180"/>
            <a:ext cx="13716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nǐ bà bà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2046605" y="3980180"/>
            <a:ext cx="115951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400"/>
              <a:t>bà bà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5139690" y="3980180"/>
            <a:ext cx="13716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wǒ bà bà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6658610" y="3980180"/>
            <a:ext cx="32004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wǒ pénɡ yǒu de bà bà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6583680" y="4984115"/>
            <a:ext cx="51816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wǒ pénɡ yǒu de bà bà shì yī shēnɡ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4872990" y="5530850"/>
            <a:ext cx="10668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mā mā 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bldLvl="0" animBg="1"/>
      <p:bldP spid="24" grpId="1" bldLvl="0" animBg="1"/>
      <p:bldP spid="30" grpId="0"/>
      <p:bldP spid="31" grpId="0"/>
      <p:bldP spid="32" grpId="0"/>
      <p:bldP spid="33" grpId="0"/>
      <p:bldP spid="36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圆角矩形 32"/>
          <p:cNvSpPr/>
          <p:nvPr/>
        </p:nvSpPr>
        <p:spPr>
          <a:xfrm>
            <a:off x="1866900" y="3500438"/>
            <a:ext cx="1338263" cy="530225"/>
          </a:xfrm>
          <a:prstGeom prst="roundRect">
            <a:avLst>
              <a:gd name="adj" fmla="val 16667"/>
            </a:avLst>
          </a:prstGeom>
          <a:solidFill>
            <a:srgbClr val="CC99FF"/>
          </a:solidFill>
          <a:ln w="9525">
            <a:noFill/>
          </a:ln>
        </p:spPr>
        <p:txBody>
          <a:bodyPr/>
          <a:lstStyle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82947" name="圆角矩形 32"/>
          <p:cNvSpPr/>
          <p:nvPr/>
        </p:nvSpPr>
        <p:spPr>
          <a:xfrm>
            <a:off x="1866900" y="2662238"/>
            <a:ext cx="1338263" cy="530225"/>
          </a:xfrm>
          <a:prstGeom prst="roundRect">
            <a:avLst>
              <a:gd name="adj" fmla="val 16667"/>
            </a:avLst>
          </a:prstGeom>
          <a:solidFill>
            <a:srgbClr val="CC99FF"/>
          </a:solidFill>
          <a:ln w="9525">
            <a:noFill/>
          </a:ln>
        </p:spPr>
        <p:txBody>
          <a:bodyPr/>
          <a:lstStyle/>
          <a:p>
            <a:endParaRPr lang="zh-CN" altLang="en-US" dirty="0">
              <a:latin typeface="Arial" panose="020B0604020202020204" pitchFamily="34" charset="0"/>
            </a:endParaRPr>
          </a:p>
        </p:txBody>
      </p:sp>
      <p:grpSp>
        <p:nvGrpSpPr>
          <p:cNvPr id="82948" name="组合 23"/>
          <p:cNvGrpSpPr/>
          <p:nvPr/>
        </p:nvGrpSpPr>
        <p:grpSpPr>
          <a:xfrm>
            <a:off x="1866900" y="1306513"/>
            <a:ext cx="1338263" cy="546100"/>
            <a:chOff x="682668" y="3939837"/>
            <a:chExt cx="1338943" cy="545509"/>
          </a:xfrm>
        </p:grpSpPr>
        <p:sp>
          <p:nvSpPr>
            <p:cNvPr id="82974" name="圆角矩形 32"/>
            <p:cNvSpPr/>
            <p:nvPr/>
          </p:nvSpPr>
          <p:spPr>
            <a:xfrm>
              <a:off x="682668" y="3939837"/>
              <a:ext cx="1338943" cy="529187"/>
            </a:xfrm>
            <a:prstGeom prst="roundRect">
              <a:avLst>
                <a:gd name="adj" fmla="val 16667"/>
              </a:avLst>
            </a:prstGeom>
            <a:solidFill>
              <a:srgbClr val="CC99FF"/>
            </a:solidFill>
            <a:ln w="9525">
              <a:noFill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82975" name="文本框 88"/>
            <p:cNvSpPr/>
            <p:nvPr/>
          </p:nvSpPr>
          <p:spPr>
            <a:xfrm>
              <a:off x="911304" y="3959851"/>
              <a:ext cx="905498" cy="525495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0170" tIns="46990" rIns="90170" bIns="46990">
              <a:spAutoFit/>
            </a:bodyPr>
            <a:lstStyle/>
            <a:p>
              <a:pPr algn="ctr"/>
              <a:r>
                <a:rPr lang="zh-CN" altLang="en-US" sz="2800" b="1" dirty="0">
                  <a:solidFill>
                    <a:srgbClr val="000000"/>
                  </a:solidFill>
                  <a:latin typeface="Calibri" panose="020F0502020204030204" pitchFamily="34" charset="0"/>
                  <a:sym typeface="宋体" panose="02010600030101010101" pitchFamily="2" charset="-122"/>
                </a:rPr>
                <a:t>儿子</a:t>
              </a:r>
            </a:p>
          </p:txBody>
        </p:sp>
      </p:grpSp>
      <p:sp>
        <p:nvSpPr>
          <p:cNvPr id="82949" name="文本框 152"/>
          <p:cNvSpPr/>
          <p:nvPr/>
        </p:nvSpPr>
        <p:spPr>
          <a:xfrm>
            <a:off x="3587750" y="1374775"/>
            <a:ext cx="1416050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一个儿子</a:t>
            </a:r>
          </a:p>
        </p:txBody>
      </p:sp>
      <p:cxnSp>
        <p:nvCxnSpPr>
          <p:cNvPr id="82950" name="AutoShape 4"/>
          <p:cNvCxnSpPr/>
          <p:nvPr/>
        </p:nvCxnSpPr>
        <p:spPr>
          <a:xfrm flipH="1" flipV="1">
            <a:off x="100013" y="-15875"/>
            <a:ext cx="12700" cy="6872288"/>
          </a:xfrm>
          <a:prstGeom prst="straightConnector1">
            <a:avLst/>
          </a:prstGeom>
          <a:ln w="228600" cap="flat" cmpd="sng">
            <a:solidFill>
              <a:srgbClr val="800080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82951" name="圆角矩形 32"/>
          <p:cNvSpPr/>
          <p:nvPr/>
        </p:nvSpPr>
        <p:spPr>
          <a:xfrm>
            <a:off x="1866900" y="4368800"/>
            <a:ext cx="1338263" cy="530225"/>
          </a:xfrm>
          <a:prstGeom prst="roundRect">
            <a:avLst>
              <a:gd name="adj" fmla="val 16667"/>
            </a:avLst>
          </a:prstGeom>
          <a:solidFill>
            <a:srgbClr val="CC99FF"/>
          </a:solidFill>
          <a:ln w="9525">
            <a:noFill/>
          </a:ln>
        </p:spPr>
        <p:txBody>
          <a:bodyPr/>
          <a:lstStyle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82952" name="文本框 88"/>
          <p:cNvSpPr/>
          <p:nvPr/>
        </p:nvSpPr>
        <p:spPr>
          <a:xfrm>
            <a:off x="2095500" y="1325563"/>
            <a:ext cx="904875" cy="527050"/>
          </a:xfrm>
          <a:prstGeom prst="rect">
            <a:avLst/>
          </a:prstGeom>
          <a:noFill/>
          <a:ln w="9525">
            <a:noFill/>
          </a:ln>
        </p:spPr>
        <p:txBody>
          <a:bodyPr lIns="90170" tIns="46990" rIns="90170" bIns="46990">
            <a:spAutoFit/>
          </a:bodyPr>
          <a:lstStyle/>
          <a:p>
            <a:pPr algn="ctr"/>
            <a:r>
              <a:rPr lang="zh-CN" altLang="en-US" sz="2800" b="1" dirty="0">
                <a:solidFill>
                  <a:srgbClr val="000000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儿子</a:t>
            </a:r>
          </a:p>
        </p:txBody>
      </p:sp>
      <p:sp>
        <p:nvSpPr>
          <p:cNvPr id="82953" name="文本框 107"/>
          <p:cNvSpPr/>
          <p:nvPr/>
        </p:nvSpPr>
        <p:spPr>
          <a:xfrm>
            <a:off x="2066925" y="3513138"/>
            <a:ext cx="903288" cy="525462"/>
          </a:xfrm>
          <a:prstGeom prst="rect">
            <a:avLst/>
          </a:prstGeom>
          <a:noFill/>
          <a:ln w="9525">
            <a:noFill/>
          </a:ln>
        </p:spPr>
        <p:txBody>
          <a:bodyPr lIns="90170" tIns="46990" rIns="90170" bIns="46990">
            <a:spAutoFit/>
          </a:bodyPr>
          <a:lstStyle/>
          <a:p>
            <a:pPr algn="ctr"/>
            <a:r>
              <a:rPr lang="zh-CN" altLang="en-US" sz="2800" b="1" dirty="0">
                <a:solidFill>
                  <a:srgbClr val="000000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医生</a:t>
            </a:r>
          </a:p>
        </p:txBody>
      </p:sp>
      <p:sp>
        <p:nvSpPr>
          <p:cNvPr id="82954" name="文本框 88"/>
          <p:cNvSpPr/>
          <p:nvPr/>
        </p:nvSpPr>
        <p:spPr>
          <a:xfrm>
            <a:off x="2065338" y="2660650"/>
            <a:ext cx="904875" cy="527050"/>
          </a:xfrm>
          <a:prstGeom prst="rect">
            <a:avLst/>
          </a:prstGeom>
          <a:noFill/>
          <a:ln w="9525">
            <a:noFill/>
          </a:ln>
        </p:spPr>
        <p:txBody>
          <a:bodyPr lIns="90170" tIns="46990" rIns="90170" bIns="46990">
            <a:spAutoFit/>
          </a:bodyPr>
          <a:lstStyle/>
          <a:p>
            <a:pPr algn="ctr"/>
            <a:r>
              <a:rPr lang="zh-CN" altLang="en-US" sz="2800" b="1" dirty="0">
                <a:solidFill>
                  <a:srgbClr val="000000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医院</a:t>
            </a:r>
          </a:p>
        </p:txBody>
      </p:sp>
      <p:sp>
        <p:nvSpPr>
          <p:cNvPr id="82955" name="文本框 107"/>
          <p:cNvSpPr/>
          <p:nvPr/>
        </p:nvSpPr>
        <p:spPr>
          <a:xfrm>
            <a:off x="2066925" y="4384675"/>
            <a:ext cx="903288" cy="525463"/>
          </a:xfrm>
          <a:prstGeom prst="rect">
            <a:avLst/>
          </a:prstGeom>
          <a:noFill/>
          <a:ln w="9525">
            <a:noFill/>
          </a:ln>
        </p:spPr>
        <p:txBody>
          <a:bodyPr wrap="none" lIns="90170" tIns="46990" rIns="90170" bIns="46990">
            <a:spAutoFit/>
          </a:bodyPr>
          <a:lstStyle/>
          <a:p>
            <a:r>
              <a:rPr lang="zh-CN" altLang="en-US" sz="2800" b="1" dirty="0">
                <a:solidFill>
                  <a:srgbClr val="000000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爸爸</a:t>
            </a:r>
          </a:p>
        </p:txBody>
      </p:sp>
      <p:grpSp>
        <p:nvGrpSpPr>
          <p:cNvPr id="82956" name="组合 8"/>
          <p:cNvGrpSpPr/>
          <p:nvPr/>
        </p:nvGrpSpPr>
        <p:grpSpPr>
          <a:xfrm>
            <a:off x="307975" y="6350"/>
            <a:ext cx="3833813" cy="646113"/>
            <a:chOff x="308629" y="6819"/>
            <a:chExt cx="3833696" cy="646331"/>
          </a:xfrm>
        </p:grpSpPr>
        <p:sp>
          <p:nvSpPr>
            <p:cNvPr id="43" name="Text Box 4"/>
            <p:cNvSpPr txBox="1">
              <a:spLocks noChangeArrowheads="1"/>
            </p:cNvSpPr>
            <p:nvPr/>
          </p:nvSpPr>
          <p:spPr bwMode="auto">
            <a:xfrm>
              <a:off x="329266" y="6819"/>
              <a:ext cx="3813059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8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"/>
                <a:defRPr sz="2000">
                  <a:solidFill>
                    <a:schemeClr val="accent2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1pPr>
              <a:lvl2pPr marL="742950" indent="-285750">
                <a:lnSpc>
                  <a:spcPct val="130000"/>
                </a:lnSpc>
                <a:buFont typeface="Calibri" panose="020F0502020204030204" pitchFamily="34" charset="0"/>
                <a:buChar char=" 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 sz="2000"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3600" b="1" i="0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生词</a:t>
              </a:r>
              <a:r>
                <a:rPr kumimoji="0" lang="en-US" altLang="zh-CN" sz="3600" b="1" i="1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New Words</a:t>
              </a:r>
              <a:endParaRPr kumimoji="0" lang="zh-CN" altLang="en-US" sz="3600" b="1" i="1" u="none" strike="noStrike" kern="1200" cap="none" spc="0" normalizeH="0" baseline="0" noProof="0" dirty="0">
                <a:ln>
                  <a:noFill/>
                </a:ln>
                <a:solidFill>
                  <a:srgbClr val="D09E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endParaRPr>
            </a:p>
          </p:txBody>
        </p:sp>
        <p:cxnSp>
          <p:nvCxnSpPr>
            <p:cNvPr id="44" name="直接连接符 43"/>
            <p:cNvCxnSpPr/>
            <p:nvPr/>
          </p:nvCxnSpPr>
          <p:spPr>
            <a:xfrm>
              <a:off x="308629" y="653150"/>
              <a:ext cx="3833696" cy="0"/>
            </a:xfrm>
            <a:prstGeom prst="line">
              <a:avLst/>
            </a:prstGeom>
            <a:ln w="69850" cmpd="thickThin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2957" name="文本框 152"/>
          <p:cNvSpPr/>
          <p:nvPr/>
        </p:nvSpPr>
        <p:spPr>
          <a:xfrm>
            <a:off x="5362575" y="1390650"/>
            <a:ext cx="1108075" cy="46196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你儿子</a:t>
            </a:r>
          </a:p>
        </p:txBody>
      </p:sp>
      <p:sp>
        <p:nvSpPr>
          <p:cNvPr id="82958" name="文本框 152"/>
          <p:cNvSpPr/>
          <p:nvPr/>
        </p:nvSpPr>
        <p:spPr>
          <a:xfrm>
            <a:off x="6919913" y="1381125"/>
            <a:ext cx="2030412" cy="46196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李老师的儿子</a:t>
            </a:r>
          </a:p>
        </p:txBody>
      </p:sp>
      <p:cxnSp>
        <p:nvCxnSpPr>
          <p:cNvPr id="18" name="直接箭头连接符 17"/>
          <p:cNvCxnSpPr/>
          <p:nvPr/>
        </p:nvCxnSpPr>
        <p:spPr bwMode="auto">
          <a:xfrm>
            <a:off x="3627438" y="2119313"/>
            <a:ext cx="333375" cy="1588"/>
          </a:xfrm>
          <a:prstGeom prst="straightConnector1">
            <a:avLst/>
          </a:prstGeom>
          <a:ln w="25400">
            <a:solidFill>
              <a:srgbClr val="FF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960" name="文本框 152"/>
          <p:cNvSpPr/>
          <p:nvPr/>
        </p:nvSpPr>
        <p:spPr>
          <a:xfrm>
            <a:off x="3929063" y="1882775"/>
            <a:ext cx="800100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女儿</a:t>
            </a:r>
          </a:p>
        </p:txBody>
      </p:sp>
      <p:sp>
        <p:nvSpPr>
          <p:cNvPr id="82961" name="文本框 152"/>
          <p:cNvSpPr/>
          <p:nvPr/>
        </p:nvSpPr>
        <p:spPr>
          <a:xfrm>
            <a:off x="3497263" y="2746375"/>
            <a:ext cx="1108075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去医院</a:t>
            </a:r>
          </a:p>
        </p:txBody>
      </p:sp>
      <p:sp>
        <p:nvSpPr>
          <p:cNvPr id="82962" name="文本框 152"/>
          <p:cNvSpPr/>
          <p:nvPr/>
        </p:nvSpPr>
        <p:spPr>
          <a:xfrm>
            <a:off x="5272088" y="2762250"/>
            <a:ext cx="3794125" cy="46196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en-US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A:</a:t>
            </a: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你去哪儿？</a:t>
            </a:r>
            <a:r>
              <a:rPr lang="en-US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B:</a:t>
            </a: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我去医院。</a:t>
            </a:r>
          </a:p>
        </p:txBody>
      </p:sp>
      <p:sp>
        <p:nvSpPr>
          <p:cNvPr id="82963" name="文本框 152"/>
          <p:cNvSpPr/>
          <p:nvPr/>
        </p:nvSpPr>
        <p:spPr>
          <a:xfrm>
            <a:off x="3597275" y="3598863"/>
            <a:ext cx="1106488" cy="46196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是医生</a:t>
            </a:r>
          </a:p>
        </p:txBody>
      </p:sp>
      <p:sp>
        <p:nvSpPr>
          <p:cNvPr id="82964" name="文本框 152"/>
          <p:cNvSpPr/>
          <p:nvPr/>
        </p:nvSpPr>
        <p:spPr>
          <a:xfrm>
            <a:off x="5340350" y="3614738"/>
            <a:ext cx="1416050" cy="46196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他是医生</a:t>
            </a:r>
          </a:p>
        </p:txBody>
      </p:sp>
      <p:sp>
        <p:nvSpPr>
          <p:cNvPr id="82965" name="文本框 152"/>
          <p:cNvSpPr/>
          <p:nvPr/>
        </p:nvSpPr>
        <p:spPr>
          <a:xfrm>
            <a:off x="6958013" y="3605213"/>
            <a:ext cx="3262312" cy="46196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李老师的儿子是医生。</a:t>
            </a:r>
          </a:p>
        </p:txBody>
      </p:sp>
      <p:sp>
        <p:nvSpPr>
          <p:cNvPr id="82966" name="文本框 152"/>
          <p:cNvSpPr/>
          <p:nvPr/>
        </p:nvSpPr>
        <p:spPr>
          <a:xfrm>
            <a:off x="3589338" y="4460875"/>
            <a:ext cx="1108075" cy="46196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你爸爸</a:t>
            </a:r>
          </a:p>
        </p:txBody>
      </p:sp>
      <p:sp>
        <p:nvSpPr>
          <p:cNvPr id="82967" name="文本框 152"/>
          <p:cNvSpPr/>
          <p:nvPr/>
        </p:nvSpPr>
        <p:spPr>
          <a:xfrm>
            <a:off x="5302250" y="4470400"/>
            <a:ext cx="1108075" cy="46196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我爸爸</a:t>
            </a:r>
          </a:p>
        </p:txBody>
      </p:sp>
      <p:sp>
        <p:nvSpPr>
          <p:cNvPr id="82968" name="文本框 152"/>
          <p:cNvSpPr/>
          <p:nvPr/>
        </p:nvSpPr>
        <p:spPr>
          <a:xfrm>
            <a:off x="3571875" y="4962525"/>
            <a:ext cx="3262313" cy="46196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我朋友的爸爸是医生。</a:t>
            </a:r>
          </a:p>
        </p:txBody>
      </p:sp>
      <p:sp>
        <p:nvSpPr>
          <p:cNvPr id="82969" name="文本框 152"/>
          <p:cNvSpPr/>
          <p:nvPr/>
        </p:nvSpPr>
        <p:spPr>
          <a:xfrm>
            <a:off x="6958013" y="4451350"/>
            <a:ext cx="2032000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我朋友的爸爸</a:t>
            </a:r>
          </a:p>
        </p:txBody>
      </p:sp>
      <p:cxnSp>
        <p:nvCxnSpPr>
          <p:cNvPr id="34" name="直接箭头连接符 33"/>
          <p:cNvCxnSpPr/>
          <p:nvPr/>
        </p:nvCxnSpPr>
        <p:spPr bwMode="auto">
          <a:xfrm>
            <a:off x="3659188" y="5737225"/>
            <a:ext cx="333375" cy="1588"/>
          </a:xfrm>
          <a:prstGeom prst="straightConnector1">
            <a:avLst/>
          </a:prstGeom>
          <a:ln w="25400">
            <a:solidFill>
              <a:srgbClr val="FF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971" name="文本框 152"/>
          <p:cNvSpPr/>
          <p:nvPr/>
        </p:nvSpPr>
        <p:spPr>
          <a:xfrm>
            <a:off x="3960813" y="5500688"/>
            <a:ext cx="800100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妈妈</a:t>
            </a:r>
          </a:p>
        </p:txBody>
      </p:sp>
    </p:spTree>
  </p:cSld>
  <p:clrMapOvr>
    <a:masterClrMapping/>
  </p:clrMapOvr>
  <p:transition spd="slow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3970" name="AutoShape 4"/>
          <p:cNvCxnSpPr/>
          <p:nvPr/>
        </p:nvCxnSpPr>
        <p:spPr>
          <a:xfrm flipH="1" flipV="1">
            <a:off x="100013" y="-15875"/>
            <a:ext cx="12700" cy="6872288"/>
          </a:xfrm>
          <a:prstGeom prst="straightConnector1">
            <a:avLst/>
          </a:prstGeom>
          <a:ln w="228600" cap="flat" cmpd="sng">
            <a:solidFill>
              <a:srgbClr val="800080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44" name="直接连接符 43"/>
          <p:cNvCxnSpPr/>
          <p:nvPr/>
        </p:nvCxnSpPr>
        <p:spPr bwMode="auto">
          <a:xfrm>
            <a:off x="307975" y="652463"/>
            <a:ext cx="2724150" cy="1588"/>
          </a:xfrm>
          <a:prstGeom prst="line">
            <a:avLst/>
          </a:prstGeom>
          <a:ln w="69850" cmpd="thickThin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530225" y="914400"/>
            <a:ext cx="8313738" cy="5238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sz="2800" b="1" kern="1200" cap="none" spc="0" normalizeH="0" baseline="0" noProof="0" dirty="0">
                <a:latin typeface="+mn-ea"/>
                <a:ea typeface="+mn-ea"/>
                <a:cs typeface="+mn-cs"/>
              </a:rPr>
              <a:t>1.</a:t>
            </a:r>
            <a:r>
              <a:rPr kumimoji="0" lang="zh-CN" altLang="en-US" sz="2800" b="1" kern="1200" cap="none" spc="0" normalizeH="0" baseline="0" noProof="0" dirty="0">
                <a:latin typeface="+mn-ea"/>
                <a:ea typeface="+mn-ea"/>
                <a:cs typeface="+mn-cs"/>
              </a:rPr>
              <a:t>动词“在” </a:t>
            </a:r>
            <a:r>
              <a:rPr kumimoji="0" lang="en-US" altLang="zh-CN" kern="1200" cap="none" spc="0" normalizeH="0" baseline="0" noProof="0" dirty="0">
                <a:latin typeface="+mn-ea"/>
                <a:ea typeface="+mn-ea"/>
                <a:cs typeface="+mn-cs"/>
              </a:rPr>
              <a:t>The Verb</a:t>
            </a:r>
            <a:r>
              <a:rPr kumimoji="0" lang="zh-CN" altLang="en-US" kern="1200" cap="none" spc="0" normalizeH="0" baseline="0" noProof="0" dirty="0">
                <a:latin typeface="+mn-ea"/>
                <a:ea typeface="+mn-ea"/>
                <a:cs typeface="+mn-cs"/>
              </a:rPr>
              <a:t>“在”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7755" y="1623695"/>
            <a:ext cx="10006965" cy="460375"/>
          </a:xfrm>
          <a:prstGeom prst="rect">
            <a:avLst/>
          </a:prstGeom>
          <a:solidFill>
            <a:srgbClr val="C198E0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wrap="square"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zh-CN" altLang="en-US" sz="2400" b="1" kern="1200" cap="none" spc="0" normalizeH="0" baseline="0" noProof="0" dirty="0"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rPr>
              <a:t>主语</a:t>
            </a:r>
            <a:r>
              <a:rPr kumimoji="0" lang="en-US" altLang="zh-CN" sz="2400" b="1" kern="1200" cap="none" spc="0" normalizeH="0" baseline="0" noProof="0" dirty="0"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rPr>
              <a:t>+</a:t>
            </a:r>
            <a:r>
              <a:rPr kumimoji="0" lang="zh-CN" altLang="en-US" sz="2400" b="1" kern="1200" cap="none" spc="0" normalizeH="0" baseline="0" noProof="0" dirty="0"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rPr>
              <a:t>（不）在</a:t>
            </a:r>
            <a:r>
              <a:rPr kumimoji="0" lang="en-US" altLang="zh-CN" sz="2400" b="1" kern="1200" cap="none" spc="0" normalizeH="0" baseline="0" noProof="0" dirty="0"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rPr>
              <a:t>+</a:t>
            </a:r>
            <a:r>
              <a:rPr kumimoji="0" lang="zh-CN" altLang="en-US" sz="2400" b="1" kern="1200" cap="none" spc="0" normalizeH="0" baseline="0" noProof="0" dirty="0"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rPr>
              <a:t>地点</a:t>
            </a:r>
            <a:r>
              <a:rPr kumimoji="0" lang="en-US" altLang="zh-CN" sz="2400" b="1" kern="1200" cap="none" spc="0" normalizeH="0" baseline="0" noProof="0" dirty="0"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rPr>
              <a:t>/</a:t>
            </a:r>
            <a:r>
              <a:rPr kumimoji="0" lang="zh-CN" altLang="en-US" sz="2400" b="1" kern="1200" cap="none" spc="0" normalizeH="0" baseline="0" noProof="0" dirty="0"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rPr>
              <a:t>方位词语。</a:t>
            </a:r>
            <a:r>
              <a:rPr kumimoji="0" lang="en-US" altLang="zh-CN" sz="2400" b="1" kern="1200" cap="none" spc="0" normalizeH="0" baseline="0" noProof="0" dirty="0"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rPr>
              <a:t>        subject + (</a:t>
            </a:r>
            <a:r>
              <a:rPr kumimoji="0" lang="zh-CN" altLang="en-US" sz="2400" b="1" kern="1200" cap="none" spc="0" normalizeH="0" baseline="0" noProof="0" dirty="0"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rPr>
              <a:t>不</a:t>
            </a:r>
            <a:r>
              <a:rPr kumimoji="0" lang="en-US" altLang="zh-CN" sz="2400" b="1" kern="1200" cap="none" spc="0" normalizeH="0" baseline="0" noProof="0" dirty="0"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rPr>
              <a:t>)</a:t>
            </a:r>
            <a:r>
              <a:rPr kumimoji="0" lang="zh-CN" altLang="en-US" sz="2400" b="1" kern="1200" cap="none" spc="0" normalizeH="0" baseline="0" noProof="0" dirty="0"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rPr>
              <a:t>在</a:t>
            </a:r>
            <a:r>
              <a:rPr kumimoji="0" lang="en-US" altLang="zh-CN" sz="2400" b="1" kern="1200" cap="none" spc="0" normalizeH="0" baseline="0" noProof="0" dirty="0"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rPr>
              <a:t> + place</a:t>
            </a:r>
          </a:p>
        </p:txBody>
      </p:sp>
      <p:sp>
        <p:nvSpPr>
          <p:cNvPr id="12" name="Text Box 4"/>
          <p:cNvSpPr txBox="1">
            <a:spLocks noChangeArrowheads="1"/>
          </p:cNvSpPr>
          <p:nvPr/>
        </p:nvSpPr>
        <p:spPr bwMode="auto">
          <a:xfrm>
            <a:off x="328613" y="6350"/>
            <a:ext cx="5419725" cy="64611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8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"/>
              <a:defRPr sz="2000">
                <a:solidFill>
                  <a:schemeClr val="accent2"/>
                </a:solidFill>
                <a:latin typeface="Times New Roman" panose="02020603050405020304" pitchFamily="18" charset="0"/>
                <a:ea typeface="幼圆" panose="02010509060101010101" pitchFamily="49" charset="-122"/>
              </a:defRPr>
            </a:lvl1pPr>
            <a:lvl2pPr marL="742950" indent="-285750">
              <a:lnSpc>
                <a:spcPct val="130000"/>
              </a:lnSpc>
              <a:buFont typeface="Calibri" panose="020F0502020204030204" pitchFamily="34" charset="0"/>
              <a:buChar char=" 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幼圆" panose="02010509060101010101" pitchFamily="49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Calibri" panose="020F0502020204030204" pitchFamily="34" charset="0"/>
              <a:buChar char="•"/>
              <a:defRPr sz="2000">
                <a:solidFill>
                  <a:srgbClr val="7F7F7F"/>
                </a:solidFill>
                <a:latin typeface="Times New Roman" panose="02020603050405020304" pitchFamily="18" charset="0"/>
                <a:ea typeface="幼圆" panose="02010509060101010101" pitchFamily="49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Calibri" panose="020F0502020204030204" pitchFamily="34" charset="0"/>
              <a:buChar char="•"/>
              <a:defRPr>
                <a:solidFill>
                  <a:srgbClr val="7F7F7F"/>
                </a:solidFill>
                <a:latin typeface="Times New Roman" panose="02020603050405020304" pitchFamily="18" charset="0"/>
                <a:ea typeface="幼圆" panose="02010509060101010101" pitchFamily="49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Calibri" panose="020F0502020204030204" pitchFamily="34" charset="0"/>
              <a:buChar char="•"/>
              <a:defRPr>
                <a:solidFill>
                  <a:srgbClr val="7F7F7F"/>
                </a:solidFill>
                <a:latin typeface="Times New Roman" panose="02020603050405020304" pitchFamily="18" charset="0"/>
                <a:ea typeface="幼圆" panose="02010509060101010101" pitchFamily="49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>
                <a:solidFill>
                  <a:srgbClr val="7F7F7F"/>
                </a:solidFill>
                <a:latin typeface="Times New Roman" panose="02020603050405020304" pitchFamily="18" charset="0"/>
                <a:ea typeface="幼圆" panose="02010509060101010101" pitchFamily="49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>
                <a:solidFill>
                  <a:srgbClr val="7F7F7F"/>
                </a:solidFill>
                <a:latin typeface="Times New Roman" panose="02020603050405020304" pitchFamily="18" charset="0"/>
                <a:ea typeface="幼圆" panose="02010509060101010101" pitchFamily="49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>
                <a:solidFill>
                  <a:srgbClr val="7F7F7F"/>
                </a:solidFill>
                <a:latin typeface="Times New Roman" panose="02020603050405020304" pitchFamily="18" charset="0"/>
                <a:ea typeface="幼圆" panose="02010509060101010101" pitchFamily="49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>
                <a:solidFill>
                  <a:srgbClr val="7F7F7F"/>
                </a:solidFill>
                <a:latin typeface="Times New Roman" panose="02020603050405020304" pitchFamily="18" charset="0"/>
                <a:ea typeface="幼圆" panose="02010509060101010101" pitchFamily="49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D09E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语言点</a:t>
            </a:r>
            <a:r>
              <a:rPr kumimoji="0" lang="en-US" altLang="zh-CN" sz="3600" b="1" i="1" u="none" strike="noStrike" kern="1200" cap="none" spc="0" normalizeH="0" baseline="0" noProof="0" dirty="0">
                <a:ln>
                  <a:noFill/>
                </a:ln>
                <a:solidFill>
                  <a:srgbClr val="D09E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Language Points</a:t>
            </a:r>
            <a:endParaRPr kumimoji="0" lang="zh-CN" altLang="en-US" sz="3600" b="1" i="1" u="none" strike="noStrike" kern="1200" cap="none" spc="0" normalizeH="0" baseline="0" noProof="0" dirty="0">
              <a:ln>
                <a:noFill/>
              </a:ln>
              <a:solidFill>
                <a:srgbClr val="D09E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graphicFrame>
        <p:nvGraphicFramePr>
          <p:cNvPr id="15" name="表格 14"/>
          <p:cNvGraphicFramePr>
            <a:graphicFrameLocks noGrp="1"/>
          </p:cNvGraphicFramePr>
          <p:nvPr/>
        </p:nvGraphicFramePr>
        <p:xfrm>
          <a:off x="2020888" y="2946400"/>
          <a:ext cx="8143875" cy="29560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7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823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78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12897">
                <a:tc row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400" b="1" dirty="0">
                          <a:solidFill>
                            <a:schemeClr val="bg1"/>
                          </a:solidFill>
                          <a:latin typeface="+mn-lt"/>
                        </a:rPr>
                        <a:t>Subject</a:t>
                      </a:r>
                      <a:endParaRPr lang="zh-CN" altLang="en-US" sz="2400" b="1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2E75B6">
                        <a:alpha val="85098"/>
                      </a:srgb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400" b="1" dirty="0">
                          <a:solidFill>
                            <a:schemeClr val="bg1"/>
                          </a:solidFill>
                          <a:latin typeface="+mn-lt"/>
                        </a:rPr>
                        <a:t>Predicate</a:t>
                      </a:r>
                      <a:endParaRPr lang="zh-CN" altLang="en-US" sz="2400" b="1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>
                        <a:alpha val="85098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anchor="ctr"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>
                        <a:alpha val="8509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6523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2E75B6">
                        <a:alpha val="8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2400" b="1" dirty="0">
                          <a:solidFill>
                            <a:schemeClr val="bg1"/>
                          </a:solidFill>
                          <a:latin typeface="+mn-lt"/>
                        </a:rPr>
                        <a:t>在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2E75B6">
                        <a:alpha val="8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400" b="1" dirty="0">
                          <a:solidFill>
                            <a:schemeClr val="bg1"/>
                          </a:solidFill>
                          <a:latin typeface="+mn-lt"/>
                        </a:rPr>
                        <a:t>Word</a:t>
                      </a:r>
                      <a:r>
                        <a:rPr lang="en-US" altLang="zh-CN" sz="2400" b="1" baseline="0" dirty="0">
                          <a:solidFill>
                            <a:schemeClr val="bg1"/>
                          </a:solidFill>
                          <a:latin typeface="+mn-lt"/>
                        </a:rPr>
                        <a:t> of Locality /Direction</a:t>
                      </a:r>
                      <a:endParaRPr lang="zh-CN" altLang="en-US" sz="2400" b="1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2E75B6">
                        <a:alpha val="8509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4621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 dirty="0"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我朋友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 dirty="0"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在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 dirty="0"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学校。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1729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 dirty="0"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我妈妈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 dirty="0"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在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 dirty="0"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家。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 dirty="0">
                          <a:solidFill>
                            <a:srgbClr val="C00000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小狗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 dirty="0">
                          <a:solidFill>
                            <a:srgbClr val="C00000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在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 dirty="0">
                          <a:solidFill>
                            <a:srgbClr val="C00000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椅子下面。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" name="文本框 1"/>
          <p:cNvSpPr txBox="1"/>
          <p:nvPr/>
        </p:nvSpPr>
        <p:spPr>
          <a:xfrm>
            <a:off x="3867785" y="654050"/>
            <a:ext cx="117348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zài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192405" y="4082415"/>
            <a:ext cx="18288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wǒ pénɡ yǒu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4467225" y="3175000"/>
            <a:ext cx="762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400"/>
              <a:t>zài 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8260715" y="4112895"/>
            <a:ext cx="13716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xué xiào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328930" y="4836160"/>
            <a:ext cx="15240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wǒ mā mā</a:t>
            </a:r>
            <a:r>
              <a:rPr lang="en-US" altLang="en-US"/>
              <a:t> 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8260715" y="4730115"/>
            <a:ext cx="12192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jiā</a:t>
            </a:r>
            <a:r>
              <a:rPr lang="en-US" altLang="en-US"/>
              <a:t> 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304800" y="5436870"/>
            <a:ext cx="15240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xiǎo ɡǒu</a:t>
            </a:r>
            <a:r>
              <a:rPr lang="en-US" altLang="en-US"/>
              <a:t> 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8413115" y="5412740"/>
            <a:ext cx="22860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yǐ zǐ xià miàn</a:t>
            </a:r>
          </a:p>
        </p:txBody>
      </p:sp>
    </p:spTree>
  </p:cSld>
  <p:clrMapOvr>
    <a:masterClrMapping/>
  </p:clrMapOvr>
  <p:transition spd="slow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6018" name="AutoShape 4"/>
          <p:cNvCxnSpPr/>
          <p:nvPr/>
        </p:nvCxnSpPr>
        <p:spPr>
          <a:xfrm flipH="1" flipV="1">
            <a:off x="100013" y="-15875"/>
            <a:ext cx="12700" cy="6872288"/>
          </a:xfrm>
          <a:prstGeom prst="straightConnector1">
            <a:avLst/>
          </a:prstGeom>
          <a:ln w="228600" cap="flat" cmpd="sng">
            <a:solidFill>
              <a:srgbClr val="800080"/>
            </a:solidFill>
            <a:prstDash val="solid"/>
            <a:headEnd type="none" w="med" len="med"/>
            <a:tailEnd type="none" w="med" len="med"/>
          </a:ln>
        </p:spPr>
      </p:cxnSp>
      <p:grpSp>
        <p:nvGrpSpPr>
          <p:cNvPr id="86019" name="组合 8"/>
          <p:cNvGrpSpPr/>
          <p:nvPr/>
        </p:nvGrpSpPr>
        <p:grpSpPr>
          <a:xfrm>
            <a:off x="307975" y="6350"/>
            <a:ext cx="5440363" cy="646113"/>
            <a:chOff x="308629" y="6819"/>
            <a:chExt cx="5439649" cy="646549"/>
          </a:xfrm>
        </p:grpSpPr>
        <p:sp>
          <p:nvSpPr>
            <p:cNvPr id="43" name="Text Box 4"/>
            <p:cNvSpPr txBox="1">
              <a:spLocks noChangeArrowheads="1"/>
            </p:cNvSpPr>
            <p:nvPr/>
          </p:nvSpPr>
          <p:spPr bwMode="auto">
            <a:xfrm>
              <a:off x="329264" y="6819"/>
              <a:ext cx="5419014" cy="646549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8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"/>
                <a:defRPr sz="2000">
                  <a:solidFill>
                    <a:schemeClr val="accent2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1pPr>
              <a:lvl2pPr marL="742950" indent="-285750">
                <a:lnSpc>
                  <a:spcPct val="130000"/>
                </a:lnSpc>
                <a:buFont typeface="Calibri" panose="020F0502020204030204" pitchFamily="34" charset="0"/>
                <a:buChar char=" 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 sz="2000"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3600" b="1" i="0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语言点</a:t>
              </a:r>
              <a:r>
                <a:rPr kumimoji="0" lang="en-US" altLang="zh-CN" sz="3600" b="1" i="1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Language Points</a:t>
              </a:r>
              <a:endParaRPr kumimoji="0" lang="zh-CN" altLang="en-US" sz="3600" b="1" i="1" u="none" strike="noStrike" kern="1200" cap="none" spc="0" normalizeH="0" baseline="0" noProof="0" dirty="0">
                <a:ln>
                  <a:noFill/>
                </a:ln>
                <a:solidFill>
                  <a:srgbClr val="D09E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endParaRPr>
            </a:p>
          </p:txBody>
        </p:sp>
        <p:cxnSp>
          <p:nvCxnSpPr>
            <p:cNvPr id="44" name="直接连接符 43"/>
            <p:cNvCxnSpPr/>
            <p:nvPr/>
          </p:nvCxnSpPr>
          <p:spPr>
            <a:xfrm>
              <a:off x="308629" y="653368"/>
              <a:ext cx="5439649" cy="0"/>
            </a:xfrm>
            <a:prstGeom prst="line">
              <a:avLst/>
            </a:prstGeom>
            <a:ln w="69850" cmpd="thickThin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TextBox 5"/>
          <p:cNvSpPr txBox="1"/>
          <p:nvPr/>
        </p:nvSpPr>
        <p:spPr>
          <a:xfrm>
            <a:off x="474663" y="914400"/>
            <a:ext cx="9928225" cy="5238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914400" eaLnBrk="0" hangingPunct="0">
              <a:buClrTx/>
              <a:buSzTx/>
              <a:buFontTx/>
              <a:buNone/>
              <a:defRPr/>
            </a:pPr>
            <a:r>
              <a:rPr kumimoji="0" lang="en-US" altLang="zh-CN" sz="2800" b="1" kern="1200" cap="none" spc="0" normalizeH="0" baseline="0" noProof="0" dirty="0">
                <a:latin typeface="+mn-ea"/>
                <a:ea typeface="+mn-ea"/>
                <a:cs typeface="+mn-cs"/>
              </a:rPr>
              <a:t>3.</a:t>
            </a:r>
            <a:r>
              <a:rPr kumimoji="0" lang="zh-CN" altLang="en-US" sz="2800" b="1" kern="1200" cap="none" spc="0" normalizeH="0" baseline="0" noProof="0" dirty="0">
                <a:latin typeface="+mn-ea"/>
                <a:ea typeface="+mn-ea"/>
                <a:cs typeface="+mn-cs"/>
              </a:rPr>
              <a:t>介词“在” </a:t>
            </a:r>
            <a:r>
              <a:rPr kumimoji="0" lang="en-US" altLang="zh-CN" kern="1200" cap="none" spc="0" normalizeH="0" baseline="0" noProof="0" dirty="0">
                <a:latin typeface="+mn-ea"/>
                <a:ea typeface="+mn-ea"/>
                <a:cs typeface="+mn-cs"/>
              </a:rPr>
              <a:t>The Preposition</a:t>
            </a:r>
            <a:r>
              <a:rPr kumimoji="0" lang="zh-CN" altLang="en-US" kern="1200" cap="none" spc="0" normalizeH="0" baseline="0" noProof="0" dirty="0">
                <a:latin typeface="+mn-ea"/>
                <a:ea typeface="+mn-ea"/>
                <a:cs typeface="+mn-cs"/>
              </a:rPr>
              <a:t>“在”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3955" y="1581150"/>
            <a:ext cx="9863455" cy="460375"/>
          </a:xfrm>
          <a:prstGeom prst="rect">
            <a:avLst/>
          </a:prstGeom>
          <a:solidFill>
            <a:srgbClr val="C198E0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wrap="square"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zh-CN" altLang="en-US" sz="2400" b="1" kern="1200" cap="none" spc="0" normalizeH="0" baseline="0" noProof="0" dirty="0"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rPr>
              <a:t>主语</a:t>
            </a:r>
            <a:r>
              <a:rPr kumimoji="0" lang="en-US" altLang="zh-CN" sz="2400" b="1" kern="1200" cap="none" spc="0" normalizeH="0" baseline="0" noProof="0" dirty="0"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rPr>
              <a:t>+</a:t>
            </a:r>
            <a:r>
              <a:rPr kumimoji="0" lang="zh-CN" altLang="en-US" sz="2400" b="1" kern="1200" cap="none" spc="0" normalizeH="0" baseline="0" noProof="0" dirty="0"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rPr>
              <a:t>在</a:t>
            </a:r>
            <a:r>
              <a:rPr kumimoji="0" lang="en-US" altLang="zh-CN" sz="2400" b="1" kern="1200" cap="none" spc="0" normalizeH="0" baseline="0" noProof="0" dirty="0"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rPr>
              <a:t>+</a:t>
            </a:r>
            <a:r>
              <a:rPr kumimoji="0" lang="zh-CN" altLang="en-US" sz="2400" b="1" kern="1200" cap="none" spc="0" normalizeH="0" baseline="0" noProof="0" dirty="0"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rPr>
              <a:t>地点</a:t>
            </a:r>
            <a:r>
              <a:rPr kumimoji="0" lang="en-US" altLang="zh-CN" sz="2400" b="1" kern="1200" cap="none" spc="0" normalizeH="0" baseline="0" noProof="0" dirty="0"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rPr>
              <a:t>/</a:t>
            </a:r>
            <a:r>
              <a:rPr kumimoji="0" lang="zh-CN" altLang="en-US" sz="2400" b="1" kern="1200" cap="none" spc="0" normalizeH="0" baseline="0" noProof="0" dirty="0"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rPr>
              <a:t>方位词语</a:t>
            </a:r>
            <a:r>
              <a:rPr kumimoji="0" lang="en-US" altLang="zh-CN" sz="2400" b="1" kern="1200" cap="none" spc="0" normalizeH="0" baseline="0" noProof="0" dirty="0"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rPr>
              <a:t>+</a:t>
            </a:r>
            <a:r>
              <a:rPr kumimoji="0" lang="zh-CN" altLang="en-US" sz="2400" b="1" kern="1200" cap="none" spc="0" normalizeH="0" baseline="0" noProof="0" dirty="0"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rPr>
              <a:t>动词。</a:t>
            </a:r>
            <a:r>
              <a:rPr kumimoji="0" lang="en-US" altLang="zh-CN" sz="2400" b="1" kern="1200" cap="none" spc="0" normalizeH="0" baseline="0" noProof="0" dirty="0"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rPr>
              <a:t>    subject + </a:t>
            </a:r>
            <a:r>
              <a:rPr kumimoji="0" lang="zh-CN" altLang="en-US" sz="2400" b="1" kern="1200" cap="none" spc="0" normalizeH="0" baseline="0" noProof="0" dirty="0"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rPr>
              <a:t>在</a:t>
            </a:r>
            <a:r>
              <a:rPr kumimoji="0" lang="en-US" altLang="zh-CN" sz="2400" b="1" kern="1200" cap="none" spc="0" normalizeH="0" baseline="0" noProof="0" dirty="0"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rPr>
              <a:t> + place + verb</a:t>
            </a:r>
          </a:p>
        </p:txBody>
      </p:sp>
      <p:graphicFrame>
        <p:nvGraphicFramePr>
          <p:cNvPr id="16" name="表格 15"/>
          <p:cNvGraphicFramePr>
            <a:graphicFrameLocks noGrp="1"/>
          </p:cNvGraphicFramePr>
          <p:nvPr/>
        </p:nvGraphicFramePr>
        <p:xfrm>
          <a:off x="1898650" y="2706688"/>
          <a:ext cx="9325610" cy="29561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649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7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70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618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12897">
                <a:tc row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400" b="1" dirty="0">
                          <a:solidFill>
                            <a:schemeClr val="bg1"/>
                          </a:solidFill>
                          <a:latin typeface="+mn-lt"/>
                        </a:rPr>
                        <a:t>Subject</a:t>
                      </a:r>
                      <a:endParaRPr lang="zh-CN" altLang="en-US" sz="2400" b="1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2E75B6">
                        <a:alpha val="85098"/>
                      </a:srgb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400" b="1" dirty="0">
                          <a:solidFill>
                            <a:schemeClr val="bg1"/>
                          </a:solidFill>
                          <a:latin typeface="+mn-lt"/>
                        </a:rPr>
                        <a:t>Predicate</a:t>
                      </a:r>
                      <a:endParaRPr lang="zh-CN" altLang="en-US" sz="2400" b="1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>
                        <a:alpha val="85098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anchor="ctr"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>
                        <a:alpha val="85098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>
                        <a:alpha val="8509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6523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2E75B6">
                        <a:alpha val="8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2400" b="1" dirty="0">
                          <a:solidFill>
                            <a:schemeClr val="bg1"/>
                          </a:solidFill>
                          <a:latin typeface="+mn-lt"/>
                        </a:rPr>
                        <a:t>在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2E75B6">
                        <a:alpha val="8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400" b="1" dirty="0">
                          <a:solidFill>
                            <a:schemeClr val="bg1"/>
                          </a:solidFill>
                          <a:latin typeface="+mn-lt"/>
                        </a:rPr>
                        <a:t>Word</a:t>
                      </a:r>
                      <a:r>
                        <a:rPr lang="en-US" altLang="zh-CN" sz="2400" b="1" baseline="0" dirty="0">
                          <a:solidFill>
                            <a:schemeClr val="bg1"/>
                          </a:solidFill>
                          <a:latin typeface="+mn-lt"/>
                        </a:rPr>
                        <a:t> of Locality /Direction</a:t>
                      </a:r>
                      <a:endParaRPr lang="zh-CN" altLang="en-US" sz="2400" b="1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2E75B6">
                        <a:alpha val="8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400" b="1" dirty="0">
                          <a:solidFill>
                            <a:schemeClr val="bg1"/>
                          </a:solidFill>
                          <a:latin typeface="+mn-lt"/>
                        </a:rPr>
                        <a:t>Verb</a:t>
                      </a:r>
                      <a:endParaRPr lang="zh-CN" altLang="en-US" sz="2400" b="1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2E75B6">
                        <a:alpha val="8509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4621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 dirty="0"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我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 dirty="0"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在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 dirty="0"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朋友家</a:t>
                      </a:r>
                    </a:p>
                  </a:txBody>
                  <a:tcPr anchor="ctr"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 dirty="0"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喝茶。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183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 dirty="0"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他们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 dirty="0"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在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 dirty="0"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学校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 dirty="0"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看书。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 dirty="0">
                          <a:solidFill>
                            <a:srgbClr val="C00000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我儿子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 dirty="0">
                          <a:solidFill>
                            <a:srgbClr val="C00000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在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 dirty="0">
                          <a:solidFill>
                            <a:srgbClr val="C00000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医院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 dirty="0">
                          <a:solidFill>
                            <a:srgbClr val="C00000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工作。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" name="文本框 1"/>
          <p:cNvSpPr txBox="1"/>
          <p:nvPr/>
        </p:nvSpPr>
        <p:spPr>
          <a:xfrm>
            <a:off x="4632325" y="736600"/>
            <a:ext cx="76263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zài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706755" y="3775710"/>
            <a:ext cx="75184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400"/>
              <a:t>wǒ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3972560" y="2806700"/>
            <a:ext cx="7620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zài</a:t>
            </a:r>
            <a:r>
              <a:rPr lang="en-US" altLang="en-US"/>
              <a:t> 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7270750" y="3867785"/>
            <a:ext cx="19812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pénɡ yǒu jiā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10263505" y="3867785"/>
            <a:ext cx="10668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hē chá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706755" y="4470400"/>
            <a:ext cx="12192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400"/>
              <a:t>tā men</a:t>
            </a:r>
            <a:r>
              <a:rPr lang="en-US" altLang="en-US"/>
              <a:t> 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7270750" y="4470400"/>
            <a:ext cx="13716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xué xiào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10263505" y="4500880"/>
            <a:ext cx="12192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kàn shū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527050" y="5165090"/>
            <a:ext cx="13716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400"/>
              <a:t>wǒ ér zǐ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7270750" y="5165090"/>
            <a:ext cx="12192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yī yuàn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10263505" y="5133975"/>
            <a:ext cx="13716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ɡōnɡ zuò</a:t>
            </a:r>
          </a:p>
        </p:txBody>
      </p:sp>
    </p:spTree>
  </p:cSld>
  <p:clrMapOvr>
    <a:masterClrMapping/>
  </p:clrMapOvr>
  <p:transition spd="slow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4994" name="AutoShape 4"/>
          <p:cNvCxnSpPr/>
          <p:nvPr/>
        </p:nvCxnSpPr>
        <p:spPr>
          <a:xfrm flipH="1" flipV="1">
            <a:off x="100013" y="-15875"/>
            <a:ext cx="12700" cy="6872288"/>
          </a:xfrm>
          <a:prstGeom prst="straightConnector1">
            <a:avLst/>
          </a:prstGeom>
          <a:ln w="228600" cap="flat" cmpd="sng">
            <a:solidFill>
              <a:srgbClr val="800080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44" name="直接连接符 43"/>
          <p:cNvCxnSpPr/>
          <p:nvPr/>
        </p:nvCxnSpPr>
        <p:spPr bwMode="auto">
          <a:xfrm>
            <a:off x="307975" y="652463"/>
            <a:ext cx="2724150" cy="1588"/>
          </a:xfrm>
          <a:prstGeom prst="line">
            <a:avLst/>
          </a:prstGeom>
          <a:ln w="69850" cmpd="thickThin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 Box 4"/>
          <p:cNvSpPr txBox="1">
            <a:spLocks noChangeArrowheads="1"/>
          </p:cNvSpPr>
          <p:nvPr/>
        </p:nvSpPr>
        <p:spPr bwMode="auto">
          <a:xfrm>
            <a:off x="328613" y="6350"/>
            <a:ext cx="5419725" cy="64611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8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"/>
              <a:defRPr sz="2000">
                <a:solidFill>
                  <a:schemeClr val="accent2"/>
                </a:solidFill>
                <a:latin typeface="Times New Roman" panose="02020603050405020304" pitchFamily="18" charset="0"/>
                <a:ea typeface="幼圆" panose="02010509060101010101" pitchFamily="49" charset="-122"/>
              </a:defRPr>
            </a:lvl1pPr>
            <a:lvl2pPr marL="742950" indent="-285750">
              <a:lnSpc>
                <a:spcPct val="130000"/>
              </a:lnSpc>
              <a:buFont typeface="Calibri" panose="020F0502020204030204" pitchFamily="34" charset="0"/>
              <a:buChar char=" 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幼圆" panose="02010509060101010101" pitchFamily="49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Calibri" panose="020F0502020204030204" pitchFamily="34" charset="0"/>
              <a:buChar char="•"/>
              <a:defRPr sz="2000">
                <a:solidFill>
                  <a:srgbClr val="7F7F7F"/>
                </a:solidFill>
                <a:latin typeface="Times New Roman" panose="02020603050405020304" pitchFamily="18" charset="0"/>
                <a:ea typeface="幼圆" panose="02010509060101010101" pitchFamily="49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Calibri" panose="020F0502020204030204" pitchFamily="34" charset="0"/>
              <a:buChar char="•"/>
              <a:defRPr>
                <a:solidFill>
                  <a:srgbClr val="7F7F7F"/>
                </a:solidFill>
                <a:latin typeface="Times New Roman" panose="02020603050405020304" pitchFamily="18" charset="0"/>
                <a:ea typeface="幼圆" panose="02010509060101010101" pitchFamily="49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Calibri" panose="020F0502020204030204" pitchFamily="34" charset="0"/>
              <a:buChar char="•"/>
              <a:defRPr>
                <a:solidFill>
                  <a:srgbClr val="7F7F7F"/>
                </a:solidFill>
                <a:latin typeface="Times New Roman" panose="02020603050405020304" pitchFamily="18" charset="0"/>
                <a:ea typeface="幼圆" panose="02010509060101010101" pitchFamily="49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>
                <a:solidFill>
                  <a:srgbClr val="7F7F7F"/>
                </a:solidFill>
                <a:latin typeface="Times New Roman" panose="02020603050405020304" pitchFamily="18" charset="0"/>
                <a:ea typeface="幼圆" panose="02010509060101010101" pitchFamily="49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>
                <a:solidFill>
                  <a:srgbClr val="7F7F7F"/>
                </a:solidFill>
                <a:latin typeface="Times New Roman" panose="02020603050405020304" pitchFamily="18" charset="0"/>
                <a:ea typeface="幼圆" panose="02010509060101010101" pitchFamily="49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>
                <a:solidFill>
                  <a:srgbClr val="7F7F7F"/>
                </a:solidFill>
                <a:latin typeface="Times New Roman" panose="02020603050405020304" pitchFamily="18" charset="0"/>
                <a:ea typeface="幼圆" panose="02010509060101010101" pitchFamily="49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>
                <a:solidFill>
                  <a:srgbClr val="7F7F7F"/>
                </a:solidFill>
                <a:latin typeface="Times New Roman" panose="02020603050405020304" pitchFamily="18" charset="0"/>
                <a:ea typeface="幼圆" panose="02010509060101010101" pitchFamily="49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D09E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语言点</a:t>
            </a:r>
            <a:r>
              <a:rPr kumimoji="0" lang="en-US" altLang="zh-CN" sz="3600" b="1" i="1" u="none" strike="noStrike" kern="1200" cap="none" spc="0" normalizeH="0" baseline="0" noProof="0" dirty="0">
                <a:ln>
                  <a:noFill/>
                </a:ln>
                <a:solidFill>
                  <a:srgbClr val="D09E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Language Points</a:t>
            </a:r>
            <a:endParaRPr kumimoji="0" lang="zh-CN" altLang="en-US" sz="3600" b="1" i="1" u="none" strike="noStrike" kern="1200" cap="none" spc="0" normalizeH="0" baseline="0" noProof="0" dirty="0">
              <a:ln>
                <a:noFill/>
              </a:ln>
              <a:solidFill>
                <a:srgbClr val="D09E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30225" y="812800"/>
            <a:ext cx="8313738" cy="5238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sz="2800" b="1" kern="1200" cap="none" spc="0" normalizeH="0" baseline="0" noProof="0" dirty="0">
                <a:latin typeface="+mn-ea"/>
                <a:ea typeface="+mn-ea"/>
                <a:cs typeface="+mn-cs"/>
              </a:rPr>
              <a:t>2.</a:t>
            </a:r>
            <a:r>
              <a:rPr kumimoji="0" lang="zh-CN" altLang="en-US" sz="2800" b="1" kern="1200" cap="none" spc="0" normalizeH="0" baseline="0" noProof="0" dirty="0">
                <a:latin typeface="+mn-ea"/>
                <a:ea typeface="+mn-ea"/>
                <a:cs typeface="+mn-cs"/>
              </a:rPr>
              <a:t>疑问代词“哪儿”</a:t>
            </a:r>
            <a:r>
              <a:rPr kumimoji="0" lang="en-US" altLang="zh-CN" kern="1200" cap="none" spc="0" normalizeH="0" baseline="0" noProof="0" dirty="0">
                <a:latin typeface="+mn-ea"/>
                <a:ea typeface="+mn-ea"/>
                <a:cs typeface="+mn-cs"/>
              </a:rPr>
              <a:t>The Interrogative Pronoun</a:t>
            </a:r>
            <a:r>
              <a:rPr kumimoji="0" lang="zh-CN" altLang="en-US" kern="1200" cap="none" spc="0" normalizeH="0" baseline="0" noProof="0" dirty="0">
                <a:latin typeface="+mn-ea"/>
                <a:ea typeface="+mn-ea"/>
                <a:cs typeface="+mn-cs"/>
              </a:rPr>
              <a:t>“哪儿”</a:t>
            </a:r>
          </a:p>
        </p:txBody>
      </p:sp>
      <p:sp>
        <p:nvSpPr>
          <p:cNvPr id="9" name="圆角矩形 8"/>
          <p:cNvSpPr/>
          <p:nvPr/>
        </p:nvSpPr>
        <p:spPr>
          <a:xfrm>
            <a:off x="2630805" y="2505075"/>
            <a:ext cx="8933180" cy="3331210"/>
          </a:xfrm>
          <a:prstGeom prst="roundRect">
            <a:avLst/>
          </a:prstGeom>
          <a:noFill/>
          <a:ln>
            <a:prstDash val="lgDashDot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245168" y="3046413"/>
            <a:ext cx="9585325" cy="461581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（</a:t>
            </a:r>
            <a:r>
              <a:rPr lang="en-US" altLang="zh-CN" sz="28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1</a:t>
            </a:r>
            <a:r>
              <a:rPr lang="zh-CN" altLang="en-US" sz="28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）我的杯子在哪儿？</a:t>
            </a:r>
          </a:p>
          <a:p>
            <a:pPr>
              <a:lnSpc>
                <a:spcPct val="150000"/>
              </a:lnSpc>
            </a:pPr>
            <a:endParaRPr lang="zh-CN" altLang="en-US" sz="2800" b="1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>
              <a:lnSpc>
                <a:spcPct val="150000"/>
              </a:lnSpc>
            </a:pPr>
            <a:endParaRPr lang="zh-CN" altLang="en-US" sz="2800" b="1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>
              <a:lnSpc>
                <a:spcPct val="150000"/>
              </a:lnSpc>
            </a:pPr>
            <a:endParaRPr lang="zh-CN" altLang="en-US" sz="2800" b="1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>
              <a:lnSpc>
                <a:spcPct val="150000"/>
              </a:lnSpc>
            </a:pPr>
            <a:endParaRPr lang="zh-CN" altLang="en-US" sz="2800" b="1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>
              <a:lnSpc>
                <a:spcPct val="150000"/>
              </a:lnSpc>
            </a:pPr>
            <a:endParaRPr lang="en-US" altLang="zh-CN" sz="2800" b="1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>
              <a:lnSpc>
                <a:spcPct val="150000"/>
              </a:lnSpc>
            </a:pPr>
            <a:endParaRPr lang="en-US" altLang="zh-CN" sz="2800" b="1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245485" y="4084955"/>
            <a:ext cx="8618538" cy="5222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sz="28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（</a:t>
            </a:r>
            <a:r>
              <a:rPr lang="en-US" altLang="zh-CN" sz="28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2</a:t>
            </a:r>
            <a:r>
              <a:rPr lang="zh-CN" altLang="en-US" sz="28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）你的中国朋友在哪儿？</a:t>
            </a:r>
            <a:endParaRPr lang="en-US" altLang="zh-CN" sz="2800" b="1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245485" y="4914265"/>
            <a:ext cx="3225800" cy="523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rgbClr val="C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（</a:t>
            </a:r>
            <a:r>
              <a:rPr lang="en-US" altLang="zh-CN" sz="2800" b="1" dirty="0">
                <a:solidFill>
                  <a:srgbClr val="C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3</a:t>
            </a:r>
            <a:r>
              <a:rPr lang="zh-CN" altLang="en-US" sz="2800" b="1" dirty="0">
                <a:solidFill>
                  <a:srgbClr val="C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）小猫在哪儿？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6694170" y="548005"/>
            <a:ext cx="9144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nǎ ér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4103370" y="2926080"/>
            <a:ext cx="35052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wǒ de bēi zǐ zài nǎ ér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3977005" y="3686175"/>
            <a:ext cx="53340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nǐ de zhōnɡ ɡuó pénɡ yǒu zài nǎ ér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3977005" y="4545965"/>
            <a:ext cx="28956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xiǎo māo zài nǎ ér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7042" name="AutoShape 4"/>
          <p:cNvCxnSpPr/>
          <p:nvPr/>
        </p:nvCxnSpPr>
        <p:spPr>
          <a:xfrm flipH="1" flipV="1">
            <a:off x="100013" y="-15875"/>
            <a:ext cx="12700" cy="6872288"/>
          </a:xfrm>
          <a:prstGeom prst="straightConnector1">
            <a:avLst/>
          </a:prstGeom>
          <a:ln w="228600" cap="flat" cmpd="sng">
            <a:solidFill>
              <a:srgbClr val="800080"/>
            </a:solidFill>
            <a:prstDash val="solid"/>
            <a:headEnd type="none" w="med" len="med"/>
            <a:tailEnd type="none" w="med" len="med"/>
          </a:ln>
        </p:spPr>
      </p:cxnSp>
      <p:grpSp>
        <p:nvGrpSpPr>
          <p:cNvPr id="87043" name="组合 8"/>
          <p:cNvGrpSpPr/>
          <p:nvPr/>
        </p:nvGrpSpPr>
        <p:grpSpPr>
          <a:xfrm>
            <a:off x="307975" y="6350"/>
            <a:ext cx="5440363" cy="646113"/>
            <a:chOff x="308629" y="6819"/>
            <a:chExt cx="5439649" cy="646549"/>
          </a:xfrm>
        </p:grpSpPr>
        <p:sp>
          <p:nvSpPr>
            <p:cNvPr id="43" name="Text Box 4"/>
            <p:cNvSpPr txBox="1">
              <a:spLocks noChangeArrowheads="1"/>
            </p:cNvSpPr>
            <p:nvPr/>
          </p:nvSpPr>
          <p:spPr bwMode="auto">
            <a:xfrm>
              <a:off x="329264" y="6819"/>
              <a:ext cx="5419014" cy="646549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8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"/>
                <a:defRPr sz="2000">
                  <a:solidFill>
                    <a:schemeClr val="accent2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1pPr>
              <a:lvl2pPr marL="742950" indent="-285750">
                <a:lnSpc>
                  <a:spcPct val="130000"/>
                </a:lnSpc>
                <a:buFont typeface="Calibri" panose="020F0502020204030204" pitchFamily="34" charset="0"/>
                <a:buChar char=" 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 sz="2000"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3600" b="1" i="0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语言点</a:t>
              </a:r>
              <a:r>
                <a:rPr kumimoji="0" lang="en-US" altLang="zh-CN" sz="3600" b="1" i="1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Language Points</a:t>
              </a:r>
              <a:endParaRPr kumimoji="0" lang="zh-CN" altLang="en-US" sz="3600" b="1" i="1" u="none" strike="noStrike" kern="1200" cap="none" spc="0" normalizeH="0" baseline="0" noProof="0" dirty="0">
                <a:ln>
                  <a:noFill/>
                </a:ln>
                <a:solidFill>
                  <a:srgbClr val="D09E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endParaRPr>
            </a:p>
          </p:txBody>
        </p:sp>
        <p:cxnSp>
          <p:nvCxnSpPr>
            <p:cNvPr id="44" name="直接连接符 43"/>
            <p:cNvCxnSpPr/>
            <p:nvPr/>
          </p:nvCxnSpPr>
          <p:spPr>
            <a:xfrm>
              <a:off x="308629" y="653368"/>
              <a:ext cx="5439649" cy="0"/>
            </a:xfrm>
            <a:prstGeom prst="line">
              <a:avLst/>
            </a:prstGeom>
            <a:ln w="69850" cmpd="thickThin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TextBox 5"/>
          <p:cNvSpPr txBox="1"/>
          <p:nvPr/>
        </p:nvSpPr>
        <p:spPr>
          <a:xfrm>
            <a:off x="474663" y="914400"/>
            <a:ext cx="9928225" cy="5238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914400" eaLnBrk="0" hangingPunct="0">
              <a:buClrTx/>
              <a:buSzTx/>
              <a:buFontTx/>
              <a:buNone/>
              <a:defRPr/>
            </a:pPr>
            <a:r>
              <a:rPr kumimoji="0" lang="en-US" altLang="zh-CN" sz="2800" b="1" kern="1200" cap="none" spc="0" normalizeH="0" baseline="0" noProof="0" dirty="0">
                <a:latin typeface="+mn-ea"/>
                <a:ea typeface="+mn-ea"/>
                <a:cs typeface="+mn-cs"/>
              </a:rPr>
              <a:t>4.</a:t>
            </a:r>
            <a:r>
              <a:rPr kumimoji="0" lang="zh-CN" altLang="en-US" sz="2800" b="1" kern="1200" cap="none" spc="0" normalizeH="0" baseline="0" noProof="0" dirty="0">
                <a:latin typeface="+mn-ea"/>
                <a:ea typeface="+mn-ea"/>
                <a:cs typeface="+mn-cs"/>
              </a:rPr>
              <a:t>疑问助词“呢”（</a:t>
            </a:r>
            <a:r>
              <a:rPr kumimoji="0" lang="en-US" altLang="zh-CN" sz="2800" b="1" kern="1200" cap="none" spc="0" normalizeH="0" baseline="0" noProof="0" dirty="0">
                <a:latin typeface="+mn-ea"/>
                <a:ea typeface="+mn-ea"/>
                <a:cs typeface="+mn-cs"/>
              </a:rPr>
              <a:t>2</a:t>
            </a:r>
            <a:r>
              <a:rPr kumimoji="0" lang="zh-CN" altLang="en-US" sz="2800" b="1" kern="1200" cap="none" spc="0" normalizeH="0" baseline="0" noProof="0" dirty="0">
                <a:latin typeface="+mn-ea"/>
                <a:ea typeface="+mn-ea"/>
                <a:cs typeface="+mn-cs"/>
              </a:rPr>
              <a:t>）</a:t>
            </a:r>
            <a:r>
              <a:rPr kumimoji="0" lang="en-US" altLang="zh-CN" kern="1200" cap="none" spc="0" normalizeH="0" baseline="0" noProof="0" dirty="0">
                <a:latin typeface="+mn-ea"/>
                <a:ea typeface="+mn-ea"/>
                <a:cs typeface="+mn-cs"/>
              </a:rPr>
              <a:t>The Interrogative Particle</a:t>
            </a:r>
            <a:r>
              <a:rPr kumimoji="0" lang="zh-CN" altLang="en-US" kern="1200" cap="none" spc="0" normalizeH="0" baseline="0" noProof="0" dirty="0">
                <a:latin typeface="+mn-ea"/>
                <a:ea typeface="+mn-ea"/>
                <a:cs typeface="+mn-cs"/>
              </a:rPr>
              <a:t>“呢”（</a:t>
            </a:r>
            <a:r>
              <a:rPr kumimoji="0" lang="en-US" altLang="zh-CN" kern="1200" cap="none" spc="0" normalizeH="0" baseline="0" noProof="0" dirty="0">
                <a:latin typeface="+mn-ea"/>
                <a:ea typeface="+mn-ea"/>
                <a:cs typeface="+mn-cs"/>
              </a:rPr>
              <a:t>2</a:t>
            </a:r>
            <a:r>
              <a:rPr kumimoji="0" lang="zh-CN" altLang="en-US" kern="1200" cap="none" spc="0" normalizeH="0" baseline="0" noProof="0" dirty="0">
                <a:latin typeface="+mn-ea"/>
                <a:ea typeface="+mn-ea"/>
                <a:cs typeface="+mn-cs"/>
              </a:rPr>
              <a:t>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3955" y="1699895"/>
            <a:ext cx="8639810" cy="460375"/>
          </a:xfrm>
          <a:prstGeom prst="rect">
            <a:avLst/>
          </a:prstGeom>
          <a:solidFill>
            <a:srgbClr val="C198E0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wrap="square"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zh-CN" altLang="en-US" sz="2400" b="1" kern="1200" cap="none" spc="0" normalizeH="0" baseline="0" noProof="0" dirty="0"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rPr>
              <a:t>主语</a:t>
            </a:r>
            <a:r>
              <a:rPr kumimoji="0" lang="en-US" altLang="zh-CN" sz="2400" b="1" kern="1200" cap="none" spc="0" normalizeH="0" baseline="0" noProof="0" dirty="0"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rPr>
              <a:t>+</a:t>
            </a:r>
            <a:r>
              <a:rPr kumimoji="0" lang="zh-CN" altLang="en-US" sz="2400" b="1" kern="1200" cap="none" spc="0" normalizeH="0" baseline="0" noProof="0" dirty="0"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rPr>
              <a:t>在</a:t>
            </a:r>
            <a:r>
              <a:rPr kumimoji="0" lang="en-US" altLang="zh-CN" sz="2400" b="1" kern="1200" cap="none" spc="0" normalizeH="0" baseline="0" noProof="0" dirty="0"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rPr>
              <a:t>+</a:t>
            </a:r>
            <a:r>
              <a:rPr kumimoji="0" lang="zh-CN" altLang="en-US" sz="2400" b="1" kern="1200" cap="none" spc="0" normalizeH="0" baseline="0" noProof="0" dirty="0"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rPr>
              <a:t>哪儿</a:t>
            </a:r>
            <a:r>
              <a:rPr kumimoji="0" lang="en-US" altLang="zh-CN" sz="2400" b="1" kern="1200" cap="none" spc="0" normalizeH="0" baseline="0" noProof="0" dirty="0"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rPr>
              <a:t>+</a:t>
            </a:r>
            <a:r>
              <a:rPr kumimoji="0" lang="zh-CN" altLang="en-US" sz="2400" b="1" kern="1200" cap="none" spc="0" normalizeH="0" baseline="0" noProof="0" dirty="0"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rPr>
              <a:t>呢？</a:t>
            </a:r>
            <a:r>
              <a:rPr kumimoji="0" lang="en-US" altLang="zh-CN" sz="2400" b="1" kern="1200" cap="none" spc="0" normalizeH="0" baseline="0" noProof="0" dirty="0"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rPr>
              <a:t>               subject + </a:t>
            </a:r>
            <a:r>
              <a:rPr kumimoji="0" lang="zh-CN" altLang="en-US" sz="2400" b="1" kern="1200" cap="none" spc="0" normalizeH="0" baseline="0" noProof="0" dirty="0"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rPr>
              <a:t>在</a:t>
            </a:r>
            <a:r>
              <a:rPr kumimoji="0" lang="en-US" altLang="zh-CN" sz="2400" b="1" kern="1200" cap="none" spc="0" normalizeH="0" baseline="0" noProof="0" dirty="0"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rPr>
              <a:t> + </a:t>
            </a:r>
            <a:r>
              <a:rPr kumimoji="0" lang="zh-CN" altLang="en-US" sz="2400" b="1" kern="1200" cap="none" spc="0" normalizeH="0" baseline="0" noProof="0" dirty="0"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rPr>
              <a:t>哪儿</a:t>
            </a:r>
            <a:r>
              <a:rPr kumimoji="0" lang="en-US" altLang="zh-CN" sz="2400" b="1" kern="1200" cap="none" spc="0" normalizeH="0" baseline="0" noProof="0" dirty="0"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rPr>
              <a:t> + </a:t>
            </a:r>
            <a:r>
              <a:rPr kumimoji="0" lang="zh-CN" altLang="en-US" sz="2400" b="1" kern="1200" cap="none" spc="0" normalizeH="0" baseline="0" noProof="0" dirty="0"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rPr>
              <a:t>呢？</a:t>
            </a:r>
          </a:p>
        </p:txBody>
      </p:sp>
      <p:sp>
        <p:nvSpPr>
          <p:cNvPr id="10" name="圆角矩形 9"/>
          <p:cNvSpPr/>
          <p:nvPr/>
        </p:nvSpPr>
        <p:spPr>
          <a:xfrm>
            <a:off x="2630488" y="2992438"/>
            <a:ext cx="7224713" cy="2647950"/>
          </a:xfrm>
          <a:prstGeom prst="roundRect">
            <a:avLst/>
          </a:prstGeom>
          <a:noFill/>
          <a:ln>
            <a:prstDash val="lgDashDot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956050" y="3275013"/>
            <a:ext cx="9585325" cy="7381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（</a:t>
            </a:r>
            <a:r>
              <a:rPr lang="en-US" altLang="zh-CN" sz="28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1</a:t>
            </a:r>
            <a:r>
              <a:rPr lang="zh-CN" altLang="en-US" sz="28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）我的小猫呢？</a:t>
            </a:r>
            <a:endParaRPr lang="en-US" altLang="zh-CN" sz="2800" b="1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957638" y="4000500"/>
            <a:ext cx="8618537" cy="5222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sz="28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（</a:t>
            </a:r>
            <a:r>
              <a:rPr lang="en-US" altLang="zh-CN" sz="28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2</a:t>
            </a:r>
            <a:r>
              <a:rPr lang="zh-CN" altLang="en-US" sz="28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）我的杯子呢？</a:t>
            </a:r>
            <a:endParaRPr lang="en-US" altLang="zh-CN" sz="2800" b="1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954463" y="4600575"/>
            <a:ext cx="3225800" cy="523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rgbClr val="C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（</a:t>
            </a:r>
            <a:r>
              <a:rPr lang="en-US" altLang="zh-CN" sz="2800" b="1" dirty="0">
                <a:solidFill>
                  <a:srgbClr val="C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3</a:t>
            </a:r>
            <a:r>
              <a:rPr lang="zh-CN" altLang="en-US" sz="2800" b="1" dirty="0">
                <a:solidFill>
                  <a:srgbClr val="C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）他在哪儿呢？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63955" y="2509520"/>
            <a:ext cx="4274185" cy="460375"/>
          </a:xfrm>
          <a:prstGeom prst="rect">
            <a:avLst/>
          </a:prstGeom>
          <a:solidFill>
            <a:srgbClr val="C198E0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wrap="square"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zh-CN" altLang="en-US" sz="2400" b="1" kern="1200" cap="none" spc="0" normalizeH="0" baseline="0" noProof="0" dirty="0"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rPr>
              <a:t>主语</a:t>
            </a:r>
            <a:r>
              <a:rPr kumimoji="0" lang="en-US" altLang="zh-CN" sz="2400" b="1" kern="1200" cap="none" spc="0" normalizeH="0" baseline="0" noProof="0" dirty="0"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rPr>
              <a:t>+</a:t>
            </a:r>
            <a:r>
              <a:rPr kumimoji="0" lang="zh-CN" altLang="en-US" sz="2400" b="1" kern="1200" cap="none" spc="0" normalizeH="0" baseline="0" noProof="0" dirty="0"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rPr>
              <a:t>呢？</a:t>
            </a:r>
            <a:r>
              <a:rPr kumimoji="0" lang="en-US" altLang="zh-CN" sz="2400" b="1" kern="1200" cap="none" spc="0" normalizeH="0" baseline="0" noProof="0" dirty="0"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rPr>
              <a:t>         subject + </a:t>
            </a:r>
            <a:r>
              <a:rPr kumimoji="0" lang="zh-CN" altLang="en-US" sz="2400" b="1" kern="1200" cap="none" spc="0" normalizeH="0" baseline="0" noProof="0" dirty="0"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rPr>
              <a:t>呢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2630805" y="652780"/>
            <a:ext cx="9144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400"/>
              <a:t>ne</a:t>
            </a:r>
            <a:r>
              <a:rPr lang="en-US" altLang="en-US"/>
              <a:t> 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6363970" y="1331595"/>
            <a:ext cx="81026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zài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7035800" y="1362075"/>
            <a:ext cx="9144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nǎ ér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8072120" y="1362075"/>
            <a:ext cx="9144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ne</a:t>
            </a:r>
            <a:r>
              <a:rPr lang="en-US" altLang="en-US"/>
              <a:t> 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4655820" y="2178685"/>
            <a:ext cx="914400" cy="3625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en-US" altLang="en-US" sz="2000"/>
              <a:t>ne</a:t>
            </a:r>
            <a:r>
              <a:rPr lang="en-US" altLang="en-US"/>
              <a:t> 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3931920" y="5201920"/>
            <a:ext cx="43434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C0000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（</a:t>
            </a:r>
            <a:r>
              <a:rPr lang="en-US" altLang="zh-CN" sz="2800" b="1" dirty="0">
                <a:solidFill>
                  <a:srgbClr val="C0000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3</a:t>
            </a:r>
            <a:r>
              <a:rPr lang="zh-CN" altLang="en-US" sz="2800" b="1" dirty="0">
                <a:solidFill>
                  <a:srgbClr val="C0000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）你呢？</a:t>
            </a:r>
            <a:endParaRPr lang="zh-CN" altLang="en-US" sz="2800"/>
          </a:p>
        </p:txBody>
      </p:sp>
      <p:sp>
        <p:nvSpPr>
          <p:cNvPr id="16" name="文本框 15"/>
          <p:cNvSpPr txBox="1"/>
          <p:nvPr/>
        </p:nvSpPr>
        <p:spPr>
          <a:xfrm>
            <a:off x="4871085" y="3086735"/>
            <a:ext cx="27432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wǒ de xiǎo māo ne</a:t>
            </a:r>
          </a:p>
        </p:txBody>
      </p:sp>
      <p:sp>
        <p:nvSpPr>
          <p:cNvPr id="17" name="文本框 16"/>
          <p:cNvSpPr txBox="1"/>
          <p:nvPr/>
        </p:nvSpPr>
        <p:spPr>
          <a:xfrm>
            <a:off x="7174230" y="4011295"/>
            <a:ext cx="24384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wǒ de bēi zǐ ne</a:t>
            </a:r>
          </a:p>
        </p:txBody>
      </p:sp>
      <p:sp>
        <p:nvSpPr>
          <p:cNvPr id="19" name="文本框 18"/>
          <p:cNvSpPr txBox="1"/>
          <p:nvPr/>
        </p:nvSpPr>
        <p:spPr>
          <a:xfrm>
            <a:off x="7035800" y="4678045"/>
            <a:ext cx="24384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tā zài nǎ ér ne</a:t>
            </a:r>
          </a:p>
        </p:txBody>
      </p:sp>
      <p:sp>
        <p:nvSpPr>
          <p:cNvPr id="20" name="文本框 19"/>
          <p:cNvSpPr txBox="1"/>
          <p:nvPr/>
        </p:nvSpPr>
        <p:spPr>
          <a:xfrm>
            <a:off x="6457950" y="5201920"/>
            <a:ext cx="161417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nǐ ne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8066" name="AutoShape 4"/>
          <p:cNvCxnSpPr/>
          <p:nvPr/>
        </p:nvCxnSpPr>
        <p:spPr>
          <a:xfrm flipH="1" flipV="1">
            <a:off x="119063" y="-15875"/>
            <a:ext cx="12700" cy="6872288"/>
          </a:xfrm>
          <a:prstGeom prst="straightConnector1">
            <a:avLst/>
          </a:prstGeom>
          <a:ln w="228600" cap="flat" cmpd="sng">
            <a:solidFill>
              <a:srgbClr val="003399"/>
            </a:solidFill>
            <a:prstDash val="solid"/>
            <a:headEnd type="none" w="med" len="med"/>
            <a:tailEnd type="none" w="med" len="med"/>
          </a:ln>
        </p:spPr>
      </p:cxnSp>
      <p:grpSp>
        <p:nvGrpSpPr>
          <p:cNvPr id="88067" name="组合 8"/>
          <p:cNvGrpSpPr/>
          <p:nvPr/>
        </p:nvGrpSpPr>
        <p:grpSpPr>
          <a:xfrm>
            <a:off x="307975" y="6350"/>
            <a:ext cx="2525713" cy="646113"/>
            <a:chOff x="308629" y="6819"/>
            <a:chExt cx="2524299" cy="646331"/>
          </a:xfrm>
        </p:grpSpPr>
        <p:sp>
          <p:nvSpPr>
            <p:cNvPr id="10" name="Text Box 4"/>
            <p:cNvSpPr txBox="1">
              <a:spLocks noChangeArrowheads="1"/>
            </p:cNvSpPr>
            <p:nvPr/>
          </p:nvSpPr>
          <p:spPr bwMode="auto">
            <a:xfrm>
              <a:off x="329255" y="6819"/>
              <a:ext cx="2503673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8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"/>
                <a:defRPr sz="2000">
                  <a:solidFill>
                    <a:schemeClr val="accent2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1pPr>
              <a:lvl2pPr marL="742950" indent="-285750">
                <a:lnSpc>
                  <a:spcPct val="130000"/>
                </a:lnSpc>
                <a:buFont typeface="Calibri" panose="020F0502020204030204" pitchFamily="34" charset="0"/>
                <a:buChar char=" 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 sz="2000"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3600" b="1" i="0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课文</a:t>
              </a:r>
              <a:r>
                <a:rPr kumimoji="0" lang="en-US" altLang="zh-CN" sz="3600" b="1" i="1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Text 1</a:t>
              </a:r>
              <a:endParaRPr kumimoji="0" lang="zh-CN" altLang="en-US" sz="3600" b="1" i="1" u="none" strike="noStrike" kern="1200" cap="none" spc="0" normalizeH="0" baseline="0" noProof="0" dirty="0">
                <a:ln>
                  <a:noFill/>
                </a:ln>
                <a:solidFill>
                  <a:srgbClr val="D09E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endParaRPr>
            </a:p>
          </p:txBody>
        </p:sp>
        <p:cxnSp>
          <p:nvCxnSpPr>
            <p:cNvPr id="11" name="直接连接符 10"/>
            <p:cNvCxnSpPr/>
            <p:nvPr/>
          </p:nvCxnSpPr>
          <p:spPr>
            <a:xfrm>
              <a:off x="308629" y="653150"/>
              <a:ext cx="2524299" cy="0"/>
            </a:xfrm>
            <a:prstGeom prst="line">
              <a:avLst/>
            </a:prstGeom>
            <a:ln w="69850" cmpd="thickThin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8068" name="Rectangle 2"/>
          <p:cNvSpPr/>
          <p:nvPr/>
        </p:nvSpPr>
        <p:spPr>
          <a:xfrm>
            <a:off x="1057275" y="1636713"/>
            <a:ext cx="9347200" cy="4668837"/>
          </a:xfrm>
          <a:prstGeom prst="rect">
            <a:avLst/>
          </a:prstGeom>
          <a:solidFill>
            <a:srgbClr val="0000FF">
              <a:alpha val="14902"/>
            </a:srgbClr>
          </a:solidFill>
          <a:ln w="12700" cap="flat" cmpd="sng">
            <a:solidFill>
              <a:srgbClr val="0000FF"/>
            </a:solidFill>
            <a:prstDash val="dash"/>
            <a:miter/>
            <a:headEnd type="none" w="med" len="med"/>
            <a:tailEnd type="none" w="med" len="med"/>
          </a:ln>
        </p:spPr>
        <p:txBody>
          <a:bodyPr anchor="ctr" anchorCtr="0"/>
          <a:lstStyle/>
          <a:p>
            <a:pPr eaLnBrk="0" hangingPunct="0"/>
            <a:endParaRPr lang="zh-CN" altLang="en-US" dirty="0">
              <a:latin typeface="Arial" panose="020B0604020202020204" pitchFamily="34" charset="0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7426325" y="2236788"/>
            <a:ext cx="2428875" cy="162083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2" name="Text Box 3"/>
          <p:cNvSpPr txBox="1">
            <a:spLocks noChangeArrowheads="1"/>
          </p:cNvSpPr>
          <p:nvPr/>
        </p:nvSpPr>
        <p:spPr bwMode="auto">
          <a:xfrm>
            <a:off x="1979613" y="1701800"/>
            <a:ext cx="7323138" cy="4659313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/>
          <a:p>
            <a:pPr>
              <a:lnSpc>
                <a:spcPct val="140000"/>
              </a:lnSpc>
              <a:buNone/>
            </a:pPr>
            <a:r>
              <a:rPr lang="en-US" altLang="zh-CN" sz="2400" dirty="0">
                <a:solidFill>
                  <a:srgbClr val="000000"/>
                </a:solidFill>
                <a:latin typeface="GB Pinyinok-D"/>
                <a:ea typeface="GB Pinyinok-D"/>
                <a:sym typeface="宋体" panose="02010600030101010101" pitchFamily="2" charset="-122"/>
              </a:rPr>
              <a:t>   Xiǎomāo zài nǎr?</a:t>
            </a:r>
          </a:p>
          <a:p>
            <a:pPr>
              <a:lnSpc>
                <a:spcPct val="140000"/>
              </a:lnSpc>
              <a:buNone/>
            </a:pPr>
            <a:r>
              <a:rPr lang="en-US" altLang="zh-CN" sz="2400" b="1" dirty="0">
                <a:latin typeface="宋体" panose="02010600030101010101" pitchFamily="2" charset="-122"/>
                <a:sym typeface="宋体" panose="02010600030101010101" pitchFamily="2" charset="-122"/>
              </a:rPr>
              <a:t>A</a:t>
            </a:r>
            <a:r>
              <a:rPr lang="zh-CN" altLang="en-US" sz="2800" b="1" dirty="0">
                <a:latin typeface="宋体" panose="02010600030101010101" pitchFamily="2" charset="-122"/>
                <a:sym typeface="宋体" panose="02010600030101010101" pitchFamily="2" charset="-122"/>
              </a:rPr>
              <a:t>：</a:t>
            </a:r>
            <a:r>
              <a:rPr lang="zh-CN" altLang="en-US" sz="2800" b="1" dirty="0">
                <a:latin typeface="华文楷体" panose="02010600040101010101" pitchFamily="2" charset="-122"/>
                <a:ea typeface="华文楷体" panose="02010600040101010101" pitchFamily="2" charset="-122"/>
                <a:sym typeface="宋体" panose="02010600030101010101" pitchFamily="2" charset="-122"/>
              </a:rPr>
              <a:t>小猫     在  哪儿？</a:t>
            </a:r>
          </a:p>
          <a:p>
            <a:pPr>
              <a:lnSpc>
                <a:spcPct val="140000"/>
              </a:lnSpc>
              <a:buNone/>
            </a:pPr>
            <a:r>
              <a:rPr lang="en-US" altLang="zh-CN" sz="2400" dirty="0">
                <a:solidFill>
                  <a:srgbClr val="7F7F7F"/>
                </a:solidFill>
                <a:latin typeface="GB Pinyinok-D"/>
                <a:ea typeface="GB Pinyinok-D"/>
                <a:sym typeface="宋体" panose="02010600030101010101" pitchFamily="2" charset="-122"/>
              </a:rPr>
              <a:t>   Xiǎomāo zài nàr.</a:t>
            </a:r>
          </a:p>
          <a:p>
            <a:pPr>
              <a:lnSpc>
                <a:spcPct val="140000"/>
              </a:lnSpc>
              <a:buNone/>
            </a:pPr>
            <a:r>
              <a:rPr lang="en-US" altLang="zh-CN" sz="2400" b="1" dirty="0">
                <a:solidFill>
                  <a:srgbClr val="7F7F7F"/>
                </a:solidFill>
                <a:latin typeface="宋体" panose="02010600030101010101" pitchFamily="2" charset="-122"/>
                <a:sym typeface="宋体" panose="02010600030101010101" pitchFamily="2" charset="-122"/>
              </a:rPr>
              <a:t>B</a:t>
            </a:r>
            <a:r>
              <a:rPr lang="zh-CN" altLang="en-US" sz="2400" b="1" dirty="0">
                <a:solidFill>
                  <a:srgbClr val="7F7F7F"/>
                </a:solidFill>
                <a:latin typeface="宋体" panose="02010600030101010101" pitchFamily="2" charset="-122"/>
                <a:sym typeface="宋体" panose="02010600030101010101" pitchFamily="2" charset="-122"/>
              </a:rPr>
              <a:t>：</a:t>
            </a:r>
            <a:r>
              <a:rPr lang="zh-CN" altLang="en-US" sz="2800" b="1" dirty="0">
                <a:solidFill>
                  <a:srgbClr val="7F7F7F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宋体" panose="02010600030101010101" pitchFamily="2" charset="-122"/>
              </a:rPr>
              <a:t>小猫     在  那儿。</a:t>
            </a:r>
            <a:endParaRPr lang="en-US" altLang="zh-CN" sz="2800" b="1" dirty="0">
              <a:solidFill>
                <a:srgbClr val="7F7F7F"/>
              </a:solidFill>
              <a:latin typeface="华文楷体" panose="02010600040101010101" pitchFamily="2" charset="-122"/>
              <a:ea typeface="华文楷体" panose="02010600040101010101" pitchFamily="2" charset="-122"/>
              <a:sym typeface="宋体" panose="02010600030101010101" pitchFamily="2" charset="-122"/>
            </a:endParaRPr>
          </a:p>
          <a:p>
            <a:pPr>
              <a:lnSpc>
                <a:spcPct val="140000"/>
              </a:lnSpc>
              <a:buNone/>
            </a:pPr>
            <a:r>
              <a:rPr lang="en-US" altLang="zh-CN" sz="2400" dirty="0">
                <a:solidFill>
                  <a:srgbClr val="000000"/>
                </a:solidFill>
                <a:latin typeface="GB Pinyinok-D"/>
                <a:ea typeface="GB Pinyinok-D"/>
                <a:sym typeface="宋体" panose="02010600030101010101" pitchFamily="2" charset="-122"/>
              </a:rPr>
              <a:t>   Xiǎoɡǒu zài nǎr?</a:t>
            </a:r>
          </a:p>
          <a:p>
            <a:pPr>
              <a:lnSpc>
                <a:spcPct val="140000"/>
              </a:lnSpc>
              <a:buNone/>
            </a:pPr>
            <a:r>
              <a:rPr lang="en-US" altLang="zh-CN" sz="2400" b="1" dirty="0">
                <a:latin typeface="宋体" panose="02010600030101010101" pitchFamily="2" charset="-122"/>
                <a:sym typeface="宋体" panose="02010600030101010101" pitchFamily="2" charset="-122"/>
              </a:rPr>
              <a:t>A</a:t>
            </a:r>
            <a:r>
              <a:rPr lang="zh-CN" altLang="en-US" sz="2800" b="1" dirty="0">
                <a:latin typeface="宋体" panose="02010600030101010101" pitchFamily="2" charset="-122"/>
                <a:sym typeface="宋体" panose="02010600030101010101" pitchFamily="2" charset="-122"/>
              </a:rPr>
              <a:t>：</a:t>
            </a:r>
            <a:r>
              <a:rPr lang="zh-CN" altLang="en-US" sz="2800" b="1" dirty="0">
                <a:latin typeface="华文楷体" panose="02010600040101010101" pitchFamily="2" charset="-122"/>
                <a:ea typeface="华文楷体" panose="02010600040101010101" pitchFamily="2" charset="-122"/>
                <a:sym typeface="宋体" panose="02010600030101010101" pitchFamily="2" charset="-122"/>
              </a:rPr>
              <a:t>小狗     在  哪儿？</a:t>
            </a:r>
            <a:endParaRPr lang="en-US" altLang="zh-CN" sz="2800" b="1" dirty="0">
              <a:latin typeface="华文楷体" panose="02010600040101010101" pitchFamily="2" charset="-122"/>
              <a:ea typeface="华文楷体" panose="02010600040101010101" pitchFamily="2" charset="-122"/>
              <a:sym typeface="宋体" panose="02010600030101010101" pitchFamily="2" charset="-122"/>
            </a:endParaRPr>
          </a:p>
          <a:p>
            <a:pPr>
              <a:lnSpc>
                <a:spcPct val="140000"/>
              </a:lnSpc>
              <a:buNone/>
            </a:pPr>
            <a:r>
              <a:rPr lang="en-US" altLang="zh-CN" sz="2400" dirty="0">
                <a:latin typeface="SimSun-ExtB" panose="02010609060101010101" pitchFamily="49" charset="-122"/>
                <a:ea typeface="SimSun-ExtB" panose="02010609060101010101" pitchFamily="49" charset="-122"/>
                <a:sym typeface="宋体" panose="02010600030101010101" pitchFamily="2" charset="-122"/>
              </a:rPr>
              <a:t>   </a:t>
            </a:r>
            <a:r>
              <a:rPr lang="en-US" altLang="zh-CN" sz="2400" dirty="0">
                <a:solidFill>
                  <a:srgbClr val="7F7F7F"/>
                </a:solidFill>
                <a:latin typeface="GB Pinyinok-D"/>
                <a:ea typeface="GB Pinyinok-D"/>
                <a:sym typeface="宋体" panose="02010600030101010101" pitchFamily="2" charset="-122"/>
              </a:rPr>
              <a:t>Xiǎoɡǒu zài yǐzi xiàmiàn.</a:t>
            </a:r>
            <a:r>
              <a:rPr lang="zh-CN" altLang="en-US" sz="2400" dirty="0">
                <a:solidFill>
                  <a:srgbClr val="7F7F7F"/>
                </a:solidFill>
                <a:latin typeface="GB Pinyinok-D"/>
                <a:ea typeface="GB Pinyinok-D"/>
                <a:sym typeface="宋体" panose="02010600030101010101" pitchFamily="2" charset="-122"/>
              </a:rPr>
              <a:t> </a:t>
            </a:r>
            <a:endParaRPr lang="en-US" altLang="zh-CN" sz="2400" dirty="0">
              <a:solidFill>
                <a:srgbClr val="7F7F7F"/>
              </a:solidFill>
              <a:latin typeface="GB Pinyinok-D"/>
              <a:ea typeface="GB Pinyinok-D"/>
              <a:sym typeface="宋体" panose="02010600030101010101" pitchFamily="2" charset="-122"/>
            </a:endParaRPr>
          </a:p>
          <a:p>
            <a:pPr>
              <a:lnSpc>
                <a:spcPct val="140000"/>
              </a:lnSpc>
              <a:buNone/>
            </a:pPr>
            <a:r>
              <a:rPr lang="en-US" altLang="zh-CN" sz="2400" b="1" dirty="0">
                <a:solidFill>
                  <a:srgbClr val="7F7F7F"/>
                </a:solidFill>
                <a:latin typeface="宋体" panose="02010600030101010101" pitchFamily="2" charset="-122"/>
                <a:sym typeface="宋体" panose="02010600030101010101" pitchFamily="2" charset="-122"/>
              </a:rPr>
              <a:t>B</a:t>
            </a:r>
            <a:r>
              <a:rPr lang="zh-CN" altLang="en-US" sz="2400" b="1" dirty="0">
                <a:solidFill>
                  <a:srgbClr val="7F7F7F"/>
                </a:solidFill>
                <a:latin typeface="宋体" panose="02010600030101010101" pitchFamily="2" charset="-122"/>
                <a:sym typeface="宋体" panose="02010600030101010101" pitchFamily="2" charset="-122"/>
              </a:rPr>
              <a:t>：</a:t>
            </a:r>
            <a:r>
              <a:rPr lang="zh-CN" altLang="en-US" sz="2800" b="1" dirty="0">
                <a:solidFill>
                  <a:srgbClr val="7F7F7F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宋体" panose="02010600030101010101" pitchFamily="2" charset="-122"/>
              </a:rPr>
              <a:t>小狗     在   椅子  下面。</a:t>
            </a:r>
            <a:endParaRPr lang="zh-CN" altLang="en-US" sz="2400" b="1" dirty="0">
              <a:solidFill>
                <a:srgbClr val="7F7F7F"/>
              </a:solidFill>
              <a:latin typeface="华文楷体" panose="02010600040101010101" pitchFamily="2" charset="-122"/>
              <a:ea typeface="华文楷体" panose="0201060004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88071" name="TextBox 8"/>
          <p:cNvSpPr txBox="1"/>
          <p:nvPr/>
        </p:nvSpPr>
        <p:spPr>
          <a:xfrm>
            <a:off x="1057275" y="1071563"/>
            <a:ext cx="4697413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在家 </a:t>
            </a:r>
            <a:r>
              <a:rPr lang="en-US" altLang="zh-CN" sz="2400" b="1" dirty="0">
                <a:latin typeface="方正舒体" panose="02010601030101010101" pitchFamily="2" charset="-122"/>
                <a:ea typeface="方正舒体" panose="02010601030101010101" pitchFamily="2" charset="-122"/>
              </a:rPr>
              <a:t>At home</a:t>
            </a:r>
            <a:endParaRPr lang="zh-CN" altLang="en-US" sz="2400" b="1" dirty="0">
              <a:latin typeface="方正舒体" panose="02010601030101010101" pitchFamily="2" charset="-122"/>
              <a:ea typeface="方正舒体" panose="02010601030101010101" pitchFamily="2" charset="-122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9090" name="AutoShape 4"/>
          <p:cNvCxnSpPr/>
          <p:nvPr/>
        </p:nvCxnSpPr>
        <p:spPr>
          <a:xfrm flipH="1" flipV="1">
            <a:off x="119063" y="-15875"/>
            <a:ext cx="12700" cy="6872288"/>
          </a:xfrm>
          <a:prstGeom prst="straightConnector1">
            <a:avLst/>
          </a:prstGeom>
          <a:ln w="228600" cap="flat" cmpd="sng">
            <a:solidFill>
              <a:srgbClr val="003399"/>
            </a:solidFill>
            <a:prstDash val="solid"/>
            <a:headEnd type="none" w="med" len="med"/>
            <a:tailEnd type="none" w="med" len="med"/>
          </a:ln>
        </p:spPr>
      </p:cxnSp>
      <p:grpSp>
        <p:nvGrpSpPr>
          <p:cNvPr id="89091" name="组合 8"/>
          <p:cNvGrpSpPr/>
          <p:nvPr/>
        </p:nvGrpSpPr>
        <p:grpSpPr>
          <a:xfrm>
            <a:off x="307975" y="6350"/>
            <a:ext cx="2525713" cy="646113"/>
            <a:chOff x="308629" y="6819"/>
            <a:chExt cx="2524299" cy="646331"/>
          </a:xfrm>
        </p:grpSpPr>
        <p:sp>
          <p:nvSpPr>
            <p:cNvPr id="10" name="Text Box 4"/>
            <p:cNvSpPr txBox="1">
              <a:spLocks noChangeArrowheads="1"/>
            </p:cNvSpPr>
            <p:nvPr/>
          </p:nvSpPr>
          <p:spPr bwMode="auto">
            <a:xfrm>
              <a:off x="329255" y="6819"/>
              <a:ext cx="2503673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8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"/>
                <a:defRPr sz="2000">
                  <a:solidFill>
                    <a:schemeClr val="accent2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1pPr>
              <a:lvl2pPr marL="742950" indent="-285750">
                <a:lnSpc>
                  <a:spcPct val="130000"/>
                </a:lnSpc>
                <a:buFont typeface="Calibri" panose="020F0502020204030204" pitchFamily="34" charset="0"/>
                <a:buChar char=" 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 sz="2000"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3600" b="1" i="0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课文</a:t>
              </a:r>
              <a:r>
                <a:rPr kumimoji="0" lang="en-US" altLang="zh-CN" sz="3600" b="1" i="1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Text 1</a:t>
              </a:r>
              <a:endParaRPr kumimoji="0" lang="zh-CN" altLang="en-US" sz="3600" b="1" i="1" u="none" strike="noStrike" kern="1200" cap="none" spc="0" normalizeH="0" baseline="0" noProof="0" dirty="0">
                <a:ln>
                  <a:noFill/>
                </a:ln>
                <a:solidFill>
                  <a:srgbClr val="D09E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endParaRPr>
            </a:p>
          </p:txBody>
        </p:sp>
        <p:cxnSp>
          <p:nvCxnSpPr>
            <p:cNvPr id="11" name="直接连接符 10"/>
            <p:cNvCxnSpPr/>
            <p:nvPr/>
          </p:nvCxnSpPr>
          <p:spPr>
            <a:xfrm>
              <a:off x="308629" y="653150"/>
              <a:ext cx="2524299" cy="0"/>
            </a:xfrm>
            <a:prstGeom prst="line">
              <a:avLst/>
            </a:prstGeom>
            <a:ln w="69850" cmpd="thickThin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9092" name="Rectangle 2"/>
          <p:cNvSpPr/>
          <p:nvPr/>
        </p:nvSpPr>
        <p:spPr>
          <a:xfrm>
            <a:off x="1057275" y="1636713"/>
            <a:ext cx="9347200" cy="4668837"/>
          </a:xfrm>
          <a:prstGeom prst="rect">
            <a:avLst/>
          </a:prstGeom>
          <a:solidFill>
            <a:srgbClr val="0000FF">
              <a:alpha val="14902"/>
            </a:srgbClr>
          </a:solidFill>
          <a:ln w="12700" cap="flat" cmpd="sng">
            <a:solidFill>
              <a:srgbClr val="0000FF"/>
            </a:solidFill>
            <a:prstDash val="dash"/>
            <a:miter/>
            <a:headEnd type="none" w="med" len="med"/>
            <a:tailEnd type="none" w="med" len="med"/>
          </a:ln>
        </p:spPr>
        <p:txBody>
          <a:bodyPr anchor="ctr" anchorCtr="0"/>
          <a:lstStyle/>
          <a:p>
            <a:pPr eaLnBrk="0" hangingPunct="0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2" name="Text Box 3"/>
          <p:cNvSpPr txBox="1">
            <a:spLocks noChangeArrowheads="1"/>
          </p:cNvSpPr>
          <p:nvPr/>
        </p:nvSpPr>
        <p:spPr bwMode="auto">
          <a:xfrm>
            <a:off x="1979613" y="1449388"/>
            <a:ext cx="7323138" cy="457358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B Pinyinok-D"/>
                <a:ea typeface="GB Pinyinok-D"/>
                <a:cs typeface="GB Pinyinok-D"/>
                <a:sym typeface="宋体" panose="02010600030101010101" pitchFamily="2" charset="-122"/>
              </a:rPr>
              <a:t>   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  </a:t>
            </a:r>
          </a:p>
          <a:p>
            <a:pPr marL="0" marR="0" lvl="0" indent="0" algn="l" defTabSz="914400" rtl="0" eaLnBrk="1" fontAlgn="base" latinLnBrk="0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A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：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小猫在哪儿？</a:t>
            </a:r>
          </a:p>
          <a:p>
            <a:pPr marL="0" marR="0" lvl="0" indent="0" algn="l" defTabSz="914400" rtl="0" eaLnBrk="1" fontAlgn="base" latinLnBrk="0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    </a:t>
            </a:r>
          </a:p>
          <a:p>
            <a:pPr marL="0" marR="0" lvl="0" indent="0" algn="l" defTabSz="914400" rtl="0" eaLnBrk="1" fontAlgn="base" latinLnBrk="0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B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：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小猫在那儿。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n-cs"/>
              <a:sym typeface="宋体" panose="02010600030101010101" pitchFamily="2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    </a:t>
            </a:r>
          </a:p>
          <a:p>
            <a:pPr marL="0" marR="0" lvl="0" indent="0" algn="l" defTabSz="914400" rtl="0" eaLnBrk="1" fontAlgn="base" latinLnBrk="0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A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：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小狗在哪儿？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n-cs"/>
              <a:sym typeface="宋体" panose="02010600030101010101" pitchFamily="2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SimSun-ExtB" panose="02010609060101010101" pitchFamily="49" charset="-122"/>
              <a:ea typeface="SimSun-ExtB" panose="02010609060101010101" pitchFamily="49" charset="-122"/>
              <a:cs typeface="+mn-cs"/>
              <a:sym typeface="宋体" panose="02010600030101010101" pitchFamily="2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B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：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小狗在椅子下面。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n-cs"/>
              <a:sym typeface="宋体" panose="02010600030101010101" pitchFamily="2" charset="-122"/>
            </a:endParaRPr>
          </a:p>
        </p:txBody>
      </p:sp>
      <p:sp>
        <p:nvSpPr>
          <p:cNvPr id="89094" name="TextBox 8"/>
          <p:cNvSpPr txBox="1"/>
          <p:nvPr/>
        </p:nvSpPr>
        <p:spPr>
          <a:xfrm>
            <a:off x="1057275" y="1071563"/>
            <a:ext cx="4697413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在家 </a:t>
            </a:r>
            <a:r>
              <a:rPr lang="en-US" altLang="zh-CN" sz="2400" b="1" dirty="0">
                <a:latin typeface="方正舒体" panose="02010601030101010101" pitchFamily="2" charset="-122"/>
                <a:ea typeface="方正舒体" panose="02010601030101010101" pitchFamily="2" charset="-122"/>
              </a:rPr>
              <a:t>At home</a:t>
            </a:r>
            <a:endParaRPr lang="zh-CN" altLang="en-US" sz="2400" b="1" dirty="0">
              <a:latin typeface="方正舒体" panose="02010601030101010101" pitchFamily="2" charset="-122"/>
              <a:ea typeface="方正舒体" panose="02010601030101010101" pitchFamily="2" charset="-122"/>
            </a:endParaRPr>
          </a:p>
        </p:txBody>
      </p:sp>
      <p:pic>
        <p:nvPicPr>
          <p:cNvPr id="13" name="Picture 2"/>
          <p:cNvPicPr>
            <a:picLocks noChangeAspect="1" noChangeArrowheads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7426325" y="2236788"/>
            <a:ext cx="2428875" cy="162083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0114" name="AutoShape 4"/>
          <p:cNvCxnSpPr/>
          <p:nvPr/>
        </p:nvCxnSpPr>
        <p:spPr>
          <a:xfrm flipH="1" flipV="1">
            <a:off x="119063" y="-15875"/>
            <a:ext cx="12700" cy="6872288"/>
          </a:xfrm>
          <a:prstGeom prst="straightConnector1">
            <a:avLst/>
          </a:prstGeom>
          <a:ln w="228600" cap="flat" cmpd="sng">
            <a:solidFill>
              <a:srgbClr val="003399"/>
            </a:solidFill>
            <a:prstDash val="solid"/>
            <a:headEnd type="none" w="med" len="med"/>
            <a:tailEnd type="none" w="med" len="med"/>
          </a:ln>
        </p:spPr>
      </p:cxnSp>
      <p:grpSp>
        <p:nvGrpSpPr>
          <p:cNvPr id="90115" name="组合 8"/>
          <p:cNvGrpSpPr/>
          <p:nvPr/>
        </p:nvGrpSpPr>
        <p:grpSpPr>
          <a:xfrm>
            <a:off x="307975" y="6350"/>
            <a:ext cx="2525713" cy="646113"/>
            <a:chOff x="308629" y="6819"/>
            <a:chExt cx="2524299" cy="646331"/>
          </a:xfrm>
        </p:grpSpPr>
        <p:sp>
          <p:nvSpPr>
            <p:cNvPr id="10" name="Text Box 4"/>
            <p:cNvSpPr txBox="1">
              <a:spLocks noChangeArrowheads="1"/>
            </p:cNvSpPr>
            <p:nvPr/>
          </p:nvSpPr>
          <p:spPr bwMode="auto">
            <a:xfrm>
              <a:off x="329255" y="6819"/>
              <a:ext cx="2503673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8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"/>
                <a:defRPr sz="2000">
                  <a:solidFill>
                    <a:schemeClr val="accent2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1pPr>
              <a:lvl2pPr marL="742950" indent="-285750">
                <a:lnSpc>
                  <a:spcPct val="130000"/>
                </a:lnSpc>
                <a:buFont typeface="Calibri" panose="020F0502020204030204" pitchFamily="34" charset="0"/>
                <a:buChar char=" 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 sz="2000"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3600" b="1" i="0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课文</a:t>
              </a:r>
              <a:r>
                <a:rPr kumimoji="0" lang="en-US" altLang="zh-CN" sz="3600" b="1" i="1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Text 2</a:t>
              </a:r>
              <a:endParaRPr kumimoji="0" lang="zh-CN" altLang="en-US" sz="3600" b="1" i="1" u="none" strike="noStrike" kern="1200" cap="none" spc="0" normalizeH="0" baseline="0" noProof="0" dirty="0">
                <a:ln>
                  <a:noFill/>
                </a:ln>
                <a:solidFill>
                  <a:srgbClr val="D09E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endParaRPr>
            </a:p>
          </p:txBody>
        </p:sp>
        <p:cxnSp>
          <p:nvCxnSpPr>
            <p:cNvPr id="11" name="直接连接符 10"/>
            <p:cNvCxnSpPr/>
            <p:nvPr/>
          </p:nvCxnSpPr>
          <p:spPr>
            <a:xfrm>
              <a:off x="308629" y="653150"/>
              <a:ext cx="2524299" cy="0"/>
            </a:xfrm>
            <a:prstGeom prst="line">
              <a:avLst/>
            </a:prstGeom>
            <a:ln w="69850" cmpd="thickThin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0116" name="Rectangle 2"/>
          <p:cNvSpPr/>
          <p:nvPr/>
        </p:nvSpPr>
        <p:spPr>
          <a:xfrm>
            <a:off x="755650" y="1620838"/>
            <a:ext cx="10358438" cy="4654550"/>
          </a:xfrm>
          <a:prstGeom prst="rect">
            <a:avLst/>
          </a:prstGeom>
          <a:solidFill>
            <a:srgbClr val="C00000">
              <a:alpha val="14902"/>
            </a:srgbClr>
          </a:solidFill>
          <a:ln w="12700" cap="flat" cmpd="sng">
            <a:solidFill>
              <a:srgbClr val="288149"/>
            </a:solidFill>
            <a:prstDash val="dash"/>
            <a:miter/>
            <a:headEnd type="none" w="med" len="med"/>
            <a:tailEnd type="none" w="med" len="med"/>
          </a:ln>
        </p:spPr>
        <p:txBody>
          <a:bodyPr anchor="ctr" anchorCtr="0"/>
          <a:lstStyle/>
          <a:p>
            <a:pPr eaLnBrk="0" hangingPunct="0"/>
            <a:endParaRPr lang="zh-CN" altLang="en-US" dirty="0">
              <a:solidFill>
                <a:srgbClr val="99FF99"/>
              </a:solidFill>
              <a:latin typeface="Arial" panose="020B0604020202020204" pitchFamily="34" charset="0"/>
            </a:endParaRPr>
          </a:p>
        </p:txBody>
      </p:sp>
      <p:pic>
        <p:nvPicPr>
          <p:cNvPr id="3074" name="Picture 2"/>
          <p:cNvPicPr>
            <a:picLocks noChangeArrowheads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8636000" y="2206625"/>
            <a:ext cx="1728788" cy="216058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90118" name="TextBox 8"/>
          <p:cNvSpPr txBox="1"/>
          <p:nvPr/>
        </p:nvSpPr>
        <p:spPr>
          <a:xfrm>
            <a:off x="1057275" y="1071563"/>
            <a:ext cx="4697413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在车站</a:t>
            </a:r>
            <a:r>
              <a:rPr lang="zh-CN" altLang="en-US" sz="2400" b="1" dirty="0">
                <a:latin typeface="方正舒体" panose="02010601030101010101" pitchFamily="2" charset="-122"/>
                <a:ea typeface="方正舒体" panose="02010601030101010101" pitchFamily="2" charset="-122"/>
              </a:rPr>
              <a:t> </a:t>
            </a:r>
            <a:r>
              <a:rPr lang="en-US" altLang="zh-CN" sz="2400" b="1" dirty="0">
                <a:latin typeface="方正舒体" panose="02010601030101010101" pitchFamily="2" charset="-122"/>
                <a:ea typeface="方正舒体" panose="02010601030101010101" pitchFamily="2" charset="-122"/>
              </a:rPr>
              <a:t>At the railway station</a:t>
            </a:r>
            <a:endParaRPr lang="zh-CN" altLang="en-US" sz="2400" b="1" dirty="0">
              <a:latin typeface="方正舒体" panose="02010601030101010101" pitchFamily="2" charset="-122"/>
              <a:ea typeface="方正舒体" panose="02010601030101010101" pitchFamily="2" charset="-122"/>
            </a:endParaRPr>
          </a:p>
        </p:txBody>
      </p:sp>
      <p:sp>
        <p:nvSpPr>
          <p:cNvPr id="13" name="Text Box 3"/>
          <p:cNvSpPr txBox="1">
            <a:spLocks noChangeArrowheads="1"/>
          </p:cNvSpPr>
          <p:nvPr/>
        </p:nvSpPr>
        <p:spPr bwMode="auto">
          <a:xfrm>
            <a:off x="1751013" y="1670050"/>
            <a:ext cx="7323138" cy="457358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B Pinyinok-D"/>
                <a:ea typeface="GB Pinyinok-D"/>
                <a:cs typeface="GB Pinyinok-D"/>
                <a:sym typeface="宋体" panose="02010600030101010101" pitchFamily="2" charset="-122"/>
              </a:rPr>
              <a:t>    Nǐ zài nǎr ɡōnɡzuò?  </a:t>
            </a:r>
          </a:p>
          <a:p>
            <a:pPr marL="0" marR="0" lvl="0" indent="0" algn="l" defTabSz="914400" rtl="0" eaLnBrk="1" fontAlgn="base" latinLnBrk="0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A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：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你  在 哪儿  工作？</a:t>
            </a:r>
          </a:p>
          <a:p>
            <a:pPr marL="0" marR="0" lvl="0" indent="0" algn="l" defTabSz="914400" rtl="0" eaLnBrk="1" fontAlgn="base" latinLnBrk="0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B Pinyinok-D"/>
                <a:ea typeface="GB Pinyinok-D"/>
                <a:cs typeface="GB Pinyinok-D"/>
                <a:sym typeface="宋体" panose="02010600030101010101" pitchFamily="2" charset="-122"/>
              </a:rPr>
              <a:t>   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GB Pinyinok-D"/>
                <a:ea typeface="GB Pinyinok-D"/>
                <a:cs typeface="GB Pinyinok-D"/>
                <a:sym typeface="宋体" panose="02010600030101010101" pitchFamily="2" charset="-122"/>
              </a:rPr>
              <a:t>Wǒ zài xuéxiào ɡōnɡzuò.</a:t>
            </a:r>
          </a:p>
          <a:p>
            <a:pPr marL="0" marR="0" lvl="0" indent="0" algn="l" defTabSz="914400" rtl="0" eaLnBrk="1" fontAlgn="base" latinLnBrk="0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B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：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我   在    学校      工作。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n-cs"/>
              <a:sym typeface="宋体" panose="02010600030101010101" pitchFamily="2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   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B Pinyinok-D"/>
                <a:ea typeface="GB Pinyinok-D"/>
                <a:cs typeface="GB Pinyinok-D"/>
                <a:sym typeface="宋体" panose="02010600030101010101" pitchFamily="2" charset="-122"/>
              </a:rPr>
              <a:t>Nǐ érzi zài nǎr ɡōnɡzuò?</a:t>
            </a:r>
          </a:p>
          <a:p>
            <a:pPr marL="0" marR="0" lvl="0" indent="0" algn="l" defTabSz="914400" rtl="0" eaLnBrk="1" fontAlgn="base" latinLnBrk="0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A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：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你 儿子  在 哪儿 工作？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n-cs"/>
              <a:sym typeface="宋体" panose="02010600030101010101" pitchFamily="2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   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GB Pinyinok-D"/>
                <a:ea typeface="GB Pinyinok-D"/>
                <a:cs typeface="GB Pinyinok-D"/>
                <a:sym typeface="宋体" panose="02010600030101010101" pitchFamily="2" charset="-122"/>
              </a:rPr>
              <a:t>Wǒ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GB Pinyinok-D"/>
                <a:ea typeface="GB Pinyinok-D"/>
                <a:cs typeface="GB Pinyinok-D"/>
                <a:sym typeface="宋体" panose="02010600030101010101" pitchFamily="2" charset="-122"/>
              </a:rPr>
              <a:t>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GB Pinyinok-D"/>
                <a:ea typeface="GB Pinyinok-D"/>
                <a:cs typeface="GB Pinyinok-D"/>
                <a:sym typeface="宋体" panose="02010600030101010101" pitchFamily="2" charset="-122"/>
              </a:rPr>
              <a:t>érzi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GB Pinyinok-D"/>
                <a:ea typeface="GB Pinyinok-D"/>
                <a:cs typeface="GB Pinyinok-D"/>
                <a:sym typeface="宋体" panose="02010600030101010101" pitchFamily="2" charset="-122"/>
              </a:rPr>
              <a:t>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GB Pinyinok-D"/>
                <a:ea typeface="GB Pinyinok-D"/>
                <a:cs typeface="GB Pinyinok-D"/>
                <a:sym typeface="宋体" panose="02010600030101010101" pitchFamily="2" charset="-122"/>
              </a:rPr>
              <a:t>zài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GB Pinyinok-D"/>
                <a:ea typeface="GB Pinyinok-D"/>
                <a:cs typeface="GB Pinyinok-D"/>
                <a:sym typeface="宋体" panose="02010600030101010101" pitchFamily="2" charset="-122"/>
              </a:rPr>
              <a:t>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GB Pinyinok-D"/>
                <a:ea typeface="GB Pinyinok-D"/>
                <a:cs typeface="GB Pinyinok-D"/>
                <a:sym typeface="宋体" panose="02010600030101010101" pitchFamily="2" charset="-122"/>
              </a:rPr>
              <a:t>yīyuàn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GB Pinyinok-D"/>
                <a:ea typeface="GB Pinyinok-D"/>
                <a:cs typeface="GB Pinyinok-D"/>
                <a:sym typeface="宋体" panose="02010600030101010101" pitchFamily="2" charset="-122"/>
              </a:rPr>
              <a:t>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GB Pinyinok-D"/>
                <a:ea typeface="GB Pinyinok-D"/>
                <a:cs typeface="GB Pinyinok-D"/>
                <a:sym typeface="宋体" panose="02010600030101010101" pitchFamily="2" charset="-122"/>
              </a:rPr>
              <a:t>ɡōnɡzuò,tā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GB Pinyinok-D"/>
                <a:ea typeface="GB Pinyinok-D"/>
                <a:cs typeface="GB Pinyinok-D"/>
                <a:sym typeface="宋体" panose="02010600030101010101" pitchFamily="2" charset="-122"/>
              </a:rPr>
              <a:t>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GB Pinyinok-D"/>
                <a:ea typeface="GB Pinyinok-D"/>
                <a:cs typeface="GB Pinyinok-D"/>
                <a:sym typeface="宋体" panose="02010600030101010101" pitchFamily="2" charset="-122"/>
              </a:rPr>
              <a:t>shì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GB Pinyinok-D"/>
                <a:ea typeface="GB Pinyinok-D"/>
                <a:cs typeface="GB Pinyinok-D"/>
                <a:sym typeface="宋体" panose="02010600030101010101" pitchFamily="2" charset="-122"/>
              </a:rPr>
              <a:t>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GB Pinyinok-D"/>
                <a:ea typeface="GB Pinyinok-D"/>
                <a:cs typeface="GB Pinyinok-D"/>
                <a:sym typeface="宋体" panose="02010600030101010101" pitchFamily="2" charset="-122"/>
              </a:rPr>
              <a:t>yīshēnɡ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.</a:t>
            </a:r>
          </a:p>
          <a:p>
            <a:pPr marL="0" marR="0" lvl="0" indent="0" algn="l" defTabSz="914400" rtl="0" eaLnBrk="1" fontAlgn="base" latinLnBrk="0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B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：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我  儿子 在    医院     工作，他 是    医生。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n-cs"/>
              <a:sym typeface="宋体" panose="02010600030101010101" pitchFamily="2" charset="-122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1138" name="AutoShape 4"/>
          <p:cNvCxnSpPr/>
          <p:nvPr/>
        </p:nvCxnSpPr>
        <p:spPr>
          <a:xfrm flipH="1" flipV="1">
            <a:off x="119063" y="-15875"/>
            <a:ext cx="12700" cy="6872288"/>
          </a:xfrm>
          <a:prstGeom prst="straightConnector1">
            <a:avLst/>
          </a:prstGeom>
          <a:ln w="228600" cap="flat" cmpd="sng">
            <a:solidFill>
              <a:srgbClr val="003399"/>
            </a:solidFill>
            <a:prstDash val="solid"/>
            <a:headEnd type="none" w="med" len="med"/>
            <a:tailEnd type="none" w="med" len="med"/>
          </a:ln>
        </p:spPr>
      </p:cxnSp>
      <p:grpSp>
        <p:nvGrpSpPr>
          <p:cNvPr id="91139" name="组合 8"/>
          <p:cNvGrpSpPr/>
          <p:nvPr/>
        </p:nvGrpSpPr>
        <p:grpSpPr>
          <a:xfrm>
            <a:off x="307975" y="6350"/>
            <a:ext cx="2525713" cy="646113"/>
            <a:chOff x="308629" y="6819"/>
            <a:chExt cx="2524299" cy="646331"/>
          </a:xfrm>
        </p:grpSpPr>
        <p:sp>
          <p:nvSpPr>
            <p:cNvPr id="10" name="Text Box 4"/>
            <p:cNvSpPr txBox="1">
              <a:spLocks noChangeArrowheads="1"/>
            </p:cNvSpPr>
            <p:nvPr/>
          </p:nvSpPr>
          <p:spPr bwMode="auto">
            <a:xfrm>
              <a:off x="329255" y="6819"/>
              <a:ext cx="2503673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8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"/>
                <a:defRPr sz="2000">
                  <a:solidFill>
                    <a:schemeClr val="accent2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1pPr>
              <a:lvl2pPr marL="742950" indent="-285750">
                <a:lnSpc>
                  <a:spcPct val="130000"/>
                </a:lnSpc>
                <a:buFont typeface="Calibri" panose="020F0502020204030204" pitchFamily="34" charset="0"/>
                <a:buChar char=" 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 sz="2000"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3600" b="1" i="0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课文</a:t>
              </a:r>
              <a:r>
                <a:rPr kumimoji="0" lang="en-US" altLang="zh-CN" sz="3600" b="1" i="1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Text 2</a:t>
              </a:r>
              <a:endParaRPr kumimoji="0" lang="zh-CN" altLang="en-US" sz="3600" b="1" i="1" u="none" strike="noStrike" kern="1200" cap="none" spc="0" normalizeH="0" baseline="0" noProof="0" dirty="0">
                <a:ln>
                  <a:noFill/>
                </a:ln>
                <a:solidFill>
                  <a:srgbClr val="D09E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endParaRPr>
            </a:p>
          </p:txBody>
        </p:sp>
        <p:cxnSp>
          <p:nvCxnSpPr>
            <p:cNvPr id="11" name="直接连接符 10"/>
            <p:cNvCxnSpPr/>
            <p:nvPr/>
          </p:nvCxnSpPr>
          <p:spPr>
            <a:xfrm>
              <a:off x="308629" y="653150"/>
              <a:ext cx="2524299" cy="0"/>
            </a:xfrm>
            <a:prstGeom prst="line">
              <a:avLst/>
            </a:prstGeom>
            <a:ln w="69850" cmpd="thickThin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1140" name="Rectangle 2"/>
          <p:cNvSpPr/>
          <p:nvPr/>
        </p:nvSpPr>
        <p:spPr>
          <a:xfrm>
            <a:off x="755650" y="1620838"/>
            <a:ext cx="10358438" cy="4654550"/>
          </a:xfrm>
          <a:prstGeom prst="rect">
            <a:avLst/>
          </a:prstGeom>
          <a:solidFill>
            <a:srgbClr val="C00000">
              <a:alpha val="14902"/>
            </a:srgbClr>
          </a:solidFill>
          <a:ln w="12700" cap="flat" cmpd="sng">
            <a:solidFill>
              <a:srgbClr val="288149"/>
            </a:solidFill>
            <a:prstDash val="dash"/>
            <a:miter/>
            <a:headEnd type="none" w="med" len="med"/>
            <a:tailEnd type="none" w="med" len="med"/>
          </a:ln>
        </p:spPr>
        <p:txBody>
          <a:bodyPr anchor="ctr" anchorCtr="0"/>
          <a:lstStyle/>
          <a:p>
            <a:pPr eaLnBrk="0" hangingPunct="0"/>
            <a:endParaRPr lang="zh-CN" altLang="en-US" dirty="0">
              <a:solidFill>
                <a:srgbClr val="99FF99"/>
              </a:solidFill>
              <a:latin typeface="Arial" panose="020B0604020202020204" pitchFamily="34" charset="0"/>
            </a:endParaRPr>
          </a:p>
        </p:txBody>
      </p:sp>
      <p:sp>
        <p:nvSpPr>
          <p:cNvPr id="91141" name="TextBox 8"/>
          <p:cNvSpPr txBox="1"/>
          <p:nvPr/>
        </p:nvSpPr>
        <p:spPr>
          <a:xfrm>
            <a:off x="1057275" y="1071563"/>
            <a:ext cx="4697413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在车站</a:t>
            </a:r>
            <a:r>
              <a:rPr lang="zh-CN" altLang="en-US" sz="2400" b="1" dirty="0">
                <a:latin typeface="方正舒体" panose="02010601030101010101" pitchFamily="2" charset="-122"/>
                <a:ea typeface="方正舒体" panose="02010601030101010101" pitchFamily="2" charset="-122"/>
              </a:rPr>
              <a:t> </a:t>
            </a:r>
            <a:r>
              <a:rPr lang="en-US" altLang="zh-CN" sz="2400" b="1" dirty="0">
                <a:latin typeface="方正舒体" panose="02010601030101010101" pitchFamily="2" charset="-122"/>
                <a:ea typeface="方正舒体" panose="02010601030101010101" pitchFamily="2" charset="-122"/>
              </a:rPr>
              <a:t>At the railway station</a:t>
            </a:r>
            <a:endParaRPr lang="zh-CN" altLang="en-US" sz="2400" b="1" dirty="0">
              <a:latin typeface="方正舒体" panose="02010601030101010101" pitchFamily="2" charset="-122"/>
              <a:ea typeface="方正舒体" panose="02010601030101010101" pitchFamily="2" charset="-122"/>
            </a:endParaRPr>
          </a:p>
        </p:txBody>
      </p:sp>
      <p:sp>
        <p:nvSpPr>
          <p:cNvPr id="13" name="Text Box 3"/>
          <p:cNvSpPr txBox="1">
            <a:spLocks noChangeArrowheads="1"/>
          </p:cNvSpPr>
          <p:nvPr/>
        </p:nvSpPr>
        <p:spPr bwMode="auto">
          <a:xfrm>
            <a:off x="1751013" y="1449388"/>
            <a:ext cx="7323138" cy="457358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B Pinyinok-D"/>
                <a:ea typeface="GB Pinyinok-D"/>
                <a:cs typeface="GB Pinyinok-D"/>
                <a:sym typeface="宋体" panose="02010600030101010101" pitchFamily="2" charset="-122"/>
              </a:rPr>
              <a:t>   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  </a:t>
            </a:r>
          </a:p>
          <a:p>
            <a:pPr marL="0" marR="0" lvl="0" indent="0" algn="l" defTabSz="914400" rtl="0" eaLnBrk="1" fontAlgn="base" latinLnBrk="0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A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：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你在哪儿工作？</a:t>
            </a:r>
          </a:p>
          <a:p>
            <a:pPr marL="0" marR="0" lvl="0" indent="0" algn="l" defTabSz="914400" rtl="0" eaLnBrk="1" fontAlgn="base" latinLnBrk="0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    </a:t>
            </a:r>
          </a:p>
          <a:p>
            <a:pPr marL="0" marR="0" lvl="0" indent="0" algn="l" defTabSz="914400" rtl="0" eaLnBrk="1" fontAlgn="base" latinLnBrk="0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B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：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我在学校工作。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n-cs"/>
              <a:sym typeface="宋体" panose="02010600030101010101" pitchFamily="2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    </a:t>
            </a:r>
          </a:p>
          <a:p>
            <a:pPr marL="0" marR="0" lvl="0" indent="0" algn="l" defTabSz="914400" rtl="0" eaLnBrk="1" fontAlgn="base" latinLnBrk="0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A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：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你儿子在哪儿工作？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n-cs"/>
              <a:sym typeface="宋体" panose="02010600030101010101" pitchFamily="2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SimSun-ExtB" panose="02010609060101010101" pitchFamily="49" charset="-122"/>
              <a:ea typeface="SimSun-ExtB" panose="02010609060101010101" pitchFamily="49" charset="-122"/>
              <a:cs typeface="+mn-cs"/>
              <a:sym typeface="宋体" panose="02010600030101010101" pitchFamily="2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B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：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我儿子在医院工作，他是医生。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n-cs"/>
              <a:sym typeface="宋体" panose="02010600030101010101" pitchFamily="2" charset="-122"/>
            </a:endParaRPr>
          </a:p>
        </p:txBody>
      </p:sp>
      <p:pic>
        <p:nvPicPr>
          <p:cNvPr id="12" name="Picture 2"/>
          <p:cNvPicPr>
            <a:picLocks noChangeArrowheads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8636000" y="2206625"/>
            <a:ext cx="1728788" cy="216058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2162" name="AutoShape 4"/>
          <p:cNvCxnSpPr/>
          <p:nvPr/>
        </p:nvCxnSpPr>
        <p:spPr>
          <a:xfrm flipH="1" flipV="1">
            <a:off x="119063" y="-15875"/>
            <a:ext cx="12700" cy="6872288"/>
          </a:xfrm>
          <a:prstGeom prst="straightConnector1">
            <a:avLst/>
          </a:prstGeom>
          <a:ln w="228600" cap="flat" cmpd="sng">
            <a:solidFill>
              <a:srgbClr val="003399"/>
            </a:solidFill>
            <a:prstDash val="solid"/>
            <a:headEnd type="none" w="med" len="med"/>
            <a:tailEnd type="none" w="med" len="med"/>
          </a:ln>
        </p:spPr>
      </p:cxnSp>
      <p:grpSp>
        <p:nvGrpSpPr>
          <p:cNvPr id="92163" name="组合 8"/>
          <p:cNvGrpSpPr/>
          <p:nvPr/>
        </p:nvGrpSpPr>
        <p:grpSpPr>
          <a:xfrm>
            <a:off x="307975" y="6350"/>
            <a:ext cx="2525713" cy="646113"/>
            <a:chOff x="308629" y="6819"/>
            <a:chExt cx="2524299" cy="646331"/>
          </a:xfrm>
        </p:grpSpPr>
        <p:sp>
          <p:nvSpPr>
            <p:cNvPr id="10" name="Text Box 4"/>
            <p:cNvSpPr txBox="1">
              <a:spLocks noChangeArrowheads="1"/>
            </p:cNvSpPr>
            <p:nvPr/>
          </p:nvSpPr>
          <p:spPr bwMode="auto">
            <a:xfrm>
              <a:off x="329255" y="6819"/>
              <a:ext cx="2503673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8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"/>
                <a:defRPr sz="2000">
                  <a:solidFill>
                    <a:schemeClr val="accent2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1pPr>
              <a:lvl2pPr marL="742950" indent="-285750">
                <a:lnSpc>
                  <a:spcPct val="130000"/>
                </a:lnSpc>
                <a:buFont typeface="Calibri" panose="020F0502020204030204" pitchFamily="34" charset="0"/>
                <a:buChar char=" 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 sz="2000"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3600" b="1" i="0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课文</a:t>
              </a:r>
              <a:r>
                <a:rPr kumimoji="0" lang="en-US" altLang="zh-CN" sz="3600" b="1" i="1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Text 3</a:t>
              </a:r>
              <a:endParaRPr kumimoji="0" lang="zh-CN" altLang="en-US" sz="3600" b="1" i="1" u="none" strike="noStrike" kern="1200" cap="none" spc="0" normalizeH="0" baseline="0" noProof="0" dirty="0">
                <a:ln>
                  <a:noFill/>
                </a:ln>
                <a:solidFill>
                  <a:srgbClr val="D09E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endParaRPr>
            </a:p>
          </p:txBody>
        </p:sp>
        <p:cxnSp>
          <p:nvCxnSpPr>
            <p:cNvPr id="11" name="直接连接符 10"/>
            <p:cNvCxnSpPr/>
            <p:nvPr/>
          </p:nvCxnSpPr>
          <p:spPr>
            <a:xfrm>
              <a:off x="308629" y="653150"/>
              <a:ext cx="2524299" cy="0"/>
            </a:xfrm>
            <a:prstGeom prst="line">
              <a:avLst/>
            </a:prstGeom>
            <a:ln w="69850" cmpd="thickThin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Rectangle 2"/>
          <p:cNvSpPr>
            <a:spLocks noChangeArrowheads="1"/>
          </p:cNvSpPr>
          <p:nvPr/>
        </p:nvSpPr>
        <p:spPr bwMode="auto">
          <a:xfrm>
            <a:off x="1057275" y="1636713"/>
            <a:ext cx="10039350" cy="4652963"/>
          </a:xfrm>
          <a:prstGeom prst="rect">
            <a:avLst/>
          </a:prstGeom>
          <a:solidFill>
            <a:schemeClr val="accent4">
              <a:alpha val="14902"/>
            </a:schemeClr>
          </a:solidFill>
          <a:ln w="12700">
            <a:solidFill>
              <a:schemeClr val="accent4"/>
            </a:solidFill>
            <a:prstDash val="dash"/>
            <a:miter lim="800000"/>
          </a:ln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3074" name="Picture 2"/>
          <p:cNvPicPr>
            <a:picLocks noChangeArrowheads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7961313" y="2187575"/>
            <a:ext cx="2432050" cy="162083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5" name="Text Box 3"/>
          <p:cNvSpPr txBox="1">
            <a:spLocks noChangeArrowheads="1"/>
          </p:cNvSpPr>
          <p:nvPr/>
        </p:nvSpPr>
        <p:spPr bwMode="auto">
          <a:xfrm>
            <a:off x="2012950" y="1668463"/>
            <a:ext cx="7323138" cy="474662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B Pinyinok-D"/>
                <a:ea typeface="GB Pinyinok-D"/>
                <a:cs typeface="GB Pinyinok-D"/>
                <a:sym typeface="宋体" panose="02010600030101010101" pitchFamily="2" charset="-122"/>
              </a:rPr>
              <a:t>   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Nǐ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bàbɑ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zài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jiā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mɑ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?   </a:t>
            </a:r>
          </a:p>
          <a:p>
            <a:pPr marL="0" marR="0" lvl="0" indent="0" algn="l" defTabSz="914400" rtl="0" eaLnBrk="1" fontAlgn="base" latinLnBrk="0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A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：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你 爸爸  在   家  吗？</a:t>
            </a:r>
          </a:p>
          <a:p>
            <a:pPr marL="0" marR="0" lvl="0" indent="0" algn="l" defTabSz="914400" rtl="0" eaLnBrk="1" fontAlgn="base" latinLnBrk="0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   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Bú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zài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jiā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.</a:t>
            </a:r>
          </a:p>
          <a:p>
            <a:pPr marL="0" marR="0" lvl="0" indent="0" algn="l" defTabSz="914400" rtl="0" eaLnBrk="1" fontAlgn="base" latinLnBrk="0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B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：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不   在   家。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n-cs"/>
              <a:sym typeface="宋体" panose="02010600030101010101" pitchFamily="2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   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Tā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zài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nǎr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 ne?</a:t>
            </a:r>
          </a:p>
          <a:p>
            <a:pPr marL="0" marR="0" lvl="0" indent="0" algn="l" defTabSz="914400" rtl="0" eaLnBrk="1" fontAlgn="base" latinLnBrk="0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A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：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他  在 哪儿 呢？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n-cs"/>
              <a:sym typeface="宋体" panose="02010600030101010101" pitchFamily="2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   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Tā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zài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yīyuàn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.</a:t>
            </a:r>
          </a:p>
          <a:p>
            <a:pPr marL="0" marR="0" lvl="0" indent="0" algn="l" defTabSz="914400" rtl="0" eaLnBrk="1" fontAlgn="base" latinLnBrk="0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B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：他  在   医院。</a:t>
            </a:r>
          </a:p>
        </p:txBody>
      </p:sp>
      <p:sp>
        <p:nvSpPr>
          <p:cNvPr id="92167" name="TextBox 8"/>
          <p:cNvSpPr txBox="1"/>
          <p:nvPr/>
        </p:nvSpPr>
        <p:spPr>
          <a:xfrm>
            <a:off x="1057275" y="1071563"/>
            <a:ext cx="4697413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打电话</a:t>
            </a:r>
            <a:r>
              <a:rPr lang="zh-CN" altLang="en-US" sz="2400" b="1" dirty="0">
                <a:latin typeface="方正舒体" panose="02010601030101010101" pitchFamily="2" charset="-122"/>
                <a:ea typeface="方正舒体" panose="02010601030101010101" pitchFamily="2" charset="-122"/>
              </a:rPr>
              <a:t> </a:t>
            </a:r>
            <a:r>
              <a:rPr lang="en-US" altLang="zh-CN" sz="2400" b="1" dirty="0">
                <a:latin typeface="方正舒体" panose="02010601030101010101" pitchFamily="2" charset="-122"/>
                <a:ea typeface="方正舒体" panose="02010601030101010101" pitchFamily="2" charset="-122"/>
              </a:rPr>
              <a:t>On the phone</a:t>
            </a:r>
            <a:endParaRPr lang="zh-CN" altLang="en-US" sz="2400" b="1" dirty="0">
              <a:latin typeface="方正舒体" panose="02010601030101010101" pitchFamily="2" charset="-122"/>
              <a:ea typeface="方正舒体" panose="02010601030101010101" pitchFamily="2" charset="-122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3186" name="AutoShape 4"/>
          <p:cNvCxnSpPr/>
          <p:nvPr/>
        </p:nvCxnSpPr>
        <p:spPr>
          <a:xfrm flipH="1" flipV="1">
            <a:off x="119063" y="-15875"/>
            <a:ext cx="12700" cy="6872288"/>
          </a:xfrm>
          <a:prstGeom prst="straightConnector1">
            <a:avLst/>
          </a:prstGeom>
          <a:ln w="228600" cap="flat" cmpd="sng">
            <a:solidFill>
              <a:srgbClr val="003399"/>
            </a:solidFill>
            <a:prstDash val="solid"/>
            <a:headEnd type="none" w="med" len="med"/>
            <a:tailEnd type="none" w="med" len="med"/>
          </a:ln>
        </p:spPr>
      </p:cxnSp>
      <p:grpSp>
        <p:nvGrpSpPr>
          <p:cNvPr id="93187" name="组合 8"/>
          <p:cNvGrpSpPr/>
          <p:nvPr/>
        </p:nvGrpSpPr>
        <p:grpSpPr>
          <a:xfrm>
            <a:off x="307975" y="6350"/>
            <a:ext cx="2525713" cy="646113"/>
            <a:chOff x="308629" y="6819"/>
            <a:chExt cx="2524299" cy="646331"/>
          </a:xfrm>
        </p:grpSpPr>
        <p:sp>
          <p:nvSpPr>
            <p:cNvPr id="10" name="Text Box 4"/>
            <p:cNvSpPr txBox="1">
              <a:spLocks noChangeArrowheads="1"/>
            </p:cNvSpPr>
            <p:nvPr/>
          </p:nvSpPr>
          <p:spPr bwMode="auto">
            <a:xfrm>
              <a:off x="329255" y="6819"/>
              <a:ext cx="2503673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8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"/>
                <a:defRPr sz="2000">
                  <a:solidFill>
                    <a:schemeClr val="accent2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1pPr>
              <a:lvl2pPr marL="742950" indent="-285750">
                <a:lnSpc>
                  <a:spcPct val="130000"/>
                </a:lnSpc>
                <a:buFont typeface="Calibri" panose="020F0502020204030204" pitchFamily="34" charset="0"/>
                <a:buChar char=" 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 sz="2000"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3600" b="1" i="0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课文</a:t>
              </a:r>
              <a:r>
                <a:rPr kumimoji="0" lang="en-US" altLang="zh-CN" sz="3600" b="1" i="1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Text 3</a:t>
              </a:r>
              <a:endParaRPr kumimoji="0" lang="zh-CN" altLang="en-US" sz="3600" b="1" i="1" u="none" strike="noStrike" kern="1200" cap="none" spc="0" normalizeH="0" baseline="0" noProof="0" dirty="0">
                <a:ln>
                  <a:noFill/>
                </a:ln>
                <a:solidFill>
                  <a:srgbClr val="D09E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endParaRPr>
            </a:p>
          </p:txBody>
        </p:sp>
        <p:cxnSp>
          <p:nvCxnSpPr>
            <p:cNvPr id="11" name="直接连接符 10"/>
            <p:cNvCxnSpPr/>
            <p:nvPr/>
          </p:nvCxnSpPr>
          <p:spPr>
            <a:xfrm>
              <a:off x="308629" y="653150"/>
              <a:ext cx="2524299" cy="0"/>
            </a:xfrm>
            <a:prstGeom prst="line">
              <a:avLst/>
            </a:prstGeom>
            <a:ln w="69850" cmpd="thickThin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Rectangle 2"/>
          <p:cNvSpPr>
            <a:spLocks noChangeArrowheads="1"/>
          </p:cNvSpPr>
          <p:nvPr/>
        </p:nvSpPr>
        <p:spPr bwMode="auto">
          <a:xfrm>
            <a:off x="1057275" y="1636713"/>
            <a:ext cx="10039350" cy="4652963"/>
          </a:xfrm>
          <a:prstGeom prst="rect">
            <a:avLst/>
          </a:prstGeom>
          <a:solidFill>
            <a:schemeClr val="accent4">
              <a:alpha val="14902"/>
            </a:schemeClr>
          </a:solidFill>
          <a:ln w="12700">
            <a:solidFill>
              <a:schemeClr val="accent4"/>
            </a:solidFill>
            <a:prstDash val="dash"/>
            <a:miter lim="800000"/>
          </a:ln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3074" name="Picture 2"/>
          <p:cNvPicPr>
            <a:picLocks noChangeArrowheads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7961313" y="2187575"/>
            <a:ext cx="2432050" cy="162083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5" name="Text Box 3"/>
          <p:cNvSpPr txBox="1">
            <a:spLocks noChangeArrowheads="1"/>
          </p:cNvSpPr>
          <p:nvPr/>
        </p:nvSpPr>
        <p:spPr bwMode="auto">
          <a:xfrm>
            <a:off x="2012950" y="1431925"/>
            <a:ext cx="7323138" cy="457358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B Pinyinok-D"/>
                <a:ea typeface="GB Pinyinok-D"/>
                <a:cs typeface="GB Pinyinok-D"/>
                <a:sym typeface="宋体" panose="02010600030101010101" pitchFamily="2" charset="-122"/>
              </a:rPr>
              <a:t>      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SimSun-ExtB" panose="02010609060101010101" pitchFamily="49" charset="-122"/>
              <a:ea typeface="SimSun-ExtB" panose="02010609060101010101" pitchFamily="49" charset="-122"/>
              <a:cs typeface="+mn-cs"/>
              <a:sym typeface="宋体" panose="02010600030101010101" pitchFamily="2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A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：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你爸爸在家吗？</a:t>
            </a:r>
          </a:p>
          <a:p>
            <a:pPr marL="0" marR="0" lvl="0" indent="0" algn="l" defTabSz="914400" rtl="0" eaLnBrk="1" fontAlgn="base" latinLnBrk="0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    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SimSun-ExtB" panose="02010609060101010101" pitchFamily="49" charset="-122"/>
              <a:ea typeface="SimSun-ExtB" panose="02010609060101010101" pitchFamily="49" charset="-122"/>
              <a:cs typeface="+mn-cs"/>
              <a:sym typeface="宋体" panose="02010600030101010101" pitchFamily="2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B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：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不在家。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n-cs"/>
              <a:sym typeface="宋体" panose="02010600030101010101" pitchFamily="2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    </a:t>
            </a:r>
          </a:p>
          <a:p>
            <a:pPr marL="0" marR="0" lvl="0" indent="0" algn="l" defTabSz="914400" rtl="0" eaLnBrk="1" fontAlgn="base" latinLnBrk="0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A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：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他在哪儿呢？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n-cs"/>
              <a:sym typeface="宋体" panose="02010600030101010101" pitchFamily="2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SimSun-ExtB" panose="02010609060101010101" pitchFamily="49" charset="-122"/>
              <a:ea typeface="SimSun-ExtB" panose="02010609060101010101" pitchFamily="49" charset="-122"/>
              <a:cs typeface="+mn-cs"/>
              <a:sym typeface="宋体" panose="02010600030101010101" pitchFamily="2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B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：他在医院。</a:t>
            </a:r>
          </a:p>
        </p:txBody>
      </p:sp>
      <p:sp>
        <p:nvSpPr>
          <p:cNvPr id="93191" name="TextBox 8"/>
          <p:cNvSpPr txBox="1"/>
          <p:nvPr/>
        </p:nvSpPr>
        <p:spPr>
          <a:xfrm>
            <a:off x="1057275" y="1071563"/>
            <a:ext cx="4697413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打电话</a:t>
            </a:r>
            <a:r>
              <a:rPr lang="zh-CN" altLang="en-US" sz="2400" b="1" dirty="0">
                <a:latin typeface="方正舒体" panose="02010601030101010101" pitchFamily="2" charset="-122"/>
                <a:ea typeface="方正舒体" panose="02010601030101010101" pitchFamily="2" charset="-122"/>
              </a:rPr>
              <a:t> </a:t>
            </a:r>
            <a:r>
              <a:rPr lang="en-US" altLang="zh-CN" sz="2400" b="1" dirty="0">
                <a:latin typeface="方正舒体" panose="02010601030101010101" pitchFamily="2" charset="-122"/>
                <a:ea typeface="方正舒体" panose="02010601030101010101" pitchFamily="2" charset="-122"/>
              </a:rPr>
              <a:t>On the phone</a:t>
            </a:r>
            <a:endParaRPr lang="zh-CN" altLang="en-US" sz="2400" b="1" dirty="0">
              <a:latin typeface="方正舒体" panose="02010601030101010101" pitchFamily="2" charset="-122"/>
              <a:ea typeface="方正舒体" panose="02010601030101010101" pitchFamily="2" charset="-122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圆角矩形 14"/>
          <p:cNvSpPr/>
          <p:nvPr/>
        </p:nvSpPr>
        <p:spPr>
          <a:xfrm>
            <a:off x="628686" y="2241285"/>
            <a:ext cx="10191714" cy="3954563"/>
          </a:xfrm>
          <a:prstGeom prst="roundRect">
            <a:avLst/>
          </a:prstGeom>
          <a:solidFill>
            <a:srgbClr val="CCFF99">
              <a:alpha val="48000"/>
            </a:srgb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cxnSp>
        <p:nvCxnSpPr>
          <p:cNvPr id="94213" name="AutoShape 4"/>
          <p:cNvCxnSpPr/>
          <p:nvPr/>
        </p:nvCxnSpPr>
        <p:spPr>
          <a:xfrm flipH="1" flipV="1">
            <a:off x="119063" y="-15875"/>
            <a:ext cx="12700" cy="6872288"/>
          </a:xfrm>
          <a:prstGeom prst="straightConnector1">
            <a:avLst/>
          </a:prstGeom>
          <a:ln w="228600" cap="flat" cmpd="sng">
            <a:solidFill>
              <a:srgbClr val="003399"/>
            </a:solidFill>
            <a:prstDash val="solid"/>
            <a:headEnd type="none" w="med" len="med"/>
            <a:tailEnd type="none" w="med" len="med"/>
          </a:ln>
        </p:spPr>
      </p:cxnSp>
      <p:grpSp>
        <p:nvGrpSpPr>
          <p:cNvPr id="94214" name="组合 8"/>
          <p:cNvGrpSpPr/>
          <p:nvPr/>
        </p:nvGrpSpPr>
        <p:grpSpPr>
          <a:xfrm>
            <a:off x="307975" y="6350"/>
            <a:ext cx="3216275" cy="646113"/>
            <a:chOff x="308629" y="6819"/>
            <a:chExt cx="3214777" cy="646549"/>
          </a:xfrm>
        </p:grpSpPr>
        <p:sp>
          <p:nvSpPr>
            <p:cNvPr id="10" name="Text Box 4"/>
            <p:cNvSpPr txBox="1">
              <a:spLocks noChangeArrowheads="1"/>
            </p:cNvSpPr>
            <p:nvPr/>
          </p:nvSpPr>
          <p:spPr bwMode="auto">
            <a:xfrm>
              <a:off x="329257" y="6819"/>
              <a:ext cx="3194149" cy="646549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8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"/>
                <a:defRPr sz="2000">
                  <a:solidFill>
                    <a:schemeClr val="accent2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1pPr>
              <a:lvl2pPr marL="742950" indent="-285750">
                <a:lnSpc>
                  <a:spcPct val="130000"/>
                </a:lnSpc>
                <a:buFont typeface="Calibri" panose="020F0502020204030204" pitchFamily="34" charset="0"/>
                <a:buChar char=" 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 sz="2000"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3600" b="1" i="0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练习</a:t>
              </a:r>
              <a:r>
                <a:rPr kumimoji="0" lang="en-US" altLang="zh-CN" sz="3600" b="1" i="1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Exercises</a:t>
              </a:r>
              <a:endParaRPr kumimoji="0" lang="zh-CN" altLang="en-US" sz="3600" b="1" i="1" u="none" strike="noStrike" kern="1200" cap="none" spc="0" normalizeH="0" baseline="0" noProof="0" dirty="0">
                <a:ln>
                  <a:noFill/>
                </a:ln>
                <a:solidFill>
                  <a:srgbClr val="D09E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endParaRPr>
            </a:p>
          </p:txBody>
        </p:sp>
        <p:cxnSp>
          <p:nvCxnSpPr>
            <p:cNvPr id="11" name="直接连接符 10"/>
            <p:cNvCxnSpPr/>
            <p:nvPr/>
          </p:nvCxnSpPr>
          <p:spPr>
            <a:xfrm>
              <a:off x="308629" y="653368"/>
              <a:ext cx="3214777" cy="0"/>
            </a:xfrm>
            <a:prstGeom prst="line">
              <a:avLst/>
            </a:prstGeom>
            <a:ln w="69850" cmpd="thickThin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Text Box 3"/>
          <p:cNvSpPr txBox="1">
            <a:spLocks noChangeArrowheads="1"/>
          </p:cNvSpPr>
          <p:nvPr/>
        </p:nvSpPr>
        <p:spPr bwMode="auto">
          <a:xfrm>
            <a:off x="1479550" y="1930400"/>
            <a:ext cx="10963275" cy="45243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dirty="0">
                <a:latin typeface="华文楷体" panose="02010600040101010101" pitchFamily="2" charset="-122"/>
                <a:ea typeface="华文楷体" panose="02010600040101010101" pitchFamily="2" charset="-122"/>
                <a:sym typeface="宋体" panose="02010600030101010101" pitchFamily="2" charset="-122"/>
              </a:rPr>
              <a:t>   </a:t>
            </a:r>
          </a:p>
          <a:p>
            <a:pPr>
              <a:lnSpc>
                <a:spcPct val="150000"/>
              </a:lnSpc>
            </a:pPr>
            <a:r>
              <a:rPr lang="en-US" altLang="zh-CN" sz="2800" b="1" dirty="0">
                <a:latin typeface="华文楷体" panose="02010600040101010101" pitchFamily="2" charset="-122"/>
                <a:ea typeface="华文楷体" panose="02010600040101010101" pitchFamily="2" charset="-122"/>
                <a:sym typeface="宋体" panose="02010600030101010101" pitchFamily="2" charset="-122"/>
              </a:rPr>
              <a:t>1.</a:t>
            </a:r>
            <a:r>
              <a:rPr lang="zh-CN" altLang="en-US" sz="2800" b="1" dirty="0">
                <a:latin typeface="华文楷体" panose="02010600040101010101" pitchFamily="2" charset="-122"/>
                <a:ea typeface="华文楷体" panose="02010600040101010101" pitchFamily="2" charset="-122"/>
                <a:sym typeface="宋体" panose="02010600030101010101" pitchFamily="2" charset="-122"/>
              </a:rPr>
              <a:t>小狗在哪儿？                            </a:t>
            </a:r>
            <a:r>
              <a:rPr lang="en-US" altLang="zh-CN" sz="2400" dirty="0">
                <a:solidFill>
                  <a:srgbClr val="000000"/>
                </a:solidFill>
                <a:latin typeface="GB Pinyinok-D"/>
                <a:ea typeface="GB Pinyinok-D"/>
                <a:sym typeface="宋体" panose="02010600030101010101" pitchFamily="2" charset="-122"/>
              </a:rPr>
              <a:t>Xiǎoɡǒu zài nǎr?</a:t>
            </a:r>
          </a:p>
          <a:p>
            <a:pPr>
              <a:lnSpc>
                <a:spcPct val="150000"/>
              </a:lnSpc>
            </a:pPr>
            <a:r>
              <a:rPr lang="en-US" altLang="zh-CN" sz="2800" b="1" dirty="0">
                <a:latin typeface="华文楷体" panose="02010600040101010101" pitchFamily="2" charset="-122"/>
                <a:ea typeface="华文楷体" panose="02010600040101010101" pitchFamily="2" charset="-122"/>
                <a:sym typeface="宋体" panose="02010600030101010101" pitchFamily="2" charset="-122"/>
              </a:rPr>
              <a:t>2.</a:t>
            </a:r>
            <a:r>
              <a:rPr lang="zh-CN" altLang="en-US" sz="2800" b="1" dirty="0">
                <a:latin typeface="华文楷体" panose="02010600040101010101" pitchFamily="2" charset="-122"/>
                <a:ea typeface="华文楷体" panose="02010600040101010101" pitchFamily="2" charset="-122"/>
                <a:sym typeface="宋体" panose="02010600030101010101" pitchFamily="2" charset="-122"/>
              </a:rPr>
              <a:t>他在哪儿工作？                        </a:t>
            </a:r>
            <a:r>
              <a:rPr lang="en-US" altLang="zh-CN" sz="2400" dirty="0">
                <a:solidFill>
                  <a:srgbClr val="000000"/>
                </a:solidFill>
                <a:latin typeface="GB Pinyinok-D"/>
                <a:ea typeface="GB Pinyinok-D"/>
                <a:sym typeface="宋体" panose="02010600030101010101" pitchFamily="2" charset="-122"/>
              </a:rPr>
              <a:t>Tā zài nǎr ɡōnɡzuò?</a:t>
            </a:r>
          </a:p>
          <a:p>
            <a:pPr>
              <a:lnSpc>
                <a:spcPct val="150000"/>
              </a:lnSpc>
            </a:pPr>
            <a:r>
              <a:rPr lang="en-US" altLang="zh-CN" sz="2800" b="1" dirty="0">
                <a:latin typeface="华文楷体" panose="02010600040101010101" pitchFamily="2" charset="-122"/>
                <a:ea typeface="华文楷体" panose="02010600040101010101" pitchFamily="2" charset="-122"/>
                <a:sym typeface="宋体" panose="02010600030101010101" pitchFamily="2" charset="-122"/>
              </a:rPr>
              <a:t>3.</a:t>
            </a:r>
            <a:r>
              <a:rPr lang="zh-CN" altLang="en-US" sz="2800" b="1" dirty="0">
                <a:latin typeface="华文楷体" panose="02010600040101010101" pitchFamily="2" charset="-122"/>
                <a:ea typeface="华文楷体" panose="02010600040101010101" pitchFamily="2" charset="-122"/>
                <a:sym typeface="宋体" panose="02010600030101010101" pitchFamily="2" charset="-122"/>
              </a:rPr>
              <a:t>他儿子在哪儿工作？                </a:t>
            </a:r>
            <a:r>
              <a:rPr lang="en-US" altLang="zh-CN" sz="2400" dirty="0">
                <a:solidFill>
                  <a:srgbClr val="000000"/>
                </a:solidFill>
                <a:latin typeface="GB Pinyinok-D"/>
                <a:ea typeface="GB Pinyinok-D"/>
                <a:sym typeface="宋体" panose="02010600030101010101" pitchFamily="2" charset="-122"/>
              </a:rPr>
              <a:t>Tā érzi zài nǎr ɡōnɡzuò?</a:t>
            </a:r>
          </a:p>
          <a:p>
            <a:pPr>
              <a:lnSpc>
                <a:spcPct val="150000"/>
              </a:lnSpc>
            </a:pPr>
            <a:r>
              <a:rPr lang="en-US" altLang="zh-CN" sz="2800" b="1" dirty="0">
                <a:latin typeface="华文楷体" panose="02010600040101010101" pitchFamily="2" charset="-122"/>
                <a:ea typeface="华文楷体" panose="02010600040101010101" pitchFamily="2" charset="-122"/>
                <a:sym typeface="宋体" panose="02010600030101010101" pitchFamily="2" charset="-122"/>
              </a:rPr>
              <a:t>4.</a:t>
            </a:r>
            <a:r>
              <a:rPr lang="zh-CN" altLang="en-US" sz="2800" b="1" dirty="0">
                <a:latin typeface="华文楷体" panose="02010600040101010101" pitchFamily="2" charset="-122"/>
                <a:ea typeface="华文楷体" panose="02010600040101010101" pitchFamily="2" charset="-122"/>
                <a:sym typeface="宋体" panose="02010600030101010101" pitchFamily="2" charset="-122"/>
              </a:rPr>
              <a:t>她爸爸在家吗？</a:t>
            </a:r>
            <a:r>
              <a:rPr lang="en-US" altLang="zh-CN" sz="2800" dirty="0">
                <a:latin typeface="SimSun-ExtB" panose="02010609060101010101" pitchFamily="49" charset="-122"/>
                <a:ea typeface="SimSun-ExtB" panose="02010609060101010101" pitchFamily="49" charset="-122"/>
                <a:sym typeface="宋体" panose="02010600030101010101" pitchFamily="2" charset="-122"/>
              </a:rPr>
              <a:t>            </a:t>
            </a:r>
            <a:r>
              <a:rPr lang="en-US" altLang="zh-CN" sz="2400" dirty="0">
                <a:solidFill>
                  <a:srgbClr val="000000"/>
                </a:solidFill>
                <a:latin typeface="GB Pinyinok-D"/>
                <a:ea typeface="GB Pinyinok-D"/>
                <a:sym typeface="宋体" panose="02010600030101010101" pitchFamily="2" charset="-122"/>
              </a:rPr>
              <a:t>Tā bàbɑ zài jiā mɑ?</a:t>
            </a:r>
          </a:p>
          <a:p>
            <a:pPr>
              <a:lnSpc>
                <a:spcPct val="150000"/>
              </a:lnSpc>
            </a:pPr>
            <a:r>
              <a:rPr lang="en-US" altLang="zh-CN" sz="2800" b="1" dirty="0">
                <a:latin typeface="华文楷体" panose="02010600040101010101" pitchFamily="2" charset="-122"/>
                <a:ea typeface="华文楷体" panose="02010600040101010101" pitchFamily="2" charset="-122"/>
                <a:sym typeface="宋体" panose="02010600030101010101" pitchFamily="2" charset="-122"/>
              </a:rPr>
              <a:t>5.</a:t>
            </a:r>
            <a:r>
              <a:rPr lang="zh-CN" altLang="en-US" sz="2800" b="1" dirty="0">
                <a:latin typeface="华文楷体" panose="02010600040101010101" pitchFamily="2" charset="-122"/>
                <a:ea typeface="华文楷体" panose="02010600040101010101" pitchFamily="2" charset="-122"/>
                <a:sym typeface="宋体" panose="02010600030101010101" pitchFamily="2" charset="-122"/>
              </a:rPr>
              <a:t>她爸爸在哪儿呢？</a:t>
            </a:r>
            <a:r>
              <a:rPr lang="en-US" altLang="zh-CN" sz="2800" dirty="0">
                <a:latin typeface="SimSun-ExtB" panose="02010609060101010101" pitchFamily="49" charset="-122"/>
                <a:ea typeface="SimSun-ExtB" panose="02010609060101010101" pitchFamily="49" charset="-122"/>
                <a:sym typeface="宋体" panose="02010600030101010101" pitchFamily="2" charset="-122"/>
              </a:rPr>
              <a:t>          </a:t>
            </a:r>
            <a:r>
              <a:rPr lang="en-US" altLang="zh-CN" sz="2400" dirty="0">
                <a:solidFill>
                  <a:srgbClr val="000000"/>
                </a:solidFill>
                <a:latin typeface="GB Pinyinok-D"/>
                <a:ea typeface="GB Pinyinok-D"/>
                <a:sym typeface="宋体" panose="02010600030101010101" pitchFamily="2" charset="-122"/>
              </a:rPr>
              <a:t>Tā bàbɑ zài nǎr ne?</a:t>
            </a:r>
            <a:endParaRPr lang="zh-CN" altLang="en-US" sz="2400" dirty="0">
              <a:solidFill>
                <a:srgbClr val="000000"/>
              </a:solidFill>
              <a:latin typeface="GB Pinyinok-D"/>
              <a:ea typeface="GB Pinyinok-D"/>
              <a:sym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latin typeface="Calibri" panose="020F0502020204030204" pitchFamily="34" charset="0"/>
                <a:ea typeface="GB Pinyinok-D"/>
                <a:sym typeface="宋体" panose="02010600030101010101" pitchFamily="2" charset="-122"/>
              </a:rPr>
              <a:t>  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7275" y="1071563"/>
            <a:ext cx="8418513" cy="7397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zh-CN" altLang="en-US" sz="2400" b="1" kern="1200" cap="none" spc="0" normalizeH="0" baseline="0" noProof="0" dirty="0">
                <a:latin typeface="+mn-ea"/>
                <a:ea typeface="+mn-ea"/>
                <a:cs typeface="+mn-cs"/>
              </a:rPr>
              <a:t>根据实际情况回答问题</a:t>
            </a:r>
            <a:endParaRPr kumimoji="0" lang="en-US" altLang="zh-CN" sz="2400" b="1" kern="1200" cap="none" spc="0" normalizeH="0" baseline="0" noProof="0" dirty="0">
              <a:latin typeface="+mn-ea"/>
              <a:ea typeface="+mn-ea"/>
              <a:cs typeface="+mn-cs"/>
            </a:endParaRPr>
          </a:p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kern="1200" cap="none" spc="0" normalizeH="0" baseline="0" noProof="0" dirty="0">
                <a:latin typeface="+mn-ea"/>
                <a:ea typeface="+mn-ea"/>
                <a:cs typeface="+mn-cs"/>
              </a:rPr>
              <a:t>Answer the questions according to the actual situations.</a:t>
            </a:r>
            <a:endParaRPr kumimoji="0" lang="zh-CN" altLang="en-US" kern="1200" cap="none" spc="0" normalizeH="0" baseline="0" noProof="0" dirty="0">
              <a:latin typeface="方正舒体" panose="02010601030101010101" pitchFamily="2" charset="-122"/>
              <a:ea typeface="方正舒体" panose="02010601030101010101" pitchFamily="2" charset="-122"/>
              <a:cs typeface="+mn-cs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圆角矩形 12"/>
          <p:cNvSpPr/>
          <p:nvPr/>
        </p:nvSpPr>
        <p:spPr>
          <a:xfrm>
            <a:off x="1057275" y="2241285"/>
            <a:ext cx="9300670" cy="3954563"/>
          </a:xfrm>
          <a:prstGeom prst="roundRect">
            <a:avLst/>
          </a:prstGeom>
          <a:solidFill>
            <a:srgbClr val="CCFF99">
              <a:alpha val="48000"/>
            </a:srgb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cxnSp>
        <p:nvCxnSpPr>
          <p:cNvPr id="95237" name="AutoShape 4"/>
          <p:cNvCxnSpPr/>
          <p:nvPr/>
        </p:nvCxnSpPr>
        <p:spPr>
          <a:xfrm flipH="1" flipV="1">
            <a:off x="119063" y="-15875"/>
            <a:ext cx="12700" cy="6872288"/>
          </a:xfrm>
          <a:prstGeom prst="straightConnector1">
            <a:avLst/>
          </a:prstGeom>
          <a:ln w="228600" cap="flat" cmpd="sng">
            <a:solidFill>
              <a:srgbClr val="003399"/>
            </a:solidFill>
            <a:prstDash val="solid"/>
            <a:headEnd type="none" w="med" len="med"/>
            <a:tailEnd type="none" w="med" len="med"/>
          </a:ln>
        </p:spPr>
      </p:cxnSp>
      <p:grpSp>
        <p:nvGrpSpPr>
          <p:cNvPr id="95238" name="组合 8"/>
          <p:cNvGrpSpPr/>
          <p:nvPr/>
        </p:nvGrpSpPr>
        <p:grpSpPr>
          <a:xfrm>
            <a:off x="307975" y="6350"/>
            <a:ext cx="3216275" cy="646113"/>
            <a:chOff x="308629" y="6819"/>
            <a:chExt cx="3214777" cy="646549"/>
          </a:xfrm>
        </p:grpSpPr>
        <p:sp>
          <p:nvSpPr>
            <p:cNvPr id="10" name="Text Box 4"/>
            <p:cNvSpPr txBox="1">
              <a:spLocks noChangeArrowheads="1"/>
            </p:cNvSpPr>
            <p:nvPr/>
          </p:nvSpPr>
          <p:spPr bwMode="auto">
            <a:xfrm>
              <a:off x="329257" y="6819"/>
              <a:ext cx="3194149" cy="646549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8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"/>
                <a:defRPr sz="2000">
                  <a:solidFill>
                    <a:schemeClr val="accent2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1pPr>
              <a:lvl2pPr marL="742950" indent="-285750">
                <a:lnSpc>
                  <a:spcPct val="130000"/>
                </a:lnSpc>
                <a:buFont typeface="Calibri" panose="020F0502020204030204" pitchFamily="34" charset="0"/>
                <a:buChar char=" 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 sz="2000"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3600" b="1" i="0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练习</a:t>
              </a:r>
              <a:r>
                <a:rPr kumimoji="0" lang="en-US" altLang="zh-CN" sz="3600" b="1" i="1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Exercises</a:t>
              </a:r>
              <a:endParaRPr kumimoji="0" lang="zh-CN" altLang="en-US" sz="3600" b="1" i="1" u="none" strike="noStrike" kern="1200" cap="none" spc="0" normalizeH="0" baseline="0" noProof="0" dirty="0">
                <a:ln>
                  <a:noFill/>
                </a:ln>
                <a:solidFill>
                  <a:srgbClr val="D09E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endParaRPr>
            </a:p>
          </p:txBody>
        </p:sp>
        <p:cxnSp>
          <p:nvCxnSpPr>
            <p:cNvPr id="11" name="直接连接符 10"/>
            <p:cNvCxnSpPr/>
            <p:nvPr/>
          </p:nvCxnSpPr>
          <p:spPr>
            <a:xfrm>
              <a:off x="308629" y="653368"/>
              <a:ext cx="3214777" cy="0"/>
            </a:xfrm>
            <a:prstGeom prst="line">
              <a:avLst/>
            </a:prstGeom>
            <a:ln w="69850" cmpd="thickThin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Text Box 3"/>
          <p:cNvSpPr txBox="1">
            <a:spLocks noChangeArrowheads="1"/>
          </p:cNvSpPr>
          <p:nvPr/>
        </p:nvSpPr>
        <p:spPr bwMode="auto">
          <a:xfrm>
            <a:off x="5424488" y="2816225"/>
            <a:ext cx="9096375" cy="242976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zh-CN" sz="2400" dirty="0">
                <a:solidFill>
                  <a:srgbClr val="000000"/>
                </a:solidFill>
                <a:latin typeface="GB Pinyinok-D"/>
                <a:ea typeface="GB Pinyinok-D"/>
                <a:sym typeface="宋体" panose="02010600030101010101" pitchFamily="2" charset="-122"/>
              </a:rPr>
              <a:t>                zài</a:t>
            </a:r>
          </a:p>
          <a:p>
            <a:pPr>
              <a:lnSpc>
                <a:spcPct val="150000"/>
              </a:lnSpc>
              <a:buNone/>
            </a:pPr>
            <a:r>
              <a:rPr lang="en-US" altLang="zh-CN" sz="2800" b="1" dirty="0">
                <a:latin typeface="华文楷体" panose="02010600040101010101" pitchFamily="2" charset="-122"/>
                <a:ea typeface="华文楷体" panose="02010600040101010101" pitchFamily="2" charset="-122"/>
                <a:sym typeface="宋体" panose="02010600030101010101" pitchFamily="2" charset="-122"/>
              </a:rPr>
              <a:t>________</a:t>
            </a:r>
            <a:r>
              <a:rPr lang="zh-CN" altLang="en-US" sz="2800" b="1" dirty="0">
                <a:latin typeface="华文楷体" panose="02010600040101010101" pitchFamily="2" charset="-122"/>
                <a:ea typeface="华文楷体" panose="02010600040101010101" pitchFamily="2" charset="-122"/>
                <a:sym typeface="宋体" panose="02010600030101010101" pitchFamily="2" charset="-122"/>
              </a:rPr>
              <a:t>在</a:t>
            </a:r>
            <a:r>
              <a:rPr lang="en-US" altLang="zh-CN" sz="2800" b="1" dirty="0">
                <a:latin typeface="华文楷体" panose="02010600040101010101" pitchFamily="2" charset="-122"/>
                <a:ea typeface="华文楷体" panose="02010600040101010101" pitchFamily="2" charset="-122"/>
                <a:sym typeface="宋体" panose="02010600030101010101" pitchFamily="2" charset="-122"/>
              </a:rPr>
              <a:t>________</a:t>
            </a:r>
            <a:r>
              <a:rPr lang="zh-CN" altLang="en-US" sz="2800" b="1" dirty="0">
                <a:latin typeface="华文楷体" panose="02010600040101010101" pitchFamily="2" charset="-122"/>
                <a:ea typeface="华文楷体" panose="02010600040101010101" pitchFamily="2" charset="-122"/>
                <a:sym typeface="宋体" panose="02010600030101010101" pitchFamily="2" charset="-122"/>
              </a:rPr>
              <a:t>。</a:t>
            </a:r>
            <a:r>
              <a:rPr lang="en-US" altLang="zh-CN" sz="2800" b="1" dirty="0">
                <a:latin typeface="华文楷体" panose="02010600040101010101" pitchFamily="2" charset="-122"/>
                <a:ea typeface="华文楷体" panose="02010600040101010101" pitchFamily="2" charset="-122"/>
                <a:sym typeface="宋体" panose="02010600030101010101" pitchFamily="2" charset="-122"/>
              </a:rPr>
              <a:t> </a:t>
            </a:r>
          </a:p>
          <a:p>
            <a:pPr>
              <a:lnSpc>
                <a:spcPct val="150000"/>
              </a:lnSpc>
              <a:buNone/>
            </a:pPr>
            <a:r>
              <a:rPr lang="en-US" altLang="zh-CN" sz="2800" b="1" dirty="0">
                <a:latin typeface="华文楷体" panose="02010600040101010101" pitchFamily="2" charset="-122"/>
                <a:ea typeface="华文楷体" panose="02010600040101010101" pitchFamily="2" charset="-122"/>
                <a:sym typeface="宋体" panose="02010600030101010101" pitchFamily="2" charset="-122"/>
              </a:rPr>
              <a:t> </a:t>
            </a:r>
            <a:endParaRPr lang="zh-CN" altLang="en-US" sz="2800" b="1" dirty="0">
              <a:latin typeface="华文楷体" panose="02010600040101010101" pitchFamily="2" charset="-122"/>
              <a:ea typeface="华文楷体" panose="02010600040101010101" pitchFamily="2" charset="-122"/>
              <a:sym typeface="宋体" panose="02010600030101010101" pitchFamily="2" charset="-122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sz="2400" dirty="0">
                <a:latin typeface="GB Pinyinok-D"/>
                <a:ea typeface="GB Pinyinok-D"/>
                <a:sym typeface="宋体" panose="02010600030101010101" pitchFamily="2" charset="-122"/>
              </a:rPr>
              <a:t>   </a:t>
            </a:r>
            <a:endParaRPr lang="en-US" altLang="zh-CN" sz="2400" dirty="0">
              <a:solidFill>
                <a:srgbClr val="7F7F7F"/>
              </a:solidFill>
              <a:latin typeface="SimSun-ExtB" panose="02010609060101010101" pitchFamily="49" charset="-122"/>
              <a:ea typeface="SimSun-ExtB" panose="02010609060101010101" pitchFamily="49" charset="-122"/>
              <a:sym typeface="宋体" panose="02010600030101010101" pitchFamily="2" charset="-122"/>
            </a:endParaRPr>
          </a:p>
        </p:txBody>
      </p:sp>
      <p:grpSp>
        <p:nvGrpSpPr>
          <p:cNvPr id="95240" name="组合 16"/>
          <p:cNvGrpSpPr/>
          <p:nvPr/>
        </p:nvGrpSpPr>
        <p:grpSpPr>
          <a:xfrm>
            <a:off x="1978025" y="2759075"/>
            <a:ext cx="2700338" cy="1800225"/>
            <a:chOff x="1978025" y="2759074"/>
            <a:chExt cx="2700000" cy="1800000"/>
          </a:xfrm>
        </p:grpSpPr>
        <p:sp>
          <p:nvSpPr>
            <p:cNvPr id="16" name="矩形 15"/>
            <p:cNvSpPr>
              <a:spLocks noChangeAspect="1"/>
            </p:cNvSpPr>
            <p:nvPr/>
          </p:nvSpPr>
          <p:spPr>
            <a:xfrm>
              <a:off x="1978025" y="2759074"/>
              <a:ext cx="2700000" cy="1800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pic>
          <p:nvPicPr>
            <p:cNvPr id="95243" name="Picture 4" descr="C:\Documents and Settings\Administrator.CAOFAN\桌面\hsk一级\2课\2-04三-前图46358923（20）.jpg"/>
            <p:cNvPicPr/>
            <p:nvPr/>
          </p:nvPicPr>
          <p:blipFill>
            <a:blip r:embed="rId2"/>
            <a:srcRect t="18013"/>
            <a:stretch>
              <a:fillRect/>
            </a:stretch>
          </p:blipFill>
          <p:spPr>
            <a:xfrm>
              <a:off x="2671715" y="2790486"/>
              <a:ext cx="1728000" cy="1728000"/>
            </a:xfrm>
            <a:prstGeom prst="rect">
              <a:avLst/>
            </a:prstGeom>
            <a:noFill/>
            <a:ln w="38100">
              <a:noFill/>
            </a:ln>
          </p:spPr>
        </p:pic>
      </p:grpSp>
      <p:sp>
        <p:nvSpPr>
          <p:cNvPr id="15" name="TextBox 14"/>
          <p:cNvSpPr txBox="1"/>
          <p:nvPr/>
        </p:nvSpPr>
        <p:spPr>
          <a:xfrm>
            <a:off x="1057275" y="1071563"/>
            <a:ext cx="9301163" cy="7397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zh-CN" altLang="en-US" sz="2400" b="1" kern="1200" cap="none" spc="0" normalizeH="0" baseline="0" noProof="0" dirty="0">
                <a:latin typeface="+mn-ea"/>
                <a:ea typeface="+mn-ea"/>
                <a:cs typeface="+mn-cs"/>
              </a:rPr>
              <a:t>用本课新学的语言点和词语描述图片</a:t>
            </a:r>
            <a:endParaRPr kumimoji="0" lang="en-US" altLang="zh-CN" sz="2400" b="1" kern="1200" cap="none" spc="0" normalizeH="0" baseline="0" noProof="0" dirty="0">
              <a:latin typeface="+mn-ea"/>
              <a:ea typeface="+mn-ea"/>
              <a:cs typeface="+mn-cs"/>
            </a:endParaRPr>
          </a:p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kern="1200" cap="none" spc="0" normalizeH="0" baseline="0" noProof="0" dirty="0">
                <a:latin typeface="+mn-ea"/>
                <a:ea typeface="+mn-ea"/>
                <a:cs typeface="+mn-cs"/>
              </a:rPr>
              <a:t>Describe the pictures using the newly-learned language points and words.</a:t>
            </a:r>
            <a:endParaRPr kumimoji="0" lang="zh-CN" altLang="en-US" kern="1200" cap="none" spc="0" normalizeH="0" baseline="0" noProof="0" dirty="0">
              <a:latin typeface="方正舒体" panose="02010601030101010101" pitchFamily="2" charset="-122"/>
              <a:ea typeface="方正舒体" panose="02010601030101010101" pitchFamily="2" charset="-122"/>
              <a:cs typeface="+mn-cs"/>
            </a:endParaRPr>
          </a:p>
        </p:txBody>
      </p:sp>
    </p:spTree>
  </p:cSld>
  <p:clrMapOvr>
    <a:masterClrMapping/>
  </p:clrMapOvr>
  <p:transition spd="slow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圆角矩形 12"/>
          <p:cNvSpPr/>
          <p:nvPr/>
        </p:nvSpPr>
        <p:spPr>
          <a:xfrm>
            <a:off x="1057275" y="2241285"/>
            <a:ext cx="9300670" cy="3954563"/>
          </a:xfrm>
          <a:prstGeom prst="roundRect">
            <a:avLst/>
          </a:prstGeom>
          <a:solidFill>
            <a:srgbClr val="CCFF99">
              <a:alpha val="48000"/>
            </a:srgb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cxnSp>
        <p:nvCxnSpPr>
          <p:cNvPr id="96261" name="AutoShape 4"/>
          <p:cNvCxnSpPr/>
          <p:nvPr/>
        </p:nvCxnSpPr>
        <p:spPr>
          <a:xfrm flipH="1" flipV="1">
            <a:off x="119063" y="-15875"/>
            <a:ext cx="12700" cy="6872288"/>
          </a:xfrm>
          <a:prstGeom prst="straightConnector1">
            <a:avLst/>
          </a:prstGeom>
          <a:ln w="228600" cap="flat" cmpd="sng">
            <a:solidFill>
              <a:srgbClr val="003399"/>
            </a:solidFill>
            <a:prstDash val="solid"/>
            <a:headEnd type="none" w="med" len="med"/>
            <a:tailEnd type="none" w="med" len="med"/>
          </a:ln>
        </p:spPr>
      </p:cxnSp>
      <p:grpSp>
        <p:nvGrpSpPr>
          <p:cNvPr id="96262" name="组合 8"/>
          <p:cNvGrpSpPr/>
          <p:nvPr/>
        </p:nvGrpSpPr>
        <p:grpSpPr>
          <a:xfrm>
            <a:off x="307975" y="6350"/>
            <a:ext cx="3216275" cy="646113"/>
            <a:chOff x="308629" y="6819"/>
            <a:chExt cx="3214777" cy="646549"/>
          </a:xfrm>
        </p:grpSpPr>
        <p:sp>
          <p:nvSpPr>
            <p:cNvPr id="10" name="Text Box 4"/>
            <p:cNvSpPr txBox="1">
              <a:spLocks noChangeArrowheads="1"/>
            </p:cNvSpPr>
            <p:nvPr/>
          </p:nvSpPr>
          <p:spPr bwMode="auto">
            <a:xfrm>
              <a:off x="329257" y="6819"/>
              <a:ext cx="3194149" cy="646549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8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"/>
                <a:defRPr sz="2000">
                  <a:solidFill>
                    <a:schemeClr val="accent2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1pPr>
              <a:lvl2pPr marL="742950" indent="-285750">
                <a:lnSpc>
                  <a:spcPct val="130000"/>
                </a:lnSpc>
                <a:buFont typeface="Calibri" panose="020F0502020204030204" pitchFamily="34" charset="0"/>
                <a:buChar char=" 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 sz="2000"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3600" b="1" i="0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练习</a:t>
              </a:r>
              <a:r>
                <a:rPr kumimoji="0" lang="en-US" altLang="zh-CN" sz="3600" b="1" i="1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Exercises</a:t>
              </a:r>
              <a:endParaRPr kumimoji="0" lang="zh-CN" altLang="en-US" sz="3600" b="1" i="1" u="none" strike="noStrike" kern="1200" cap="none" spc="0" normalizeH="0" baseline="0" noProof="0" dirty="0">
                <a:ln>
                  <a:noFill/>
                </a:ln>
                <a:solidFill>
                  <a:srgbClr val="D09E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endParaRPr>
            </a:p>
          </p:txBody>
        </p:sp>
        <p:cxnSp>
          <p:nvCxnSpPr>
            <p:cNvPr id="11" name="直接连接符 10"/>
            <p:cNvCxnSpPr/>
            <p:nvPr/>
          </p:nvCxnSpPr>
          <p:spPr>
            <a:xfrm>
              <a:off x="308629" y="653368"/>
              <a:ext cx="3214777" cy="0"/>
            </a:xfrm>
            <a:prstGeom prst="line">
              <a:avLst/>
            </a:prstGeom>
            <a:ln w="69850" cmpd="thickThin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Text Box 3"/>
          <p:cNvSpPr txBox="1">
            <a:spLocks noChangeArrowheads="1"/>
          </p:cNvSpPr>
          <p:nvPr/>
        </p:nvSpPr>
        <p:spPr bwMode="auto">
          <a:xfrm>
            <a:off x="5408613" y="2816225"/>
            <a:ext cx="9096375" cy="258603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GB Pinyinok-D" pitchFamily="2" charset="-122"/>
                <a:ea typeface="GB Pinyinok-D" pitchFamily="2" charset="-122"/>
                <a:cs typeface="+mn-cs"/>
                <a:sym typeface="宋体" panose="02010600030101010101" pitchFamily="2" charset="-122"/>
              </a:rPr>
              <a:t>        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GB Pinyinok-D" pitchFamily="2" charset="-122"/>
                <a:ea typeface="GB Pinyinok-D" pitchFamily="2" charset="-122"/>
                <a:cs typeface="+mn-cs"/>
                <a:sym typeface="宋体" panose="02010600030101010101" pitchFamily="2" charset="-122"/>
              </a:rPr>
              <a:t>zài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GB Pinyinok-D" pitchFamily="2" charset="-122"/>
              <a:ea typeface="GB Pinyinok-D" pitchFamily="2" charset="-122"/>
              <a:cs typeface="+mn-cs"/>
              <a:sym typeface="宋体" panose="02010600030101010101" pitchFamily="2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________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在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________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。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 </a:t>
            </a: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 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n-cs"/>
              <a:sym typeface="宋体" panose="02010600030101010101" pitchFamily="2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B Pinyinok-D"/>
                <a:ea typeface="GB Pinyinok-D"/>
                <a:cs typeface="GB Pinyinok-D"/>
                <a:sym typeface="宋体" panose="02010600030101010101" pitchFamily="2" charset="-122"/>
              </a:rPr>
              <a:t>   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SimSun-ExtB" panose="02010609060101010101" pitchFamily="49" charset="-122"/>
              <a:ea typeface="SimSun-ExtB" panose="02010609060101010101" pitchFamily="49" charset="-122"/>
              <a:cs typeface="+mn-cs"/>
              <a:sym typeface="宋体" panose="02010600030101010101" pitchFamily="2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057275" y="1071563"/>
            <a:ext cx="9301163" cy="7397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zh-CN" altLang="en-US" sz="2400" b="1" kern="1200" cap="none" spc="0" normalizeH="0" baseline="0" noProof="0" dirty="0">
                <a:latin typeface="+mn-ea"/>
                <a:ea typeface="+mn-ea"/>
                <a:cs typeface="+mn-cs"/>
              </a:rPr>
              <a:t>用本课新学的语言点和词语描述图片</a:t>
            </a:r>
            <a:endParaRPr kumimoji="0" lang="en-US" altLang="zh-CN" sz="2400" b="1" kern="1200" cap="none" spc="0" normalizeH="0" baseline="0" noProof="0" dirty="0">
              <a:latin typeface="+mn-ea"/>
              <a:ea typeface="+mn-ea"/>
              <a:cs typeface="+mn-cs"/>
            </a:endParaRPr>
          </a:p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kern="1200" cap="none" spc="0" normalizeH="0" baseline="0" noProof="0" dirty="0">
                <a:latin typeface="+mn-ea"/>
                <a:ea typeface="+mn-ea"/>
                <a:cs typeface="+mn-cs"/>
              </a:rPr>
              <a:t>Describe the pictures using the newly-learned language points and words.</a:t>
            </a:r>
            <a:endParaRPr kumimoji="0" lang="zh-CN" altLang="en-US" kern="1200" cap="none" spc="0" normalizeH="0" baseline="0" noProof="0" dirty="0">
              <a:latin typeface="方正舒体" panose="02010601030101010101" pitchFamily="2" charset="-122"/>
              <a:ea typeface="方正舒体" panose="02010601030101010101" pitchFamily="2" charset="-122"/>
              <a:cs typeface="+mn-cs"/>
            </a:endParaRPr>
          </a:p>
        </p:txBody>
      </p:sp>
      <p:grpSp>
        <p:nvGrpSpPr>
          <p:cNvPr id="96265" name="组合 16"/>
          <p:cNvGrpSpPr/>
          <p:nvPr/>
        </p:nvGrpSpPr>
        <p:grpSpPr>
          <a:xfrm>
            <a:off x="1978025" y="2792413"/>
            <a:ext cx="2700338" cy="1800225"/>
            <a:chOff x="1978025" y="2792838"/>
            <a:chExt cx="2700000" cy="1800000"/>
          </a:xfrm>
        </p:grpSpPr>
        <p:sp>
          <p:nvSpPr>
            <p:cNvPr id="16" name="矩形 15"/>
            <p:cNvSpPr>
              <a:spLocks noChangeAspect="1"/>
            </p:cNvSpPr>
            <p:nvPr/>
          </p:nvSpPr>
          <p:spPr>
            <a:xfrm>
              <a:off x="1978025" y="2792838"/>
              <a:ext cx="2700000" cy="1800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pic>
          <p:nvPicPr>
            <p:cNvPr id="96267" name="Picture 4" descr="C:\Documents and Settings\Administrator.CAOFAN\桌面\hsk一级\2课\2-04三-前图46358923（20）.jpg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2754539" y="2822138"/>
              <a:ext cx="1620000" cy="1728000"/>
            </a:xfrm>
            <a:prstGeom prst="rect">
              <a:avLst/>
            </a:prstGeom>
            <a:noFill/>
            <a:ln w="38100">
              <a:noFill/>
            </a:ln>
          </p:spPr>
        </p:pic>
      </p:grpSp>
    </p:spTree>
  </p:cSld>
  <p:clrMapOvr>
    <a:masterClrMapping/>
  </p:clrMapOvr>
  <p:transition spd="slow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圆角矩形 12"/>
          <p:cNvSpPr/>
          <p:nvPr/>
        </p:nvSpPr>
        <p:spPr>
          <a:xfrm>
            <a:off x="1057275" y="2241285"/>
            <a:ext cx="9300670" cy="3954563"/>
          </a:xfrm>
          <a:prstGeom prst="roundRect">
            <a:avLst/>
          </a:prstGeom>
          <a:solidFill>
            <a:srgbClr val="CCFF99">
              <a:alpha val="48000"/>
            </a:srgb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cxnSp>
        <p:nvCxnSpPr>
          <p:cNvPr id="97285" name="AutoShape 4"/>
          <p:cNvCxnSpPr/>
          <p:nvPr/>
        </p:nvCxnSpPr>
        <p:spPr>
          <a:xfrm flipH="1" flipV="1">
            <a:off x="119063" y="-15875"/>
            <a:ext cx="12700" cy="6872288"/>
          </a:xfrm>
          <a:prstGeom prst="straightConnector1">
            <a:avLst/>
          </a:prstGeom>
          <a:ln w="228600" cap="flat" cmpd="sng">
            <a:solidFill>
              <a:srgbClr val="003399"/>
            </a:solidFill>
            <a:prstDash val="solid"/>
            <a:headEnd type="none" w="med" len="med"/>
            <a:tailEnd type="none" w="med" len="med"/>
          </a:ln>
        </p:spPr>
      </p:cxnSp>
      <p:grpSp>
        <p:nvGrpSpPr>
          <p:cNvPr id="97286" name="组合 8"/>
          <p:cNvGrpSpPr/>
          <p:nvPr/>
        </p:nvGrpSpPr>
        <p:grpSpPr>
          <a:xfrm>
            <a:off x="307975" y="6350"/>
            <a:ext cx="3216275" cy="646113"/>
            <a:chOff x="308629" y="6819"/>
            <a:chExt cx="3214777" cy="646549"/>
          </a:xfrm>
        </p:grpSpPr>
        <p:sp>
          <p:nvSpPr>
            <p:cNvPr id="10" name="Text Box 4"/>
            <p:cNvSpPr txBox="1">
              <a:spLocks noChangeArrowheads="1"/>
            </p:cNvSpPr>
            <p:nvPr/>
          </p:nvSpPr>
          <p:spPr bwMode="auto">
            <a:xfrm>
              <a:off x="329257" y="6819"/>
              <a:ext cx="3194149" cy="646549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8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"/>
                <a:defRPr sz="2000">
                  <a:solidFill>
                    <a:schemeClr val="accent2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1pPr>
              <a:lvl2pPr marL="742950" indent="-285750">
                <a:lnSpc>
                  <a:spcPct val="130000"/>
                </a:lnSpc>
                <a:buFont typeface="Calibri" panose="020F0502020204030204" pitchFamily="34" charset="0"/>
                <a:buChar char=" 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 sz="2000"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3600" b="1" i="0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练习</a:t>
              </a:r>
              <a:r>
                <a:rPr kumimoji="0" lang="en-US" altLang="zh-CN" sz="3600" b="1" i="1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Exercises</a:t>
              </a:r>
              <a:endParaRPr kumimoji="0" lang="zh-CN" altLang="en-US" sz="3600" b="1" i="1" u="none" strike="noStrike" kern="1200" cap="none" spc="0" normalizeH="0" baseline="0" noProof="0" dirty="0">
                <a:ln>
                  <a:noFill/>
                </a:ln>
                <a:solidFill>
                  <a:srgbClr val="D09E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endParaRPr>
            </a:p>
          </p:txBody>
        </p:sp>
        <p:cxnSp>
          <p:nvCxnSpPr>
            <p:cNvPr id="11" name="直接连接符 10"/>
            <p:cNvCxnSpPr/>
            <p:nvPr/>
          </p:nvCxnSpPr>
          <p:spPr>
            <a:xfrm>
              <a:off x="308629" y="653368"/>
              <a:ext cx="3214777" cy="0"/>
            </a:xfrm>
            <a:prstGeom prst="line">
              <a:avLst/>
            </a:prstGeom>
            <a:ln w="69850" cmpd="thickThin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Text Box 3"/>
          <p:cNvSpPr txBox="1">
            <a:spLocks noChangeArrowheads="1"/>
          </p:cNvSpPr>
          <p:nvPr/>
        </p:nvSpPr>
        <p:spPr bwMode="auto">
          <a:xfrm>
            <a:off x="5368925" y="2867025"/>
            <a:ext cx="9097963" cy="297773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GB Pinyinok-D" pitchFamily="2" charset="-122"/>
                <a:ea typeface="GB Pinyinok-D" pitchFamily="2" charset="-122"/>
                <a:cs typeface="+mn-cs"/>
                <a:sym typeface="宋体" panose="02010600030101010101" pitchFamily="2" charset="-122"/>
              </a:rPr>
              <a:t>Wǒ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GB Pinyinok-D" pitchFamily="2" charset="-122"/>
                <a:ea typeface="GB Pinyinok-D" pitchFamily="2" charset="-122"/>
                <a:cs typeface="+mn-cs"/>
                <a:sym typeface="宋体" panose="02010600030101010101" pitchFamily="2" charset="-122"/>
              </a:rPr>
              <a:t>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GB Pinyinok-D" pitchFamily="2" charset="-122"/>
                <a:ea typeface="GB Pinyinok-D" pitchFamily="2" charset="-122"/>
                <a:cs typeface="+mn-cs"/>
                <a:sym typeface="宋体" panose="02010600030101010101" pitchFamily="2" charset="-122"/>
              </a:rPr>
              <a:t>māma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GB Pinyinok-D" pitchFamily="2" charset="-122"/>
                <a:ea typeface="GB Pinyinok-D" pitchFamily="2" charset="-122"/>
                <a:cs typeface="+mn-cs"/>
                <a:sym typeface="宋体" panose="02010600030101010101" pitchFamily="2" charset="-122"/>
              </a:rPr>
              <a:t>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GB Pinyinok-D" pitchFamily="2" charset="-122"/>
                <a:ea typeface="GB Pinyinok-D" pitchFamily="2" charset="-122"/>
                <a:cs typeface="+mn-cs"/>
                <a:sym typeface="宋体" panose="02010600030101010101" pitchFamily="2" charset="-122"/>
              </a:rPr>
              <a:t>shì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GB Pinyinok-D" pitchFamily="2" charset="-122"/>
              <a:ea typeface="GB Pinyinok-D" pitchFamily="2" charset="-122"/>
              <a:cs typeface="+mn-cs"/>
              <a:sym typeface="宋体" panose="02010600030101010101" pitchFamily="2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我 妈妈 是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________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，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n-cs"/>
              <a:sym typeface="宋体" panose="02010600030101010101" pitchFamily="2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GB Pinyinok-D" pitchFamily="2" charset="-122"/>
                <a:ea typeface="GB Pinyinok-D" pitchFamily="2" charset="-122"/>
                <a:cs typeface="+mn-cs"/>
                <a:sym typeface="宋体" panose="02010600030101010101" pitchFamily="2" charset="-122"/>
              </a:rPr>
              <a:t>tā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GB Pinyinok-D" pitchFamily="2" charset="-122"/>
                <a:ea typeface="GB Pinyinok-D" pitchFamily="2" charset="-122"/>
                <a:cs typeface="+mn-cs"/>
                <a:sym typeface="宋体" panose="02010600030101010101" pitchFamily="2" charset="-122"/>
              </a:rPr>
              <a:t>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GB Pinyinok-D" pitchFamily="2" charset="-122"/>
                <a:ea typeface="GB Pinyinok-D" pitchFamily="2" charset="-122"/>
                <a:cs typeface="+mn-cs"/>
                <a:sym typeface="宋体" panose="02010600030101010101" pitchFamily="2" charset="-122"/>
              </a:rPr>
              <a:t>zài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GB Pinyinok-D" pitchFamily="2" charset="-122"/>
                <a:ea typeface="GB Pinyinok-D" pitchFamily="2" charset="-122"/>
                <a:cs typeface="+mn-cs"/>
                <a:sym typeface="宋体" panose="02010600030101010101" pitchFamily="2" charset="-122"/>
              </a:rPr>
              <a:t> </a:t>
            </a: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她 在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________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。</a:t>
            </a: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B Pinyinok-D"/>
                <a:ea typeface="GB Pinyinok-D"/>
                <a:cs typeface="GB Pinyinok-D"/>
                <a:sym typeface="宋体" panose="02010600030101010101" pitchFamily="2" charset="-122"/>
              </a:rPr>
              <a:t>   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SimSun-ExtB" panose="02010609060101010101" pitchFamily="49" charset="-122"/>
              <a:ea typeface="SimSun-ExtB" panose="02010609060101010101" pitchFamily="49" charset="-122"/>
              <a:cs typeface="+mn-cs"/>
              <a:sym typeface="宋体" panose="02010600030101010101" pitchFamily="2" charset="-122"/>
            </a:endParaRPr>
          </a:p>
        </p:txBody>
      </p:sp>
      <p:pic>
        <p:nvPicPr>
          <p:cNvPr id="12" name="Picture 4" descr="C:\Documents and Settings\Administrator.CAOFAN\桌面\hsk一级\2课\2-04三-前图46358923（20）.jpg"/>
          <p:cNvPicPr>
            <a:picLocks noChangeArrowheads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792288" y="2759075"/>
            <a:ext cx="2698750" cy="180022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  <a:headEnd/>
            <a:tailEnd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5" name="TextBox 14"/>
          <p:cNvSpPr txBox="1"/>
          <p:nvPr/>
        </p:nvSpPr>
        <p:spPr>
          <a:xfrm>
            <a:off x="1057275" y="1071563"/>
            <a:ext cx="9301163" cy="7397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zh-CN" altLang="en-US" sz="2400" b="1" kern="1200" cap="none" spc="0" normalizeH="0" baseline="0" noProof="0" dirty="0">
                <a:latin typeface="+mn-ea"/>
                <a:ea typeface="+mn-ea"/>
                <a:cs typeface="+mn-cs"/>
              </a:rPr>
              <a:t>用本课新学的语言点和词语描述图片</a:t>
            </a:r>
            <a:endParaRPr kumimoji="0" lang="en-US" altLang="zh-CN" sz="2400" b="1" kern="1200" cap="none" spc="0" normalizeH="0" baseline="0" noProof="0" dirty="0">
              <a:latin typeface="+mn-ea"/>
              <a:ea typeface="+mn-ea"/>
              <a:cs typeface="+mn-cs"/>
            </a:endParaRPr>
          </a:p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kern="1200" cap="none" spc="0" normalizeH="0" baseline="0" noProof="0" dirty="0">
                <a:latin typeface="+mn-ea"/>
                <a:ea typeface="+mn-ea"/>
                <a:cs typeface="+mn-cs"/>
              </a:rPr>
              <a:t>Describe the pictures using the newly-learned language points and words.</a:t>
            </a:r>
            <a:endParaRPr kumimoji="0" lang="zh-CN" altLang="en-US" kern="1200" cap="none" spc="0" normalizeH="0" baseline="0" noProof="0" dirty="0">
              <a:latin typeface="方正舒体" panose="02010601030101010101" pitchFamily="2" charset="-122"/>
              <a:ea typeface="方正舒体" panose="02010601030101010101" pitchFamily="2" charset="-122"/>
              <a:cs typeface="+mn-cs"/>
            </a:endParaRPr>
          </a:p>
        </p:txBody>
      </p:sp>
    </p:spTree>
  </p:cSld>
  <p:clrMapOvr>
    <a:masterClrMapping/>
  </p:clrMapOvr>
  <p:transition spd="slow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圆角矩形 12"/>
          <p:cNvSpPr/>
          <p:nvPr/>
        </p:nvSpPr>
        <p:spPr>
          <a:xfrm>
            <a:off x="1057275" y="2241285"/>
            <a:ext cx="9300670" cy="3954563"/>
          </a:xfrm>
          <a:prstGeom prst="roundRect">
            <a:avLst/>
          </a:prstGeom>
          <a:solidFill>
            <a:srgbClr val="CCFF99">
              <a:alpha val="48000"/>
            </a:srgb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cxnSp>
        <p:nvCxnSpPr>
          <p:cNvPr id="98309" name="AutoShape 4"/>
          <p:cNvCxnSpPr/>
          <p:nvPr/>
        </p:nvCxnSpPr>
        <p:spPr>
          <a:xfrm flipH="1" flipV="1">
            <a:off x="119063" y="-15875"/>
            <a:ext cx="12700" cy="6872288"/>
          </a:xfrm>
          <a:prstGeom prst="straightConnector1">
            <a:avLst/>
          </a:prstGeom>
          <a:ln w="228600" cap="flat" cmpd="sng">
            <a:solidFill>
              <a:srgbClr val="003399"/>
            </a:solidFill>
            <a:prstDash val="solid"/>
            <a:headEnd type="none" w="med" len="med"/>
            <a:tailEnd type="none" w="med" len="med"/>
          </a:ln>
        </p:spPr>
      </p:cxnSp>
      <p:grpSp>
        <p:nvGrpSpPr>
          <p:cNvPr id="98310" name="组合 8"/>
          <p:cNvGrpSpPr/>
          <p:nvPr/>
        </p:nvGrpSpPr>
        <p:grpSpPr>
          <a:xfrm>
            <a:off x="307975" y="6350"/>
            <a:ext cx="3216275" cy="646113"/>
            <a:chOff x="308629" y="6819"/>
            <a:chExt cx="3214777" cy="646549"/>
          </a:xfrm>
        </p:grpSpPr>
        <p:sp>
          <p:nvSpPr>
            <p:cNvPr id="10" name="Text Box 4"/>
            <p:cNvSpPr txBox="1">
              <a:spLocks noChangeArrowheads="1"/>
            </p:cNvSpPr>
            <p:nvPr/>
          </p:nvSpPr>
          <p:spPr bwMode="auto">
            <a:xfrm>
              <a:off x="329257" y="6819"/>
              <a:ext cx="3194149" cy="646549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8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"/>
                <a:defRPr sz="2000">
                  <a:solidFill>
                    <a:schemeClr val="accent2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1pPr>
              <a:lvl2pPr marL="742950" indent="-285750">
                <a:lnSpc>
                  <a:spcPct val="130000"/>
                </a:lnSpc>
                <a:buFont typeface="Calibri" panose="020F0502020204030204" pitchFamily="34" charset="0"/>
                <a:buChar char=" 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 sz="2000"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3600" b="1" i="0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练习</a:t>
              </a:r>
              <a:r>
                <a:rPr kumimoji="0" lang="en-US" altLang="zh-CN" sz="3600" b="1" i="1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Exercises</a:t>
              </a:r>
              <a:endParaRPr kumimoji="0" lang="zh-CN" altLang="en-US" sz="3600" b="1" i="1" u="none" strike="noStrike" kern="1200" cap="none" spc="0" normalizeH="0" baseline="0" noProof="0" dirty="0">
                <a:ln>
                  <a:noFill/>
                </a:ln>
                <a:solidFill>
                  <a:srgbClr val="D09E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endParaRPr>
            </a:p>
          </p:txBody>
        </p:sp>
        <p:cxnSp>
          <p:nvCxnSpPr>
            <p:cNvPr id="11" name="直接连接符 10"/>
            <p:cNvCxnSpPr/>
            <p:nvPr/>
          </p:nvCxnSpPr>
          <p:spPr>
            <a:xfrm>
              <a:off x="308629" y="653368"/>
              <a:ext cx="3214777" cy="0"/>
            </a:xfrm>
            <a:prstGeom prst="line">
              <a:avLst/>
            </a:prstGeom>
            <a:ln w="69850" cmpd="thickThin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8311" name="组合 16"/>
          <p:cNvGrpSpPr/>
          <p:nvPr/>
        </p:nvGrpSpPr>
        <p:grpSpPr>
          <a:xfrm>
            <a:off x="1978025" y="2792413"/>
            <a:ext cx="2700338" cy="1800225"/>
            <a:chOff x="1978025" y="2792838"/>
            <a:chExt cx="2700000" cy="1800000"/>
          </a:xfrm>
        </p:grpSpPr>
        <p:sp>
          <p:nvSpPr>
            <p:cNvPr id="15" name="矩形 14"/>
            <p:cNvSpPr>
              <a:spLocks noChangeAspect="1"/>
            </p:cNvSpPr>
            <p:nvPr/>
          </p:nvSpPr>
          <p:spPr>
            <a:xfrm>
              <a:off x="1978025" y="2792838"/>
              <a:ext cx="2700000" cy="1800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pic>
          <p:nvPicPr>
            <p:cNvPr id="98315" name="Picture 4" descr="C:\Documents and Settings\Administrator.CAOFAN\桌面\hsk一级\2课\2-04三-前图46358923（20）.jpg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2439414" y="2837904"/>
              <a:ext cx="1440000" cy="1728000"/>
            </a:xfrm>
            <a:prstGeom prst="rect">
              <a:avLst/>
            </a:prstGeom>
            <a:noFill/>
            <a:ln w="38100">
              <a:noFill/>
            </a:ln>
          </p:spPr>
        </p:pic>
      </p:grpSp>
      <p:sp>
        <p:nvSpPr>
          <p:cNvPr id="16" name="Text Box 3"/>
          <p:cNvSpPr txBox="1">
            <a:spLocks noChangeArrowheads="1"/>
          </p:cNvSpPr>
          <p:nvPr/>
        </p:nvSpPr>
        <p:spPr bwMode="auto">
          <a:xfrm>
            <a:off x="5554663" y="2847975"/>
            <a:ext cx="9097963" cy="378618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GB Pinyinok-D" pitchFamily="2" charset="-122"/>
                <a:ea typeface="GB Pinyinok-D"/>
                <a:cs typeface="+mn-cs"/>
                <a:sym typeface="宋体" panose="02010600030101010101" pitchFamily="2" charset="-122"/>
              </a:rPr>
              <a:t>Wǒ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GB Pinyinok-D" pitchFamily="2" charset="-122"/>
                <a:ea typeface="GB Pinyinok-D"/>
                <a:cs typeface="+mn-cs"/>
                <a:sym typeface="宋体" panose="02010600030101010101" pitchFamily="2" charset="-122"/>
              </a:rPr>
              <a:t>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GB Pinyinok-D" pitchFamily="2" charset="-122"/>
                <a:ea typeface="GB Pinyinok-D"/>
                <a:cs typeface="+mn-cs"/>
                <a:sym typeface="宋体" panose="02010600030101010101" pitchFamily="2" charset="-122"/>
              </a:rPr>
              <a:t>nǚér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GB Pinyinok-D" pitchFamily="2" charset="-122"/>
                <a:ea typeface="GB Pinyinok-D"/>
                <a:cs typeface="+mn-cs"/>
                <a:sym typeface="宋体" panose="02010600030101010101" pitchFamily="2" charset="-122"/>
              </a:rPr>
              <a:t>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GB Pinyinok-D" pitchFamily="2" charset="-122"/>
                <a:ea typeface="GB Pinyinok-D"/>
                <a:cs typeface="+mn-cs"/>
                <a:sym typeface="宋体" panose="02010600030101010101" pitchFamily="2" charset="-122"/>
              </a:rPr>
              <a:t>shì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GB Pinyinok-D" pitchFamily="2" charset="-122"/>
              <a:ea typeface="GB Pinyinok-D"/>
              <a:cs typeface="+mn-cs"/>
              <a:sym typeface="宋体" panose="02010600030101010101" pitchFamily="2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我 女儿 是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________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，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n-cs"/>
              <a:sym typeface="宋体" panose="02010600030101010101" pitchFamily="2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GB Pinyinok-D" pitchFamily="2" charset="-122"/>
                <a:ea typeface="GB Pinyinok-D"/>
                <a:cs typeface="+mn-cs"/>
                <a:sym typeface="宋体" panose="02010600030101010101" pitchFamily="2" charset="-122"/>
              </a:rPr>
              <a:t>tā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GB Pinyinok-D" pitchFamily="2" charset="-122"/>
                <a:ea typeface="GB Pinyinok-D"/>
                <a:cs typeface="+mn-cs"/>
                <a:sym typeface="宋体" panose="02010600030101010101" pitchFamily="2" charset="-122"/>
              </a:rPr>
              <a:t>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GB Pinyinok-D" pitchFamily="2" charset="-122"/>
                <a:ea typeface="GB Pinyinok-D"/>
                <a:cs typeface="+mn-cs"/>
                <a:sym typeface="宋体" panose="02010600030101010101" pitchFamily="2" charset="-122"/>
              </a:rPr>
              <a:t>bù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GB Pinyinok-D" pitchFamily="2" charset="-122"/>
                <a:ea typeface="GB Pinyinok-D"/>
                <a:cs typeface="+mn-cs"/>
                <a:sym typeface="宋体" panose="02010600030101010101" pitchFamily="2" charset="-122"/>
              </a:rPr>
              <a:t> </a:t>
            </a: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她 不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________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。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 </a:t>
            </a: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 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n-cs"/>
              <a:sym typeface="宋体" panose="02010600030101010101" pitchFamily="2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B Pinyinok-D"/>
                <a:ea typeface="GB Pinyinok-D"/>
                <a:cs typeface="GB Pinyinok-D"/>
                <a:sym typeface="宋体" panose="02010600030101010101" pitchFamily="2" charset="-122"/>
              </a:rPr>
              <a:t>   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SimSun-ExtB" panose="02010609060101010101" pitchFamily="49" charset="-122"/>
              <a:ea typeface="SimSun-ExtB" panose="02010609060101010101" pitchFamily="49" charset="-122"/>
              <a:cs typeface="+mn-cs"/>
              <a:sym typeface="宋体" panose="02010600030101010101" pitchFamily="2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57275" y="1071563"/>
            <a:ext cx="9301163" cy="7397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zh-CN" altLang="en-US" sz="2400" b="1" kern="1200" cap="none" spc="0" normalizeH="0" baseline="0" noProof="0" dirty="0">
                <a:latin typeface="+mn-ea"/>
                <a:ea typeface="+mn-ea"/>
                <a:cs typeface="+mn-cs"/>
              </a:rPr>
              <a:t>用本课新学的语言点和词语描述图片</a:t>
            </a:r>
            <a:endParaRPr kumimoji="0" lang="en-US" altLang="zh-CN" sz="2400" b="1" kern="1200" cap="none" spc="0" normalizeH="0" baseline="0" noProof="0" dirty="0">
              <a:latin typeface="+mn-ea"/>
              <a:ea typeface="+mn-ea"/>
              <a:cs typeface="+mn-cs"/>
            </a:endParaRPr>
          </a:p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kern="1200" cap="none" spc="0" normalizeH="0" baseline="0" noProof="0" dirty="0">
                <a:latin typeface="+mn-ea"/>
                <a:ea typeface="+mn-ea"/>
                <a:cs typeface="+mn-cs"/>
              </a:rPr>
              <a:t>Describe the pictures using the newly-learned language points and words.</a:t>
            </a:r>
            <a:endParaRPr kumimoji="0" lang="zh-CN" altLang="en-US" kern="1200" cap="none" spc="0" normalizeH="0" baseline="0" noProof="0" dirty="0">
              <a:latin typeface="方正舒体" panose="02010601030101010101" pitchFamily="2" charset="-122"/>
              <a:ea typeface="方正舒体" panose="02010601030101010101" pitchFamily="2" charset="-122"/>
              <a:cs typeface="+mn-cs"/>
            </a:endParaRPr>
          </a:p>
        </p:txBody>
      </p:sp>
    </p:spTree>
  </p:cSld>
  <p:clrMapOvr>
    <a:masterClrMapping/>
  </p:clrMapOvr>
  <p:transition spd="slow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9330" name="AutoShape 4"/>
          <p:cNvCxnSpPr/>
          <p:nvPr/>
        </p:nvCxnSpPr>
        <p:spPr>
          <a:xfrm flipH="1" flipV="1">
            <a:off x="119063" y="-15875"/>
            <a:ext cx="12700" cy="6872288"/>
          </a:xfrm>
          <a:prstGeom prst="straightConnector1">
            <a:avLst/>
          </a:prstGeom>
          <a:ln w="228600" cap="flat" cmpd="sng">
            <a:solidFill>
              <a:srgbClr val="003399"/>
            </a:solidFill>
            <a:prstDash val="solid"/>
            <a:headEnd type="none" w="med" len="med"/>
            <a:tailEnd type="none" w="med" len="med"/>
          </a:ln>
        </p:spPr>
      </p:cxnSp>
      <p:grpSp>
        <p:nvGrpSpPr>
          <p:cNvPr id="99331" name="组合 8"/>
          <p:cNvGrpSpPr/>
          <p:nvPr/>
        </p:nvGrpSpPr>
        <p:grpSpPr>
          <a:xfrm>
            <a:off x="307975" y="6350"/>
            <a:ext cx="3798888" cy="646113"/>
            <a:chOff x="308629" y="6819"/>
            <a:chExt cx="3797467" cy="646767"/>
          </a:xfrm>
        </p:grpSpPr>
        <p:sp>
          <p:nvSpPr>
            <p:cNvPr id="10" name="Text Box 4"/>
            <p:cNvSpPr txBox="1">
              <a:spLocks noChangeArrowheads="1"/>
            </p:cNvSpPr>
            <p:nvPr/>
          </p:nvSpPr>
          <p:spPr bwMode="auto">
            <a:xfrm>
              <a:off x="329259" y="6819"/>
              <a:ext cx="3776837" cy="646767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8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"/>
                <a:defRPr sz="2000">
                  <a:solidFill>
                    <a:schemeClr val="accent2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1pPr>
              <a:lvl2pPr marL="742950" indent="-285750">
                <a:lnSpc>
                  <a:spcPct val="130000"/>
                </a:lnSpc>
                <a:buFont typeface="Calibri" panose="020F0502020204030204" pitchFamily="34" charset="0"/>
                <a:buChar char=" 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 sz="2000"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3600" b="1" i="0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运用</a:t>
              </a:r>
              <a:r>
                <a:rPr kumimoji="0" lang="en-US" altLang="zh-CN" sz="3600" b="1" i="1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Application</a:t>
              </a:r>
              <a:endParaRPr kumimoji="0" lang="zh-CN" altLang="en-US" sz="3600" b="1" i="1" u="none" strike="noStrike" kern="1200" cap="none" spc="0" normalizeH="0" baseline="0" noProof="0" dirty="0">
                <a:ln>
                  <a:noFill/>
                </a:ln>
                <a:solidFill>
                  <a:srgbClr val="D09E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endParaRPr>
            </a:p>
          </p:txBody>
        </p:sp>
        <p:cxnSp>
          <p:nvCxnSpPr>
            <p:cNvPr id="11" name="直接连接符 10"/>
            <p:cNvCxnSpPr/>
            <p:nvPr/>
          </p:nvCxnSpPr>
          <p:spPr>
            <a:xfrm>
              <a:off x="308629" y="653586"/>
              <a:ext cx="3797467" cy="0"/>
            </a:xfrm>
            <a:prstGeom prst="line">
              <a:avLst/>
            </a:prstGeom>
            <a:ln w="69850" cmpd="thickThin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Text Box 3"/>
          <p:cNvSpPr txBox="1">
            <a:spLocks noChangeArrowheads="1"/>
          </p:cNvSpPr>
          <p:nvPr/>
        </p:nvSpPr>
        <p:spPr bwMode="auto">
          <a:xfrm>
            <a:off x="1888062" y="1502027"/>
            <a:ext cx="8932338" cy="4755148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  <a:tint val="66000"/>
                  <a:satMod val="160000"/>
                </a:schemeClr>
              </a:gs>
              <a:gs pos="50000">
                <a:schemeClr val="accent1">
                  <a:lumMod val="60000"/>
                  <a:lumOff val="40000"/>
                  <a:tint val="44500"/>
                  <a:satMod val="160000"/>
                </a:schemeClr>
              </a:gs>
              <a:gs pos="100000">
                <a:schemeClr val="accent1">
                  <a:lumMod val="60000"/>
                  <a:lumOff val="40000"/>
                  <a:tint val="23500"/>
                  <a:satMod val="160000"/>
                </a:schemeClr>
              </a:gs>
            </a:gsLst>
            <a:lin ang="5400000" scaled="1"/>
            <a:tileRect/>
          </a:gradFill>
          <a:ln>
            <a:noFill/>
          </a:ln>
          <a:effectLst>
            <a:glow rad="63500">
              <a:schemeClr val="accent1">
                <a:satMod val="175000"/>
                <a:alpha val="40000"/>
              </a:schemeClr>
            </a:glow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>
            <a:spAutoFit/>
          </a:bodyPr>
          <a:lstStyle/>
          <a:p>
            <a:pPr marR="0" defTabSz="914400">
              <a:lnSpc>
                <a:spcPct val="150000"/>
              </a:lnSpc>
              <a:buClrTx/>
              <a:buSzTx/>
              <a:buFontTx/>
              <a:buNone/>
              <a:defRPr/>
            </a:pPr>
            <a:r>
              <a:rPr kumimoji="0" lang="en-US" altLang="zh-CN" sz="2400" kern="1200" cap="none" spc="0" normalizeH="0" baseline="0" noProof="0" dirty="0">
                <a:solidFill>
                  <a:schemeClr val="dk1"/>
                </a:solidFill>
                <a:latin typeface="GB Pinyinok-D" pitchFamily="2" charset="-122"/>
                <a:ea typeface="GB Pinyinok-D"/>
                <a:cs typeface="+mn-cs"/>
                <a:sym typeface="宋体" panose="02010600030101010101" pitchFamily="2" charset="-122"/>
              </a:rPr>
              <a:t>                              </a:t>
            </a:r>
            <a:r>
              <a:rPr kumimoji="0" lang="en-US" altLang="zh-CN" sz="2400" kern="1200" cap="none" spc="0" normalizeH="0" baseline="0" noProof="0" dirty="0" err="1">
                <a:solidFill>
                  <a:schemeClr val="dk1"/>
                </a:solidFill>
                <a:latin typeface="GB Pinyinok-D" pitchFamily="2" charset="-122"/>
                <a:ea typeface="GB Pinyinok-D" pitchFamily="2" charset="-122"/>
                <a:cs typeface="+mn-cs"/>
                <a:sym typeface="宋体" panose="02010600030101010101" pitchFamily="2" charset="-122"/>
              </a:rPr>
              <a:t>zài</a:t>
            </a:r>
            <a:r>
              <a:rPr kumimoji="0" lang="en-US" altLang="zh-CN" sz="2400" kern="1200" cap="none" spc="0" normalizeH="0" baseline="0" noProof="0" dirty="0">
                <a:solidFill>
                  <a:schemeClr val="dk1"/>
                </a:solidFill>
                <a:latin typeface="GB Pinyinok-D" pitchFamily="2" charset="-122"/>
                <a:ea typeface="GB Pinyinok-D" pitchFamily="2" charset="-122"/>
                <a:cs typeface="+mn-cs"/>
                <a:sym typeface="宋体" panose="02010600030101010101" pitchFamily="2" charset="-122"/>
              </a:rPr>
              <a:t> </a:t>
            </a:r>
            <a:r>
              <a:rPr kumimoji="0" lang="en-US" altLang="zh-CN" sz="2400" kern="1200" cap="none" spc="0" normalizeH="0" baseline="0" noProof="0" dirty="0" err="1">
                <a:solidFill>
                  <a:schemeClr val="dk1"/>
                </a:solidFill>
                <a:latin typeface="GB Pinyinok-D" pitchFamily="2" charset="-122"/>
                <a:ea typeface="GB Pinyinok-D" pitchFamily="2" charset="-122"/>
                <a:cs typeface="+mn-cs"/>
                <a:sym typeface="宋体" panose="02010600030101010101" pitchFamily="2" charset="-122"/>
              </a:rPr>
              <a:t>nǎr</a:t>
            </a:r>
            <a:r>
              <a:rPr kumimoji="0" lang="en-US" altLang="zh-CN" sz="2400" kern="1200" cap="none" spc="0" normalizeH="0" baseline="0" noProof="0" dirty="0">
                <a:solidFill>
                  <a:schemeClr val="dk1"/>
                </a:solidFill>
                <a:latin typeface="GB Pinyinok-D" pitchFamily="2" charset="-122"/>
                <a:ea typeface="GB Pinyinok-D" pitchFamily="2" charset="-122"/>
                <a:cs typeface="+mn-cs"/>
                <a:sym typeface="宋体" panose="02010600030101010101" pitchFamily="2" charset="-122"/>
              </a:rPr>
              <a:t>?</a:t>
            </a:r>
          </a:p>
          <a:p>
            <a:pPr marR="0" defTabSz="914400">
              <a:lnSpc>
                <a:spcPct val="150000"/>
              </a:lnSpc>
              <a:buClrTx/>
              <a:buSzTx/>
              <a:buFontTx/>
              <a:buNone/>
              <a:defRPr/>
            </a:pPr>
            <a:r>
              <a:rPr kumimoji="0" lang="zh-CN" altLang="en-US" sz="2400" b="1" kern="1200" cap="none" spc="0" normalizeH="0" baseline="0" noProof="0" dirty="0"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例如</a:t>
            </a:r>
            <a:r>
              <a:rPr kumimoji="0" lang="zh-CN" altLang="en-US" sz="2400" b="1" kern="1200" cap="none" spc="0" normalizeH="0" baseline="0" noProof="0" dirty="0"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Wingdings" panose="05000000000000000000" pitchFamily="2" charset="2"/>
              </a:rPr>
              <a:t>：（</a:t>
            </a:r>
            <a:r>
              <a:rPr kumimoji="0" lang="en-US" altLang="zh-CN" sz="2400" b="1" kern="1200" cap="none" spc="0" normalizeH="0" baseline="0" noProof="0" dirty="0"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Wingdings" panose="05000000000000000000" pitchFamily="2" charset="2"/>
              </a:rPr>
              <a:t>1</a:t>
            </a:r>
            <a:r>
              <a:rPr kumimoji="0" lang="zh-CN" altLang="en-US" sz="2400" b="1" kern="1200" cap="none" spc="0" normalizeH="0" baseline="0" noProof="0" dirty="0"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Wingdings" panose="05000000000000000000" pitchFamily="2" charset="2"/>
              </a:rPr>
              <a:t>）</a:t>
            </a:r>
            <a:r>
              <a:rPr kumimoji="0" lang="en-US" altLang="zh-CN" sz="2400" b="1" kern="1200" cap="none" spc="0" normalizeH="0" baseline="0" noProof="0" dirty="0"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A: ……</a:t>
            </a:r>
            <a:r>
              <a:rPr kumimoji="0" lang="zh-CN" altLang="en-US" sz="2400" b="1" kern="1200" cap="none" spc="0" normalizeH="0" baseline="0" noProof="0" dirty="0"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在    哪儿？ </a:t>
            </a:r>
            <a:endParaRPr kumimoji="0" lang="en-US" altLang="zh-CN" sz="2400" b="1" kern="1200" cap="none" spc="0" normalizeH="0" baseline="0" noProof="0" dirty="0">
              <a:latin typeface="华文楷体" panose="02010600040101010101" pitchFamily="2" charset="-122"/>
              <a:ea typeface="华文楷体" panose="02010600040101010101" pitchFamily="2" charset="-122"/>
              <a:cs typeface="+mn-cs"/>
              <a:sym typeface="宋体" panose="02010600030101010101" pitchFamily="2" charset="-122"/>
            </a:endParaRPr>
          </a:p>
          <a:p>
            <a:pPr marR="0" defTabSz="914400">
              <a:lnSpc>
                <a:spcPct val="150000"/>
              </a:lnSpc>
              <a:buClrTx/>
              <a:buSzTx/>
              <a:buFontTx/>
              <a:buNone/>
              <a:defRPr/>
            </a:pPr>
            <a:r>
              <a:rPr kumimoji="0" lang="zh-CN" altLang="en-US" sz="2400" kern="1200" cap="none" spc="0" normalizeH="0" baseline="0" noProof="0" dirty="0"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                  </a:t>
            </a:r>
            <a:r>
              <a:rPr kumimoji="0" lang="en-US" altLang="zh-CN" sz="2400" kern="1200" cap="none" spc="0" normalizeH="0" baseline="0" noProof="0" dirty="0" err="1">
                <a:solidFill>
                  <a:schemeClr val="dk1"/>
                </a:solidFill>
                <a:latin typeface="GB Pinyinok-D" pitchFamily="2" charset="-122"/>
                <a:ea typeface="GB Pinyinok-D" pitchFamily="2" charset="-122"/>
                <a:cs typeface="+mn-cs"/>
                <a:sym typeface="宋体" panose="02010600030101010101" pitchFamily="2" charset="-122"/>
              </a:rPr>
              <a:t>zài</a:t>
            </a:r>
          </a:p>
          <a:p>
            <a:pPr marR="0" defTabSz="914400">
              <a:lnSpc>
                <a:spcPct val="150000"/>
              </a:lnSpc>
              <a:buClrTx/>
              <a:buSzTx/>
              <a:buFontTx/>
              <a:buNone/>
              <a:defRPr/>
            </a:pPr>
            <a:r>
              <a:rPr kumimoji="0" lang="en-US" altLang="zh-CN" sz="2400" b="1" kern="1200" cap="none" spc="0" normalizeH="0" baseline="0" noProof="0" dirty="0"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                     </a:t>
            </a:r>
            <a:r>
              <a:rPr kumimoji="0" lang="zh-CN" altLang="en-US" sz="2400" b="1" kern="1200" cap="none" spc="0" normalizeH="0" baseline="0" noProof="0" dirty="0"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 </a:t>
            </a:r>
            <a:r>
              <a:rPr kumimoji="0" lang="en-US" altLang="zh-CN" sz="2400" b="1" kern="1200" cap="none" spc="0" normalizeH="0" baseline="0" noProof="0" dirty="0"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B:</a:t>
            </a:r>
            <a:r>
              <a:rPr kumimoji="0" lang="zh-CN" altLang="en-US" sz="2400" b="1" kern="1200" cap="none" spc="0" normalizeH="0" baseline="0" noProof="0" dirty="0"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  </a:t>
            </a:r>
            <a:r>
              <a:rPr kumimoji="0" lang="en-US" altLang="zh-CN" sz="2400" b="1" kern="1200" cap="none" spc="0" normalizeH="0" baseline="0" noProof="0" dirty="0"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……</a:t>
            </a:r>
            <a:r>
              <a:rPr kumimoji="0" lang="zh-CN" altLang="en-US" sz="2400" b="1" kern="1200" cap="none" spc="0" normalizeH="0" baseline="0" noProof="0" dirty="0"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在</a:t>
            </a:r>
            <a:r>
              <a:rPr kumimoji="0" lang="en-US" altLang="zh-CN" sz="2400" b="1" kern="1200" cap="none" spc="0" normalizeH="0" baseline="0" noProof="0" dirty="0"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……</a:t>
            </a:r>
            <a:r>
              <a:rPr kumimoji="0" lang="zh-CN" altLang="en-US" sz="2400" b="1" kern="1200" cap="none" spc="0" normalizeH="0" baseline="0" noProof="0" dirty="0"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                         </a:t>
            </a:r>
            <a:endParaRPr kumimoji="0" lang="en-US" altLang="zh-CN" sz="2400" b="1" kern="1200" cap="none" spc="0" normalizeH="0" baseline="0" noProof="0" dirty="0">
              <a:latin typeface="华文楷体" panose="02010600040101010101" pitchFamily="2" charset="-122"/>
              <a:ea typeface="华文楷体" panose="02010600040101010101" pitchFamily="2" charset="-122"/>
              <a:cs typeface="+mn-cs"/>
              <a:sym typeface="宋体" panose="02010600030101010101" pitchFamily="2" charset="-122"/>
            </a:endParaRPr>
          </a:p>
          <a:p>
            <a:pPr marR="0" defTabSz="914400">
              <a:lnSpc>
                <a:spcPct val="150000"/>
              </a:lnSpc>
              <a:buClrTx/>
              <a:buSzTx/>
              <a:buFontTx/>
              <a:buNone/>
              <a:defRPr/>
            </a:pPr>
            <a:r>
              <a:rPr kumimoji="0" lang="en-US" altLang="zh-CN" sz="2400" kern="1200" cap="none" spc="0" normalizeH="0" baseline="0" noProof="0" dirty="0"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                  </a:t>
            </a:r>
            <a:r>
              <a:rPr kumimoji="0" lang="en-US" altLang="zh-CN" sz="2400" kern="1200" cap="none" spc="0" normalizeH="0" baseline="0" noProof="0" dirty="0" err="1">
                <a:solidFill>
                  <a:schemeClr val="dk1"/>
                </a:solidFill>
                <a:latin typeface="GB Pinyinok-D" pitchFamily="2" charset="-122"/>
                <a:ea typeface="GB Pinyinok-D" pitchFamily="2" charset="-122"/>
                <a:cs typeface="+mn-cs"/>
                <a:sym typeface="宋体" panose="02010600030101010101" pitchFamily="2" charset="-122"/>
              </a:rPr>
              <a:t>zài</a:t>
            </a:r>
            <a:r>
              <a:rPr kumimoji="0" lang="en-US" altLang="zh-CN" sz="2400" kern="1200" cap="none" spc="0" normalizeH="0" baseline="0" noProof="0" dirty="0">
                <a:solidFill>
                  <a:schemeClr val="dk1"/>
                </a:solidFill>
                <a:latin typeface="GB Pinyinok-D" pitchFamily="2" charset="-122"/>
                <a:ea typeface="GB Pinyinok-D" pitchFamily="2" charset="-122"/>
                <a:cs typeface="+mn-cs"/>
                <a:sym typeface="宋体" panose="02010600030101010101" pitchFamily="2" charset="-122"/>
              </a:rPr>
              <a:t> </a:t>
            </a:r>
            <a:r>
              <a:rPr kumimoji="0" lang="en-US" altLang="zh-CN" sz="2400" kern="1200" cap="none" spc="0" normalizeH="0" baseline="0" noProof="0" dirty="0" err="1">
                <a:solidFill>
                  <a:schemeClr val="dk1"/>
                </a:solidFill>
                <a:latin typeface="GB Pinyinok-D" pitchFamily="2" charset="-122"/>
                <a:ea typeface="GB Pinyinok-D" pitchFamily="2" charset="-122"/>
                <a:cs typeface="+mn-cs"/>
                <a:sym typeface="宋体" panose="02010600030101010101" pitchFamily="2" charset="-122"/>
              </a:rPr>
              <a:t>nǎr</a:t>
            </a:r>
            <a:r>
              <a:rPr kumimoji="0" lang="en-US" altLang="zh-CN" sz="2400" kern="1200" cap="none" spc="0" normalizeH="0" baseline="0" noProof="0" dirty="0">
                <a:solidFill>
                  <a:schemeClr val="dk1"/>
                </a:solidFill>
                <a:latin typeface="GB Pinyinok-D" pitchFamily="2" charset="-122"/>
                <a:ea typeface="GB Pinyinok-D" pitchFamily="2" charset="-122"/>
                <a:cs typeface="+mn-cs"/>
                <a:sym typeface="宋体" panose="02010600030101010101" pitchFamily="2" charset="-122"/>
              </a:rPr>
              <a:t> </a:t>
            </a:r>
            <a:r>
              <a:rPr kumimoji="0" lang="en-US" altLang="zh-CN" sz="2400" kern="1200" cap="none" spc="0" normalizeH="0" baseline="0" noProof="0" dirty="0" err="1">
                <a:solidFill>
                  <a:schemeClr val="dk1"/>
                </a:solidFill>
                <a:latin typeface="GB Pinyinok-D" pitchFamily="2" charset="-122"/>
                <a:ea typeface="GB Pinyinok-D" pitchFamily="2" charset="-122"/>
                <a:cs typeface="+mn-cs"/>
                <a:sym typeface="宋体" panose="02010600030101010101" pitchFamily="2" charset="-122"/>
              </a:rPr>
              <a:t>ɡōnɡzuò</a:t>
            </a:r>
            <a:r>
              <a:rPr kumimoji="0" lang="en-US" altLang="zh-CN" sz="2400" kern="1200" cap="none" spc="0" normalizeH="0" baseline="0" noProof="0" dirty="0">
                <a:solidFill>
                  <a:schemeClr val="dk1"/>
                </a:solidFill>
                <a:latin typeface="GB Pinyinok-D" pitchFamily="2" charset="-122"/>
                <a:ea typeface="GB Pinyinok-D" pitchFamily="2" charset="-122"/>
                <a:cs typeface="+mn-cs"/>
                <a:sym typeface="宋体" panose="02010600030101010101" pitchFamily="2" charset="-122"/>
              </a:rPr>
              <a:t>?</a:t>
            </a:r>
          </a:p>
          <a:p>
            <a:pPr marR="0" defTabSz="914400">
              <a:lnSpc>
                <a:spcPct val="150000"/>
              </a:lnSpc>
              <a:buClrTx/>
              <a:buSzTx/>
              <a:buFontTx/>
              <a:buNone/>
              <a:defRPr/>
            </a:pPr>
            <a:r>
              <a:rPr kumimoji="0" lang="en-US" altLang="zh-CN" sz="2400" b="1" kern="1200" cap="none" spc="0" normalizeH="0" baseline="0" noProof="0" dirty="0"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            </a:t>
            </a:r>
            <a:r>
              <a:rPr kumimoji="0" lang="zh-CN" altLang="en-US" sz="2400" b="1" kern="1200" cap="none" spc="0" normalizeH="0" baseline="0" noProof="0" dirty="0"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（</a:t>
            </a:r>
            <a:r>
              <a:rPr kumimoji="0" lang="en-US" altLang="zh-CN" sz="2400" b="1" kern="1200" cap="none" spc="0" normalizeH="0" baseline="0" noProof="0" dirty="0"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2</a:t>
            </a:r>
            <a:r>
              <a:rPr kumimoji="0" lang="zh-CN" altLang="en-US" sz="2400" b="1" kern="1200" cap="none" spc="0" normalizeH="0" baseline="0" noProof="0" dirty="0"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）</a:t>
            </a:r>
            <a:r>
              <a:rPr kumimoji="0" lang="en-US" altLang="zh-CN" sz="2400" b="1" kern="1200" cap="none" spc="0" normalizeH="0" baseline="0" noProof="0" dirty="0"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A: ……</a:t>
            </a:r>
            <a:r>
              <a:rPr kumimoji="0" lang="zh-CN" altLang="en-US" sz="2400" b="1" kern="1200" cap="none" spc="0" normalizeH="0" baseline="0" noProof="0" dirty="0"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在    哪儿   工作？     </a:t>
            </a:r>
            <a:endParaRPr kumimoji="0" lang="en-US" altLang="zh-CN" sz="2400" b="1" kern="1200" cap="none" spc="0" normalizeH="0" baseline="0" noProof="0" dirty="0">
              <a:latin typeface="华文楷体" panose="02010600040101010101" pitchFamily="2" charset="-122"/>
              <a:ea typeface="华文楷体" panose="02010600040101010101" pitchFamily="2" charset="-122"/>
              <a:cs typeface="+mn-cs"/>
              <a:sym typeface="宋体" panose="02010600030101010101" pitchFamily="2" charset="-122"/>
            </a:endParaRPr>
          </a:p>
          <a:p>
            <a:pPr marR="0" defTabSz="914400">
              <a:lnSpc>
                <a:spcPct val="150000"/>
              </a:lnSpc>
              <a:buClrTx/>
              <a:buSzTx/>
              <a:buFontTx/>
              <a:buNone/>
              <a:defRPr/>
            </a:pPr>
            <a:r>
              <a:rPr kumimoji="0" lang="zh-CN" altLang="en-US" sz="2400" kern="1200" cap="none" spc="0" normalizeH="0" baseline="0" noProof="0" dirty="0"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                  </a:t>
            </a:r>
            <a:r>
              <a:rPr kumimoji="0" lang="en-US" altLang="zh-CN" sz="2400" kern="1200" cap="none" spc="0" normalizeH="0" baseline="0" noProof="0" dirty="0" err="1">
                <a:solidFill>
                  <a:schemeClr val="dk1"/>
                </a:solidFill>
                <a:latin typeface="GB Pinyinok-D" pitchFamily="2" charset="-122"/>
                <a:ea typeface="GB Pinyinok-D" pitchFamily="2" charset="-122"/>
                <a:cs typeface="+mn-cs"/>
                <a:sym typeface="宋体" panose="02010600030101010101" pitchFamily="2" charset="-122"/>
              </a:rPr>
              <a:t>zài  ɡōnɡzuò,tā/tā shì</a:t>
            </a:r>
          </a:p>
          <a:p>
            <a:pPr marR="0" defTabSz="914400">
              <a:lnSpc>
                <a:spcPct val="150000"/>
              </a:lnSpc>
              <a:buClrTx/>
              <a:buSzTx/>
              <a:buFontTx/>
              <a:buNone/>
              <a:defRPr/>
            </a:pPr>
            <a:r>
              <a:rPr kumimoji="0" lang="en-US" altLang="zh-CN" sz="2400" b="1" kern="1200" cap="none" spc="0" normalizeH="0" baseline="0" noProof="0" dirty="0"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                      B:  ……</a:t>
            </a:r>
            <a:r>
              <a:rPr kumimoji="0" lang="zh-CN" altLang="en-US" sz="2400" b="1" kern="1200" cap="none" spc="0" normalizeH="0" baseline="0" noProof="0" dirty="0"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在</a:t>
            </a:r>
            <a:r>
              <a:rPr kumimoji="0" lang="en-US" altLang="zh-CN" sz="2400" b="1" kern="1200" cap="none" spc="0" normalizeH="0" baseline="0" noProof="0" dirty="0"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……</a:t>
            </a:r>
            <a:r>
              <a:rPr kumimoji="0" lang="zh-CN" altLang="en-US" sz="2400" b="1" kern="1200" cap="none" spc="0" normalizeH="0" baseline="0" noProof="0" dirty="0"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工作， 他</a:t>
            </a:r>
            <a:r>
              <a:rPr kumimoji="0" lang="en-US" altLang="zh-CN" sz="2400" b="1" kern="1200" cap="none" spc="0" normalizeH="0" baseline="0" noProof="0" dirty="0"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/</a:t>
            </a:r>
            <a:r>
              <a:rPr kumimoji="0" lang="zh-CN" altLang="en-US" sz="2400" b="1" kern="1200" cap="none" spc="0" normalizeH="0" baseline="0" noProof="0" dirty="0"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她    是</a:t>
            </a:r>
            <a:r>
              <a:rPr kumimoji="0" lang="en-US" altLang="zh-CN" sz="2400" b="1" kern="1200" cap="none" spc="0" normalizeH="0" baseline="0" noProof="0" dirty="0"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……</a:t>
            </a:r>
            <a:endParaRPr kumimoji="0" lang="en-US" altLang="zh-CN" sz="2400" kern="1200" cap="none" spc="0" normalizeH="0" baseline="0" noProof="0" dirty="0">
              <a:latin typeface="Arial" panose="020B0604020202020204" pitchFamily="34" charset="0"/>
              <a:ea typeface="GB Pinyinok-D"/>
              <a:cs typeface="GB Pinyinok-D"/>
              <a:sym typeface="宋体" panose="02010600030101010101" pitchFamily="2" charset="-122"/>
            </a:endParaRPr>
          </a:p>
          <a:p>
            <a:pPr marR="0" defTabSz="914400">
              <a:lnSpc>
                <a:spcPct val="150000"/>
              </a:lnSpc>
              <a:buClrTx/>
              <a:buSzTx/>
              <a:buFontTx/>
              <a:buNone/>
              <a:defRPr/>
            </a:pPr>
            <a:endParaRPr kumimoji="0" lang="en-US" altLang="zh-CN" sz="1000" b="1" kern="1200" cap="none" spc="0" normalizeH="0" baseline="0" noProof="0" dirty="0">
              <a:latin typeface="华文楷体" panose="02010600040101010101" pitchFamily="2" charset="-122"/>
              <a:ea typeface="华文楷体" panose="02010600040101010101" pitchFamily="2" charset="-122"/>
              <a:cs typeface="+mn-cs"/>
              <a:sym typeface="宋体" panose="02010600030101010101" pitchFamily="2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57275" y="787400"/>
            <a:ext cx="3819525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sz="2400" b="1" kern="1200" cap="none" spc="0" normalizeH="0" baseline="0" noProof="0" dirty="0">
                <a:latin typeface="+mn-ea"/>
                <a:ea typeface="+mn-ea"/>
                <a:cs typeface="+mn-cs"/>
              </a:rPr>
              <a:t>1.</a:t>
            </a:r>
            <a:r>
              <a:rPr kumimoji="0" lang="zh-CN" altLang="en-US" sz="2400" b="1" kern="1200" cap="none" spc="0" normalizeH="0" baseline="0" noProof="0" dirty="0">
                <a:latin typeface="+mn-ea"/>
                <a:ea typeface="+mn-ea"/>
                <a:cs typeface="+mn-cs"/>
              </a:rPr>
              <a:t>双人活动 </a:t>
            </a:r>
            <a:r>
              <a:rPr kumimoji="0" lang="en-US" altLang="zh-CN" kern="1200" cap="none" spc="0" normalizeH="0" baseline="0" noProof="0" dirty="0">
                <a:latin typeface="+mn-ea"/>
                <a:ea typeface="+mn-ea"/>
                <a:cs typeface="+mn-cs"/>
              </a:rPr>
              <a:t>Pair Work</a:t>
            </a:r>
          </a:p>
        </p:txBody>
      </p:sp>
    </p:spTree>
  </p:cSld>
  <p:clrMapOvr>
    <a:masterClrMapping/>
  </p:clrMapOvr>
  <p:transition spd="slow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0354" name="AutoShape 4"/>
          <p:cNvCxnSpPr/>
          <p:nvPr/>
        </p:nvCxnSpPr>
        <p:spPr>
          <a:xfrm flipH="1" flipV="1">
            <a:off x="119063" y="-15875"/>
            <a:ext cx="12700" cy="6872288"/>
          </a:xfrm>
          <a:prstGeom prst="straightConnector1">
            <a:avLst/>
          </a:prstGeom>
          <a:ln w="228600" cap="flat" cmpd="sng">
            <a:solidFill>
              <a:srgbClr val="003399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11" name="直接连接符 10"/>
          <p:cNvCxnSpPr/>
          <p:nvPr/>
        </p:nvCxnSpPr>
        <p:spPr bwMode="auto">
          <a:xfrm>
            <a:off x="349250" y="652463"/>
            <a:ext cx="3757613" cy="0"/>
          </a:xfrm>
          <a:prstGeom prst="line">
            <a:avLst/>
          </a:prstGeom>
          <a:ln w="69850" cmpd="thickThin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57275" y="1071563"/>
            <a:ext cx="9301163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sz="2400" b="1" kern="1200" cap="none" spc="0" normalizeH="0" baseline="0" noProof="0" dirty="0">
                <a:latin typeface="+mn-ea"/>
                <a:ea typeface="+mn-ea"/>
                <a:cs typeface="+mn-cs"/>
              </a:rPr>
              <a:t>2.</a:t>
            </a:r>
            <a:r>
              <a:rPr kumimoji="0" lang="zh-CN" altLang="en-US" sz="2400" b="1" kern="1200" cap="none" spc="0" normalizeH="0" baseline="0" noProof="0" dirty="0">
                <a:latin typeface="+mn-ea"/>
                <a:ea typeface="+mn-ea"/>
                <a:cs typeface="+mn-cs"/>
              </a:rPr>
              <a:t>小组活动 </a:t>
            </a:r>
            <a:r>
              <a:rPr kumimoji="0" lang="en-US" altLang="zh-CN" kern="1200" cap="none" spc="0" normalizeH="0" baseline="0" noProof="0" dirty="0">
                <a:latin typeface="+mn-ea"/>
                <a:ea typeface="+mn-ea"/>
                <a:cs typeface="+mn-cs"/>
              </a:rPr>
              <a:t>Group Work</a:t>
            </a:r>
          </a:p>
        </p:txBody>
      </p:sp>
      <p:graphicFrame>
        <p:nvGraphicFramePr>
          <p:cNvPr id="8" name="表格 7"/>
          <p:cNvGraphicFramePr>
            <a:graphicFrameLocks noGrp="1"/>
          </p:cNvGraphicFramePr>
          <p:nvPr/>
        </p:nvGraphicFramePr>
        <p:xfrm>
          <a:off x="1536700" y="2138363"/>
          <a:ext cx="9292764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82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72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7730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2137"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 dirty="0"/>
                        <a:t>朋友</a:t>
                      </a:r>
                      <a:r>
                        <a:rPr lang="en-US" altLang="zh-CN" sz="2400" b="1" dirty="0"/>
                        <a:t>/</a:t>
                      </a:r>
                      <a:r>
                        <a:rPr lang="zh-CN" altLang="en-US" sz="2400" b="1" dirty="0"/>
                        <a:t>同学 </a:t>
                      </a:r>
                      <a:r>
                        <a:rPr lang="en-US" altLang="zh-CN" sz="2400" b="1" dirty="0"/>
                        <a:t>Friend/Classmate </a:t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 dirty="0"/>
                        <a:t>工作</a:t>
                      </a:r>
                      <a:endParaRPr lang="en-US" altLang="zh-CN" sz="2400" b="1" dirty="0"/>
                    </a:p>
                    <a:p>
                      <a:pPr algn="ctr"/>
                      <a:r>
                        <a:rPr lang="zh-CN" altLang="en-US" sz="2400" b="1" dirty="0"/>
                        <a:t> </a:t>
                      </a:r>
                      <a:r>
                        <a:rPr lang="en-US" altLang="zh-CN" sz="2400" b="1" dirty="0"/>
                        <a:t>Job</a:t>
                      </a:r>
                      <a:endParaRPr lang="zh-CN" altLang="en-US" sz="2400" b="1" dirty="0"/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24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/>
                        <a:t>1</a:t>
                      </a:r>
                      <a:endParaRPr lang="zh-CN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zh-CN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  <a:p>
                      <a:pPr algn="l"/>
                      <a:endParaRPr lang="zh-CN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zh-CN" altLang="en-US" sz="2800" b="0" dirty="0"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2440">
                <a:tc>
                  <a:txBody>
                    <a:bodyPr/>
                    <a:lstStyle/>
                    <a:p>
                      <a:pPr algn="ctr"/>
                      <a:endParaRPr lang="zh-CN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zh-CN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zh-CN" altLang="en-US" sz="2800" b="0" dirty="0"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zh-CN" altLang="en-US" sz="28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28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28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 sz="28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28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28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 sz="28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28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28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cxnSp>
        <p:nvCxnSpPr>
          <p:cNvPr id="15" name="直接连接符 14"/>
          <p:cNvCxnSpPr/>
          <p:nvPr/>
        </p:nvCxnSpPr>
        <p:spPr>
          <a:xfrm>
            <a:off x="1536700" y="2976563"/>
            <a:ext cx="0" cy="3001963"/>
          </a:xfrm>
          <a:prstGeom prst="line">
            <a:avLst/>
          </a:prstGeom>
          <a:ln w="38100">
            <a:solidFill>
              <a:srgbClr val="FFC00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/>
        </p:nvCxnSpPr>
        <p:spPr>
          <a:xfrm>
            <a:off x="2803525" y="3006725"/>
            <a:ext cx="0" cy="300355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连接符 36"/>
          <p:cNvCxnSpPr/>
          <p:nvPr/>
        </p:nvCxnSpPr>
        <p:spPr>
          <a:xfrm>
            <a:off x="1536700" y="5964238"/>
            <a:ext cx="9293225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 Box 4"/>
          <p:cNvSpPr txBox="1">
            <a:spLocks noChangeArrowheads="1"/>
          </p:cNvSpPr>
          <p:nvPr/>
        </p:nvSpPr>
        <p:spPr bwMode="auto">
          <a:xfrm>
            <a:off x="328613" y="6350"/>
            <a:ext cx="3778250" cy="64611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8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"/>
              <a:defRPr sz="2000">
                <a:solidFill>
                  <a:schemeClr val="accent2"/>
                </a:solidFill>
                <a:latin typeface="Times New Roman" panose="02020603050405020304" pitchFamily="18" charset="0"/>
                <a:ea typeface="幼圆" panose="02010509060101010101" pitchFamily="49" charset="-122"/>
              </a:defRPr>
            </a:lvl1pPr>
            <a:lvl2pPr marL="742950" indent="-285750">
              <a:lnSpc>
                <a:spcPct val="130000"/>
              </a:lnSpc>
              <a:buFont typeface="Calibri" panose="020F0502020204030204" pitchFamily="34" charset="0"/>
              <a:buChar char=" 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幼圆" panose="02010509060101010101" pitchFamily="49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Calibri" panose="020F0502020204030204" pitchFamily="34" charset="0"/>
              <a:buChar char="•"/>
              <a:defRPr sz="2000">
                <a:solidFill>
                  <a:srgbClr val="7F7F7F"/>
                </a:solidFill>
                <a:latin typeface="Times New Roman" panose="02020603050405020304" pitchFamily="18" charset="0"/>
                <a:ea typeface="幼圆" panose="02010509060101010101" pitchFamily="49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Calibri" panose="020F0502020204030204" pitchFamily="34" charset="0"/>
              <a:buChar char="•"/>
              <a:defRPr>
                <a:solidFill>
                  <a:srgbClr val="7F7F7F"/>
                </a:solidFill>
                <a:latin typeface="Times New Roman" panose="02020603050405020304" pitchFamily="18" charset="0"/>
                <a:ea typeface="幼圆" panose="02010509060101010101" pitchFamily="49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Calibri" panose="020F0502020204030204" pitchFamily="34" charset="0"/>
              <a:buChar char="•"/>
              <a:defRPr>
                <a:solidFill>
                  <a:srgbClr val="7F7F7F"/>
                </a:solidFill>
                <a:latin typeface="Times New Roman" panose="02020603050405020304" pitchFamily="18" charset="0"/>
                <a:ea typeface="幼圆" panose="02010509060101010101" pitchFamily="49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>
                <a:solidFill>
                  <a:srgbClr val="7F7F7F"/>
                </a:solidFill>
                <a:latin typeface="Times New Roman" panose="02020603050405020304" pitchFamily="18" charset="0"/>
                <a:ea typeface="幼圆" panose="02010509060101010101" pitchFamily="49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>
                <a:solidFill>
                  <a:srgbClr val="7F7F7F"/>
                </a:solidFill>
                <a:latin typeface="Times New Roman" panose="02020603050405020304" pitchFamily="18" charset="0"/>
                <a:ea typeface="幼圆" panose="02010509060101010101" pitchFamily="49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>
                <a:solidFill>
                  <a:srgbClr val="7F7F7F"/>
                </a:solidFill>
                <a:latin typeface="Times New Roman" panose="02020603050405020304" pitchFamily="18" charset="0"/>
                <a:ea typeface="幼圆" panose="02010509060101010101" pitchFamily="49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>
                <a:solidFill>
                  <a:srgbClr val="7F7F7F"/>
                </a:solidFill>
                <a:latin typeface="Times New Roman" panose="02020603050405020304" pitchFamily="18" charset="0"/>
                <a:ea typeface="幼圆" panose="02010509060101010101" pitchFamily="49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D09E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运用</a:t>
            </a:r>
            <a:r>
              <a:rPr kumimoji="0" lang="en-US" altLang="zh-CN" sz="3600" b="1" i="1" u="none" strike="noStrike" kern="1200" cap="none" spc="0" normalizeH="0" baseline="0" noProof="0" dirty="0">
                <a:ln>
                  <a:noFill/>
                </a:ln>
                <a:solidFill>
                  <a:srgbClr val="D09E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Application</a:t>
            </a:r>
            <a:endParaRPr kumimoji="0" lang="zh-CN" altLang="en-US" sz="3600" b="1" i="1" u="none" strike="noStrike" kern="1200" cap="none" spc="0" normalizeH="0" baseline="0" noProof="0" dirty="0">
              <a:ln>
                <a:noFill/>
              </a:ln>
              <a:solidFill>
                <a:srgbClr val="D09E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967038" y="3055938"/>
            <a:ext cx="2044700" cy="8302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buNone/>
            </a:pPr>
            <a:r>
              <a:rPr lang="zh-CN" altLang="en-US" sz="28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李朋</a:t>
            </a:r>
            <a:endParaRPr lang="en-US" altLang="zh-CN" sz="2800" b="1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>
              <a:buNone/>
            </a:pPr>
            <a:r>
              <a:rPr lang="en-US" altLang="zh-CN" sz="2000" dirty="0">
                <a:solidFill>
                  <a:srgbClr val="000000"/>
                </a:solidFill>
                <a:latin typeface="GB Pinyinok-D"/>
                <a:ea typeface="GB Pinyinok-D"/>
                <a:sym typeface="宋体" panose="02010600030101010101" pitchFamily="2" charset="-122"/>
              </a:rPr>
              <a:t>Lǐ Pénɡ </a:t>
            </a:r>
            <a:endParaRPr lang="zh-CN" altLang="en-US" sz="2000" dirty="0">
              <a:solidFill>
                <a:srgbClr val="000000"/>
              </a:solidFill>
              <a:latin typeface="GB Pinyinok-D"/>
              <a:ea typeface="GB Pinyinok-D"/>
              <a:sym typeface="宋体" panose="02010600030101010101" pitchFamily="2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272088" y="3059113"/>
            <a:ext cx="4287837" cy="83026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>
              <a:buNone/>
            </a:pPr>
            <a:r>
              <a:rPr lang="zh-CN" altLang="en-US" sz="28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是医生，在医院工作。</a:t>
            </a:r>
            <a:r>
              <a:rPr lang="en-US" altLang="zh-CN" sz="2800" dirty="0"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</a:p>
          <a:p>
            <a:pPr>
              <a:buNone/>
            </a:pPr>
            <a:r>
              <a:rPr lang="en-US" altLang="zh-CN" sz="2000" dirty="0">
                <a:solidFill>
                  <a:srgbClr val="000000"/>
                </a:solidFill>
                <a:latin typeface="GB Pinyinok-D"/>
                <a:ea typeface="GB Pinyinok-D"/>
                <a:sym typeface="宋体" panose="02010600030101010101" pitchFamily="2" charset="-122"/>
              </a:rPr>
              <a:t>Shì yīshēnɡ,zài yīyuàn ɡōnɡzuò. </a:t>
            </a:r>
            <a:endParaRPr lang="zh-CN" altLang="en-US" sz="2000" dirty="0">
              <a:solidFill>
                <a:srgbClr val="000000"/>
              </a:solidFill>
              <a:latin typeface="GB Pinyinok-D"/>
              <a:ea typeface="GB Pinyinok-D"/>
              <a:sym typeface="宋体" panose="02010600030101010101" pitchFamily="2" charset="-122"/>
            </a:endParaRPr>
          </a:p>
        </p:txBody>
      </p:sp>
      <p:cxnSp>
        <p:nvCxnSpPr>
          <p:cNvPr id="24" name="直接连接符 23"/>
          <p:cNvCxnSpPr/>
          <p:nvPr/>
        </p:nvCxnSpPr>
        <p:spPr>
          <a:xfrm>
            <a:off x="10829925" y="2976563"/>
            <a:ext cx="0" cy="3001963"/>
          </a:xfrm>
          <a:prstGeom prst="line">
            <a:avLst/>
          </a:prstGeom>
          <a:ln w="38100">
            <a:solidFill>
              <a:srgbClr val="FFC00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/>
          <p:cNvCxnSpPr/>
          <p:nvPr/>
        </p:nvCxnSpPr>
        <p:spPr>
          <a:xfrm>
            <a:off x="5256213" y="3022600"/>
            <a:ext cx="0" cy="3001963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/>
          <p:cNvCxnSpPr/>
          <p:nvPr/>
        </p:nvCxnSpPr>
        <p:spPr>
          <a:xfrm>
            <a:off x="1536700" y="5470525"/>
            <a:ext cx="9293225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/>
          <p:cNvCxnSpPr/>
          <p:nvPr/>
        </p:nvCxnSpPr>
        <p:spPr>
          <a:xfrm>
            <a:off x="1536700" y="4953000"/>
            <a:ext cx="9293225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/>
          <p:cNvCxnSpPr/>
          <p:nvPr/>
        </p:nvCxnSpPr>
        <p:spPr>
          <a:xfrm>
            <a:off x="1536700" y="4435475"/>
            <a:ext cx="9293225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/>
          <p:cNvCxnSpPr/>
          <p:nvPr/>
        </p:nvCxnSpPr>
        <p:spPr>
          <a:xfrm>
            <a:off x="1536700" y="3921125"/>
            <a:ext cx="9293225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2803525" y="1729740"/>
            <a:ext cx="28956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400"/>
              <a:t>pénɡ yǒu tónɡ xué 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7235190" y="1729740"/>
            <a:ext cx="1524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400"/>
              <a:t>ɡōnɡ zuò</a:t>
            </a:r>
            <a:r>
              <a:rPr lang="en-US" altLang="en-US"/>
              <a:t> 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Text Box 11"/>
          <p:cNvSpPr txBox="1"/>
          <p:nvPr/>
        </p:nvSpPr>
        <p:spPr>
          <a:xfrm>
            <a:off x="3089275" y="266700"/>
            <a:ext cx="6170613" cy="10779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课 堂 活 动</a:t>
            </a:r>
            <a:r>
              <a:rPr lang="en-US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3200" b="1" dirty="0">
                <a:latin typeface="楷体_GB2312" pitchFamily="49" charset="-122"/>
                <a:ea typeface="楷体_GB2312" pitchFamily="49" charset="-122"/>
              </a:rPr>
              <a:t>他</a:t>
            </a:r>
            <a:r>
              <a:rPr lang="en-US" altLang="zh-CN" sz="3200" b="1" dirty="0">
                <a:latin typeface="楷体_GB2312" pitchFamily="49" charset="-122"/>
                <a:ea typeface="楷体_GB2312" pitchFamily="49" charset="-122"/>
              </a:rPr>
              <a:t>/</a:t>
            </a:r>
            <a:r>
              <a:rPr lang="zh-CN" altLang="en-US" sz="3200" b="1" dirty="0">
                <a:latin typeface="楷体_GB2312" pitchFamily="49" charset="-122"/>
                <a:ea typeface="楷体_GB2312" pitchFamily="49" charset="-122"/>
              </a:rPr>
              <a:t>她在哪儿工作</a:t>
            </a:r>
          </a:p>
          <a:p>
            <a:pPr eaLnBrk="0" hangingPunct="0"/>
            <a:endParaRPr lang="zh-CN" altLang="en-US" sz="3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圆角矩形 8"/>
          <p:cNvSpPr/>
          <p:nvPr/>
        </p:nvSpPr>
        <p:spPr>
          <a:xfrm>
            <a:off x="2746375" y="266700"/>
            <a:ext cx="6607175" cy="584200"/>
          </a:xfrm>
          <a:prstGeom prst="roundRect">
            <a:avLst/>
          </a:prstGeom>
          <a:noFill/>
          <a:ln w="12700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cxnSp>
        <p:nvCxnSpPr>
          <p:cNvPr id="101380" name="AutoShape 4"/>
          <p:cNvCxnSpPr/>
          <p:nvPr/>
        </p:nvCxnSpPr>
        <p:spPr>
          <a:xfrm flipH="1" flipV="1">
            <a:off x="119063" y="-15875"/>
            <a:ext cx="12700" cy="6872288"/>
          </a:xfrm>
          <a:prstGeom prst="straightConnector1">
            <a:avLst/>
          </a:prstGeom>
          <a:ln w="2286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101381" name="Text Box 9"/>
          <p:cNvSpPr txBox="1"/>
          <p:nvPr/>
        </p:nvSpPr>
        <p:spPr>
          <a:xfrm>
            <a:off x="2022475" y="1325563"/>
            <a:ext cx="7646988" cy="13382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285750" indent="-285750" eaLnBrk="0" hangingPunct="0">
              <a:lnSpc>
                <a:spcPct val="150000"/>
              </a:lnSpc>
              <a:buChar char="•"/>
            </a:pPr>
            <a:r>
              <a:rPr lang="zh-CN" altLang="en-US" b="1" dirty="0">
                <a:latin typeface="Arial" panose="020B0604020202020204" pitchFamily="34" charset="0"/>
              </a:rPr>
              <a:t>学生两人一组。</a:t>
            </a:r>
            <a:endParaRPr lang="en-US" altLang="zh-CN" b="1" dirty="0">
              <a:latin typeface="Arial" panose="020B0604020202020204" pitchFamily="34" charset="0"/>
            </a:endParaRPr>
          </a:p>
          <a:p>
            <a:pPr marL="285750" indent="-285750" eaLnBrk="0" hangingPunct="0">
              <a:lnSpc>
                <a:spcPct val="150000"/>
              </a:lnSpc>
              <a:buChar char="•"/>
            </a:pPr>
            <a:r>
              <a:rPr lang="zh-CN" altLang="en-US" b="1" dirty="0">
                <a:latin typeface="Arial" panose="020B0604020202020204" pitchFamily="34" charset="0"/>
              </a:rPr>
              <a:t>根据老师准备的图片交替做出不同职业任务的典型动作。</a:t>
            </a:r>
            <a:endParaRPr lang="en-US" altLang="zh-CN" b="1" dirty="0">
              <a:latin typeface="Arial" panose="020B0604020202020204" pitchFamily="34" charset="0"/>
            </a:endParaRPr>
          </a:p>
          <a:p>
            <a:pPr marL="285750" indent="-285750" eaLnBrk="0" hangingPunct="0">
              <a:lnSpc>
                <a:spcPct val="150000"/>
              </a:lnSpc>
              <a:buChar char="•"/>
            </a:pPr>
            <a:r>
              <a:rPr lang="zh-CN" altLang="en-US" b="1" dirty="0">
                <a:latin typeface="Arial" panose="020B0604020202020204" pitchFamily="34" charset="0"/>
              </a:rPr>
              <a:t>对图片内容进行描述。</a:t>
            </a:r>
          </a:p>
        </p:txBody>
      </p:sp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2315167" y="3105807"/>
            <a:ext cx="7096815" cy="892552"/>
          </a:xfrm>
          <a:prstGeom prst="rect">
            <a:avLst/>
          </a:prstGeom>
          <a:noFill/>
          <a:ln w="9525">
            <a:noFill/>
            <a:miter lim="800000"/>
          </a:ln>
          <a:effectLst>
            <a:glow rad="101600">
              <a:schemeClr val="accent2">
                <a:satMod val="175000"/>
                <a:alpha val="40000"/>
              </a:schemeClr>
            </a:glow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sz="2400" kern="1200" cap="none" spc="0" normalizeH="0" baseline="0" noProof="0" dirty="0">
                <a:solidFill>
                  <a:srgbClr val="660066"/>
                </a:solidFill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          </a:t>
            </a:r>
            <a:r>
              <a:rPr kumimoji="0" lang="en-US" altLang="zh-CN" sz="2400" kern="1200" cap="none" spc="0" normalizeH="0" baseline="0" noProof="0" dirty="0" err="1">
                <a:solidFill>
                  <a:srgbClr val="660066"/>
                </a:solidFill>
                <a:latin typeface="GB Pinyinok-D" pitchFamily="2" charset="-122"/>
                <a:ea typeface="GB Pinyinok-D" pitchFamily="2" charset="-122"/>
                <a:cs typeface="+mn-cs"/>
                <a:sym typeface="宋体" panose="02010600030101010101" pitchFamily="2" charset="-122"/>
              </a:rPr>
              <a:t>shòuhuòyuán  </a:t>
            </a:r>
            <a:r>
              <a:rPr kumimoji="0" lang="zh-CN" altLang="en-US" sz="2400" kern="1200" cap="none" spc="0" normalizeH="0" baseline="0" noProof="0" dirty="0" err="1">
                <a:solidFill>
                  <a:srgbClr val="660066"/>
                </a:solidFill>
                <a:latin typeface="GB Pinyinok-D" pitchFamily="2" charset="-122"/>
                <a:ea typeface="GB Pinyinok-D" pitchFamily="2" charset="-122"/>
                <a:cs typeface="+mn-cs"/>
                <a:sym typeface="宋体" panose="02010600030101010101" pitchFamily="2" charset="-122"/>
              </a:rPr>
              <a:t> </a:t>
            </a:r>
            <a:r>
              <a:rPr kumimoji="0" lang="en-US" altLang="zh-CN" sz="2400" kern="1200" cap="none" spc="0" normalizeH="0" baseline="0" noProof="0" dirty="0" err="1">
                <a:solidFill>
                  <a:srgbClr val="660066"/>
                </a:solidFill>
                <a:latin typeface="GB Pinyinok-D" pitchFamily="2" charset="-122"/>
                <a:ea typeface="GB Pinyinok-D" pitchFamily="2" charset="-122"/>
                <a:cs typeface="+mn-cs"/>
                <a:sym typeface="宋体" panose="02010600030101010101" pitchFamily="2" charset="-122"/>
              </a:rPr>
              <a:t>yínhánɡ zhíyuán</a:t>
            </a:r>
          </a:p>
          <a:p>
            <a:pPr marR="0" defTabSz="914400">
              <a:buClrTx/>
              <a:buSzTx/>
              <a:buFontTx/>
              <a:buNone/>
              <a:defRPr/>
            </a:pPr>
            <a:r>
              <a:rPr kumimoji="0" lang="zh-CN" altLang="en-US" sz="2800" b="1" kern="1200" cap="none" spc="0" normalizeH="0" baseline="0" noProof="0" dirty="0">
                <a:solidFill>
                  <a:srgbClr val="660066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补充生词：售货员、        银行     职员、</a:t>
            </a:r>
            <a:r>
              <a:rPr kumimoji="0" lang="en-US" altLang="zh-CN" sz="2800" b="1" kern="1200" cap="none" spc="0" normalizeH="0" baseline="0" noProof="0" dirty="0">
                <a:solidFill>
                  <a:srgbClr val="660066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……</a:t>
            </a:r>
            <a:endParaRPr kumimoji="0" lang="zh-CN" altLang="en-US" sz="2800" b="1" kern="1200" cap="none" spc="0" normalizeH="0" baseline="0" noProof="0" dirty="0">
              <a:solidFill>
                <a:srgbClr val="660066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+mn-c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314575" y="4678363"/>
            <a:ext cx="5930900" cy="523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rgbClr val="C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例如：他是售货员，他在商店工作。</a:t>
            </a:r>
            <a:endParaRPr lang="en-US" altLang="zh-CN" sz="2800" b="1" dirty="0">
              <a:solidFill>
                <a:srgbClr val="C0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230880" y="4310380"/>
            <a:ext cx="32004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tā shì shòu huò yuán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5963285" y="4340860"/>
            <a:ext cx="41148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tā zài shānɡ diàn ɡōnɡ zuò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2099310" y="4310380"/>
            <a:ext cx="9144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lì rú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2.25,&quot;left&quot;:147,&quot;top&quot;:104.37503937007872,&quot;width&quot;:247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2.25,&quot;left&quot;:147,&quot;top&quot;:104.37503937007872,&quot;width&quot;:247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2.25,&quot;left&quot;:147,&quot;top&quot;:104.37503937007872,&quot;width&quot;:247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2.25,&quot;left&quot;:147,&quot;top&quot;:104.37503937007872,&quot;width&quot;:247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2.25,&quot;left&quot;:147,&quot;top&quot;:104.37503937007872,&quot;width&quot;:247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2.25,&quot;left&quot;:147,&quot;top&quot;:104.37503937007872,&quot;width&quot;:247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2.25,&quot;left&quot;:147,&quot;top&quot;:104.37503937007872,&quot;width&quot;:247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2.25,&quot;left&quot;:147,&quot;top&quot;:104.37503937007872,&quot;width&quot;:247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2.25,&quot;left&quot;:147,&quot;top&quot;:104.37503937007872,&quot;width&quot;:247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2.25,&quot;left&quot;:147,&quot;top&quot;:104.37503937007872,&quot;width&quot;:247}"/>
</p:tagLst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A7C6E5"/>
      </a:accent1>
      <a:accent2>
        <a:srgbClr val="333399"/>
      </a:accent2>
      <a:accent3>
        <a:srgbClr val="FFFFFF"/>
      </a:accent3>
      <a:accent4>
        <a:srgbClr val="000000"/>
      </a:accent4>
      <a:accent5>
        <a:srgbClr val="D0DFF0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A7C6E5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0DFF0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7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9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2_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3_默认设计模板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