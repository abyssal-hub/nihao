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9" r:id="rId6"/>
  </p:sldMasterIdLst>
  <p:notesMasterIdLst>
    <p:notesMasterId r:id="rId34"/>
  </p:notesMasterIdLst>
  <p:sldIdLst>
    <p:sldId id="771" r:id="rId7"/>
    <p:sldId id="772" r:id="rId8"/>
    <p:sldId id="773" r:id="rId9"/>
    <p:sldId id="774" r:id="rId10"/>
    <p:sldId id="775" r:id="rId11"/>
    <p:sldId id="738" r:id="rId12"/>
    <p:sldId id="767" r:id="rId13"/>
    <p:sldId id="768" r:id="rId14"/>
    <p:sldId id="740" r:id="rId15"/>
    <p:sldId id="769" r:id="rId16"/>
    <p:sldId id="741" r:id="rId17"/>
    <p:sldId id="776" r:id="rId18"/>
    <p:sldId id="743" r:id="rId19"/>
    <p:sldId id="766" r:id="rId20"/>
    <p:sldId id="764" r:id="rId21"/>
    <p:sldId id="765" r:id="rId22"/>
    <p:sldId id="763" r:id="rId23"/>
    <p:sldId id="762" r:id="rId24"/>
    <p:sldId id="761" r:id="rId25"/>
    <p:sldId id="661" r:id="rId26"/>
    <p:sldId id="748" r:id="rId27"/>
    <p:sldId id="749" r:id="rId28"/>
    <p:sldId id="750" r:id="rId29"/>
    <p:sldId id="751" r:id="rId30"/>
    <p:sldId id="752" r:id="rId31"/>
    <p:sldId id="770" r:id="rId32"/>
    <p:sldId id="714" r:id="rId33"/>
  </p:sldIdLst>
  <p:sldSz cx="12192000" cy="6858000"/>
  <p:notesSz cx="6858000" cy="9144000"/>
  <p:custDataLst>
    <p:tags r:id="rId3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" userDrawn="1">
          <p15:clr>
            <a:srgbClr val="A4A3A4"/>
          </p15:clr>
        </p15:guide>
        <p15:guide id="2" pos="3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E40"/>
    <a:srgbClr val="68A042"/>
    <a:srgbClr val="6AA343"/>
    <a:srgbClr val="288149"/>
    <a:srgbClr val="058576"/>
    <a:srgbClr val="C198E0"/>
    <a:srgbClr val="69D8FF"/>
    <a:srgbClr val="FFE2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309"/>
  </p:normalViewPr>
  <p:slideViewPr>
    <p:cSldViewPr snapToGrid="0" snapToObjects="1" showGuides="1">
      <p:cViewPr varScale="1">
        <p:scale>
          <a:sx n="57" d="100"/>
          <a:sy n="57" d="100"/>
        </p:scale>
        <p:origin x="992" y="72"/>
      </p:cViewPr>
      <p:guideLst>
        <p:guide orient="horz" pos="230"/>
        <p:guide pos="34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tableStyles" Target="tableStyles.xml"/><Relationship Id="rId21" Type="http://schemas.openxmlformats.org/officeDocument/2006/relationships/slide" Target="slides/slide15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tags" Target="tags/tag1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B800CE-A031-49B3-B90D-8CD1BDA33741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2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A74573A-3760-4759-B6D5-DB6DAD3F2CC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2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3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06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4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27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5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47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6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68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7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788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8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09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9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29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10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49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11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870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13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911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14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318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31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15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52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16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72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17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93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993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18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“</a:t>
            </a:r>
            <a:r>
              <a:rPr lang="zh-CN" altLang="en-US" dirty="0"/>
              <a:t>行李箱</a:t>
            </a:r>
            <a:r>
              <a:rPr lang="en-US" altLang="zh-CN" dirty="0"/>
              <a:t>”</a:t>
            </a:r>
            <a:r>
              <a:rPr lang="zh-CN" altLang="en-US" dirty="0"/>
              <a:t>一词的扩展有些单一、简单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  <a:buChar char="•"/>
            </a:pPr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19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34D7AA-98B3-45AA-B0FB-313BAA958F36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046DA6-B367-40E1-A989-3A58C58C333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16F234C-1B08-46D8-B03E-E1179F3436C1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779299-7DFC-423B-AD0C-428769C09371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EC924D-3182-42A8-BE93-1BE4947C5757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EF5FF1-ACF9-4AFE-97D7-F72F8CA3A527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57840C-AA1E-440B-8AC1-665270C9769E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1A319AC-3E4D-42C5-A559-CCEA38ADA93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63B290-3805-4393-B625-DD5AA1EAF312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DA8877-8478-4BD3-961C-262312A28EC3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FA1A4B-B6BF-4868-BEC4-9EE93549798C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7B7C2C-CBAD-469E-B514-798809DD275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8C5649B-08B6-4CB0-9DBD-867B58837CD7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FEBA13-D6CE-4842-B855-00ECA23D3A43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DDDE7C-A9B8-48F5-952F-94AC56D5D319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5EA351-E5F3-4E20-B0E0-4B7E27D0FE3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FDE8B1-5D81-45F4-BF53-02ED7D2A80C0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E473E1-0739-45AA-A957-9F66641A6B0A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50624C3-F300-479E-8FB9-313D63931BE7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012BC49-153C-4A8F-A581-19F97CB2564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62345B3-9D20-4CBE-861F-40739B25253A}" type="datetime1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0D3BBD-A4B4-47BF-A406-1DE3529E1A6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6AB389-2D00-4331-87A7-38891C4D60C7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B6FDD0-6C10-46E4-B9D9-5D4B75EB087D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F5ECF6-E00C-4B1D-ADB7-8FC834851CB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D897C6-7D32-4477-A0C1-1E881ACEDCF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765106-1DBF-4E0F-87DC-11356F6794E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27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5797D1-4A9E-4F65-B75B-E19927997A5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CBAC2D-67AA-4077-BE0F-8ECE21BEAD1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87BB31-3CAD-4075-99F3-27701395F683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4FBB84-1608-43DB-BF61-AE1C81DEE76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60DEC7-31F6-4821-81A9-061280B56161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C8D507-8F74-456F-93C9-1E924C1BE7A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3812DE8-B3E8-4F34-BF32-481C41B7F873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D6EAE6C-2FA0-4E42-A434-73BD07A9E2B2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F7068B-580D-4971-8E3A-2FB33B6B1947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783F2B-9473-4CA6-9481-F8065C26BB4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68FB10-5D9B-4C4D-A6A7-E593CF88A44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8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4BBDD7-BB98-457D-A8AA-B9C571E5645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04DF62-8BEE-4A1E-B1D6-0F9346D3821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5701BD-1A14-495B-A5B0-1B342E3A6FC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7D3783A-C4C3-4C3C-9CA0-69DC6BA7567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AB1BE4-7F74-43BE-AEBB-5C01D3E59241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085E49-11AB-4A36-A34E-2E0F8734D12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384F6-C7C1-4543-AEC8-9B72A715A0E4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31F2F9-DDF0-4F75-B5C1-5A906264E980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8E4AD6C-0382-4BB6-B646-48B795C6FF6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4F02A5-69FC-4B76-A2E6-21CBDE40622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F5000B-B31F-426A-B324-3D5A2BA886D5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6A41591-6A66-4D9E-AF75-77C96B6DB54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981453-7CD7-4896-883A-B1E2FB46C1F1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CDECED-7D39-4B00-A6B7-814D24EAB773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A5103E7-1200-4558-937F-69DBEE1E19C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882AB36-4C16-477A-B588-7D8CB3E12C39}" type="datetimeFigureOut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F5F0BF-BF3B-4061-B403-2133323297C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79ED67-D561-44AA-95F3-71608DA3E1F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308D70-A10B-45B0-86C6-8540B5F755E7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43B254B-02CE-4190-AB04-4D9681DF166C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5AADAE-D090-42D2-9B4E-053EE9C1706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A57FB7-A821-4CBD-8373-B6C80226333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418971-6B66-4FFB-BDF0-494892953E13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E8270E-D1B9-4FEC-A6D4-20DBE851078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4B36EE-BFD9-40B2-B42F-4BF0AF47A806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B90D77-614F-4AB7-9980-839CEEE92DE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3508CE-4562-4F5F-94B7-3110BA6BA9CF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36F8C3-AF6F-4636-9E57-BEDEC12F2153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C6787BA-1945-4A1D-BA45-3414936CEC5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1F4D74C-57D8-4C40-8C22-F94EE237B97B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E879DB-B098-40E5-A37A-C03851B9180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BF6F03-80CF-420C-9967-BAE8776DE74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BCA2E42-7834-4730-8B5A-70D99656C5F1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C1B311-2D7E-48D1-8BD8-B68CE75F928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831E3E-0F48-4D2C-97B6-BC0FA714FDD9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4A59A1D-F0EE-417A-88AE-EBFDA30663E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D41E26-9325-47AA-9759-033C27318694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0CA4ED-155A-4CDD-BEB5-A4F4B00F36C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79F0A8-E5A9-40B5-960A-02BCA1F7EEC6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09DCFE7-9035-4CF5-85E2-E7FF772F5CF5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DB312B-FF22-4288-8362-4482E76DE49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26" Type="http://schemas.openxmlformats.org/officeDocument/2006/relationships/image" Target="../media/image14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5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23" Type="http://schemas.openxmlformats.org/officeDocument/2006/relationships/image" Target="../media/image11.png"/><Relationship Id="rId28" Type="http://schemas.openxmlformats.org/officeDocument/2006/relationships/image" Target="../media/image16.png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Relationship Id="rId22" Type="http://schemas.openxmlformats.org/officeDocument/2006/relationships/image" Target="../media/image10.jpeg"/><Relationship Id="rId27" Type="http://schemas.openxmlformats.org/officeDocument/2006/relationships/image" Target="../media/image15.jpe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.png"/><Relationship Id="rId18" Type="http://schemas.openxmlformats.org/officeDocument/2006/relationships/image" Target="../media/image20.pn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25.xml"/><Relationship Id="rId21" Type="http://schemas.openxmlformats.org/officeDocument/2006/relationships/image" Target="../media/image23.png"/><Relationship Id="rId34" Type="http://schemas.openxmlformats.org/officeDocument/2006/relationships/image" Target="../media/image11.png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10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image" Target="../media/image26.png"/><Relationship Id="rId32" Type="http://schemas.openxmlformats.org/officeDocument/2006/relationships/image" Target="../media/image9.png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15.jpeg"/><Relationship Id="rId36" Type="http://schemas.openxmlformats.org/officeDocument/2006/relationships/image" Target="../media/image13.png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1.png"/><Relationship Id="rId31" Type="http://schemas.openxmlformats.org/officeDocument/2006/relationships/image" Target="../media/image8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6.jpeg"/><Relationship Id="rId30" Type="http://schemas.openxmlformats.org/officeDocument/2006/relationships/image" Target="../media/image7.png"/><Relationship Id="rId35" Type="http://schemas.openxmlformats.org/officeDocument/2006/relationships/image" Target="../media/image12.png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20.png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6.xml"/><Relationship Id="rId21" Type="http://schemas.openxmlformats.org/officeDocument/2006/relationships/image" Target="../media/image23.png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image" Target="../media/image26.png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9.png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Relationship Id="rId22" Type="http://schemas.openxmlformats.org/officeDocument/2006/relationships/image" Target="../media/image24.png"/><Relationship Id="rId27" Type="http://schemas.openxmlformats.org/officeDocument/2006/relationships/image" Target="../media/image8.png"/><Relationship Id="rId30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"/>
          <p:cNvGrpSpPr/>
          <p:nvPr userDrawn="1"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7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>
              <a:avLst/>
            </a:prstGeom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8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>
              <a:avLst/>
            </a:prstGeom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9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>
              <a:avLst/>
            </a:prstGeom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>
              <a:avLst/>
            </a:prstGeom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5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>
              <a:avLst/>
            </a:prstGeom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6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>
              <a:avLst/>
            </a:prstGeom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/>
          <p:nvPr userDrawn="1"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72" name="图片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3" name="图片 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74" name="图片 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1" name="图片 5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239713" y="1876425"/>
            <a:ext cx="7302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图片 10"/>
          <p:cNvPicPr>
            <a:picLocks noChangeAspect="1"/>
          </p:cNvPicPr>
          <p:nvPr userDrawn="1"/>
        </p:nvPicPr>
        <p:blipFill>
          <a:blip r:embed="rId16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6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75354" y="3966231"/>
            <a:ext cx="1282701" cy="790574"/>
          </a:xfrm>
          <a:prstGeom prst="ellipse">
            <a:avLst/>
          </a:prstGeom>
        </p:spPr>
      </p:pic>
      <p:pic>
        <p:nvPicPr>
          <p:cNvPr id="2055" name="图片 16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6" name="Picture 4" descr="画儿"/>
          <p:cNvPicPr>
            <a:picLocks noChangeAspect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2057" name="图片 14"/>
          <p:cNvPicPr>
            <a:picLocks noChangeAspect="1"/>
          </p:cNvPicPr>
          <p:nvPr userDrawn="1"/>
        </p:nvPicPr>
        <p:blipFill>
          <a:blip r:embed="rId1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8" name="图片 5"/>
          <p:cNvPicPr>
            <a:picLocks noChangeAspect="1"/>
          </p:cNvPicPr>
          <p:nvPr userDrawn="1"/>
        </p:nvPicPr>
        <p:blipFill>
          <a:blip r:embed="rId2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9" name="图片 1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218738" y="2486025"/>
            <a:ext cx="1841500" cy="262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0" name="Picture 5" descr="书"/>
          <p:cNvPicPr>
            <a:picLocks noChangeAspect="1"/>
          </p:cNvPicPr>
          <p:nvPr userDrawn="1"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图片 11"/>
          <p:cNvPicPr>
            <a:picLocks noChangeAspect="1"/>
          </p:cNvPicPr>
          <p:nvPr userDrawn="1"/>
        </p:nvPicPr>
        <p:blipFill>
          <a:blip r:embed="rId2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" name="图片 4"/>
          <p:cNvPicPr>
            <a:picLocks noChangeAspect="1"/>
          </p:cNvPicPr>
          <p:nvPr userDrawn="1"/>
        </p:nvPicPr>
        <p:blipFill>
          <a:blip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3" name="图片 21"/>
          <p:cNvPicPr>
            <a:picLocks noChangeAspect="1"/>
          </p:cNvPicPr>
          <p:nvPr userDrawn="1"/>
        </p:nvPicPr>
        <p:blipFill>
          <a:blip r:embed="rId2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4" name="图片 22"/>
          <p:cNvPicPr>
            <a:picLocks noChangeAspect="1"/>
          </p:cNvPicPr>
          <p:nvPr userDrawn="1"/>
        </p:nvPicPr>
        <p:blipFill>
          <a:blip r:embed="rId16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5" name="图片 2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044950" y="3062288"/>
            <a:ext cx="1362075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6" name="图片 2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5300663" y="3503613"/>
            <a:ext cx="1252537" cy="830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7" name="图片 25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2075" y="3919538"/>
            <a:ext cx="1338263" cy="895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" name="图片 1"/>
          <p:cNvPicPr>
            <a:picLocks noChangeAspect="1"/>
          </p:cNvPicPr>
          <p:nvPr userDrawn="1"/>
        </p:nvPicPr>
        <p:blipFill>
          <a:blip r:embed="rId26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9" name="Picture 8" descr="纸箱子"/>
          <p:cNvPicPr>
            <a:picLocks noChangeAspect="1"/>
          </p:cNvPicPr>
          <p:nvPr userDrawn="1"/>
        </p:nvPicPr>
        <p:blipFill>
          <a:blip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70" name="图片 28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9859963" y="3152775"/>
            <a:ext cx="458787" cy="59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55"/>
          <p:cNvGrpSpPr/>
          <p:nvPr userDrawn="1"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3086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3088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3090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3094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3096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309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3100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3102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3105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3107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8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3109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3106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3103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3104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3101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3099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3097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3095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3091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3092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3089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3075" name="图片 56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4" descr="画儿"/>
          <p:cNvPicPr>
            <a:picLocks noChangeAspect="1"/>
          </p:cNvPicPr>
          <p:nvPr userDrawn="1"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3077" name="Picture 8" descr="纸箱子"/>
          <p:cNvPicPr>
            <a:picLocks noChangeAspect="1"/>
          </p:cNvPicPr>
          <p:nvPr userDrawn="1"/>
        </p:nvPicPr>
        <p:blipFill>
          <a:blip r:embed="rId28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59"/>
          <p:cNvPicPr>
            <a:picLocks noChangeAspect="1"/>
          </p:cNvPicPr>
          <p:nvPr userDrawn="1"/>
        </p:nvPicPr>
        <p:blipFill>
          <a:blip r:embed="rId29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60"/>
          <p:cNvPicPr>
            <a:picLocks noChangeAspect="1"/>
          </p:cNvPicPr>
          <p:nvPr userDrawn="1"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61"/>
          <p:cNvPicPr>
            <a:picLocks noChangeAspect="1"/>
          </p:cNvPicPr>
          <p:nvPr userDrawn="1"/>
        </p:nvPicPr>
        <p:blipFill>
          <a:blip r:embed="rId31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62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Picture 5" descr="书"/>
          <p:cNvPicPr>
            <a:picLocks noChangeAspect="1"/>
          </p:cNvPicPr>
          <p:nvPr userDrawn="1"/>
        </p:nvPicPr>
        <p:blipFill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3" name="图片 64"/>
          <p:cNvPicPr>
            <a:picLocks noChangeAspect="1"/>
          </p:cNvPicPr>
          <p:nvPr userDrawn="1"/>
        </p:nvPicPr>
        <p:blipFill>
          <a:blip r:embed="rId34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4" name="图片 65"/>
          <p:cNvPicPr>
            <a:picLocks noChangeAspect="1"/>
          </p:cNvPicPr>
          <p:nvPr userDrawn="1"/>
        </p:nvPicPr>
        <p:blipFill>
          <a:blip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图片 66"/>
          <p:cNvPicPr>
            <a:picLocks noChangeAspect="1"/>
          </p:cNvPicPr>
          <p:nvPr userDrawn="1"/>
        </p:nvPicPr>
        <p:blipFill>
          <a:blip r:embed="rId36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55"/>
          <p:cNvGrpSpPr/>
          <p:nvPr userDrawn="1"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4104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4106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4108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4112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411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4116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4118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412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4123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4125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6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4127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>
                                <a:avLst/>
                              </a:prstGeom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4124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4121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4122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4119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411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4115" name="图片 40"/>
                    <p:cNvPicPr>
                      <a:picLocks noChangeAspect="1"/>
                    </p:cNvPicPr>
                    <p:nvPr userDrawn="1"/>
                  </p:nvPicPr>
                  <p:blipFill>
                    <a:blip r:embed="rId20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4113" name="图片 42"/>
                  <p:cNvPicPr>
                    <a:picLocks noChangeAspect="1"/>
                  </p:cNvPicPr>
                  <p:nvPr userDrawn="1"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pic>
              <p:nvPicPr>
                <p:cNvPr id="4109" name="图片 44"/>
                <p:cNvPicPr>
                  <a:picLocks noChangeAspect="1"/>
                </p:cNvPicPr>
                <p:nvPr userDrawn="1"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110" name="图片 49"/>
                <p:cNvPicPr>
                  <a:picLocks noChangeAspect="1"/>
                </p:cNvPicPr>
                <p:nvPr userDrawn="1"/>
              </p:nvPicPr>
              <p:blipFill>
                <a:blip r:embed="rId23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51" name="图片 50"/>
                <p:cNvPicPr>
                  <a:picLocks noChangeAspect="1"/>
                </p:cNvPicPr>
                <p:nvPr/>
              </p:nvPicPr>
              <p:blipFill>
                <a:blip r:embed="rId23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4107" name="图片 52"/>
              <p:cNvPicPr>
                <a:picLocks noChangeAspect="1"/>
              </p:cNvPicPr>
              <p:nvPr userDrawn="1"/>
            </p:nvPicPr>
            <p:blipFill>
              <a:blip r:embed="rId24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55" name="图片 54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>
              <a:avLst/>
            </a:prstGeom>
          </p:spPr>
        </p:pic>
      </p:grpSp>
      <p:pic>
        <p:nvPicPr>
          <p:cNvPr id="4099" name="图片 56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0" name="图片 61"/>
          <p:cNvPicPr>
            <a:picLocks noChangeAspect="1"/>
          </p:cNvPicPr>
          <p:nvPr userDrawn="1"/>
        </p:nvPicPr>
        <p:blipFill>
          <a:blip r:embed="rId27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1" name="图片 62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240963" y="2327275"/>
            <a:ext cx="1841500" cy="2847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2" name="图片 64"/>
          <p:cNvPicPr>
            <a:picLocks noChangeAspect="1"/>
          </p:cNvPicPr>
          <p:nvPr userDrawn="1"/>
        </p:nvPicPr>
        <p:blipFill>
          <a:blip r:embed="rId2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3" name="图片 66"/>
          <p:cNvPicPr>
            <a:picLocks noChangeAspect="1"/>
          </p:cNvPicPr>
          <p:nvPr userDrawn="1"/>
        </p:nvPicPr>
        <p:blipFill>
          <a:blip r:embed="rId30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</a:p>
          <a:p>
            <a:pPr lvl="1"/>
            <a:r>
              <a:rPr lang="zh-CN" altLang="zh-CN" dirty="0"/>
              <a:t>第二级</a:t>
            </a:r>
          </a:p>
          <a:p>
            <a:pPr lvl="2"/>
            <a:r>
              <a:rPr lang="zh-CN" altLang="zh-CN" dirty="0"/>
              <a:t>第三级</a:t>
            </a:r>
          </a:p>
          <a:p>
            <a:pPr lvl="3"/>
            <a:r>
              <a:rPr lang="zh-CN" altLang="zh-CN" dirty="0"/>
              <a:t>第四级</a:t>
            </a:r>
          </a:p>
          <a:p>
            <a:pPr lvl="4"/>
            <a:r>
              <a:rPr lang="zh-CN" altLang="zh-CN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A6ADA7-AF0F-42E8-A934-8C75D1D45E2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605CD5C-9C70-4620-9D03-4A5B3CBC047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0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0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0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6DAA79-5E8A-4335-A417-41375AA26A8D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2026/2/6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0" hangingPunct="0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D8D6A3-77F0-444F-BE05-92EBB4A85FC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30.jpeg"/><Relationship Id="rId9" Type="http://schemas.openxmlformats.org/officeDocument/2006/relationships/image" Target="../media/image3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10" Type="http://schemas.openxmlformats.org/officeDocument/2006/relationships/image" Target="../media/image44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jpe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48.jpeg"/><Relationship Id="rId11" Type="http://schemas.openxmlformats.org/officeDocument/2006/relationships/image" Target="../media/image53.jpeg"/><Relationship Id="rId5" Type="http://schemas.openxmlformats.org/officeDocument/2006/relationships/image" Target="../media/image47.jpeg"/><Relationship Id="rId10" Type="http://schemas.openxmlformats.org/officeDocument/2006/relationships/image" Target="../media/image52.jpeg"/><Relationship Id="rId4" Type="http://schemas.openxmlformats.org/officeDocument/2006/relationships/image" Target="../media/image46.jpeg"/><Relationship Id="rId9" Type="http://schemas.openxmlformats.org/officeDocument/2006/relationships/image" Target="../media/image5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6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6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2 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64515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70000"/>
              </a:lnSpc>
              <a:buClrTx/>
              <a:buSzTx/>
            </a:pPr>
            <a:r>
              <a:rPr lang="zh-CN" altLang="en-US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谢谢你</a:t>
            </a:r>
          </a:p>
          <a:p>
            <a:pPr eaLnBrk="1" hangingPunct="1">
              <a:lnSpc>
                <a:spcPct val="70000"/>
              </a:lnSpc>
              <a:buClrTx/>
              <a:buSzTx/>
            </a:pPr>
            <a:r>
              <a:rPr lang="en-US" altLang="zh-CN" sz="5400" b="1" kern="12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Thank you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893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64517" name="Picture 2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3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553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汉语拼音的声母和韵母（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Initials and Finals of Chinese </a:t>
            </a:r>
            <a:r>
              <a:rPr kumimoji="0" lang="en-US" altLang="zh-CN" i="1" kern="1200" cap="none" spc="0" normalizeH="0" baseline="0" noProof="0" dirty="0">
                <a:latin typeface="+mn-ea"/>
                <a:ea typeface="+mn-ea"/>
                <a:cs typeface="+mn-cs"/>
              </a:rPr>
              <a:t>Pinyin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(2)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pSp>
        <p:nvGrpSpPr>
          <p:cNvPr id="65541" name="组合 12"/>
          <p:cNvGrpSpPr/>
          <p:nvPr/>
        </p:nvGrpSpPr>
        <p:grpSpPr>
          <a:xfrm>
            <a:off x="3098800" y="2303463"/>
            <a:ext cx="5867400" cy="2613025"/>
            <a:chOff x="3099460" y="2303809"/>
            <a:chExt cx="5866410" cy="3823858"/>
          </a:xfrm>
        </p:grpSpPr>
        <p:sp>
          <p:nvSpPr>
            <p:cNvPr id="10" name="矩形 9"/>
            <p:cNvSpPr/>
            <p:nvPr/>
          </p:nvSpPr>
          <p:spPr>
            <a:xfrm>
              <a:off x="3099460" y="2696416"/>
              <a:ext cx="5866410" cy="3431251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99460" y="2303809"/>
              <a:ext cx="5866410" cy="58542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声母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Initials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（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759200" y="3201988"/>
            <a:ext cx="8286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zh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9063" y="3194050"/>
            <a:ext cx="5365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ch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6063" y="3201988"/>
            <a:ext cx="6365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sh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75613" y="3170238"/>
            <a:ext cx="3206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r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86188" y="3859213"/>
            <a:ext cx="3206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z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9063" y="3870325"/>
            <a:ext cx="3206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c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6225" y="3870325"/>
            <a:ext cx="3206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s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8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7587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2"/>
          <p:cNvGrpSpPr/>
          <p:nvPr/>
        </p:nvGrpSpPr>
        <p:grpSpPr>
          <a:xfrm>
            <a:off x="2586038" y="2170113"/>
            <a:ext cx="6699250" cy="3824287"/>
            <a:chOff x="3099460" y="2303809"/>
            <a:chExt cx="5866410" cy="3823858"/>
          </a:xfrm>
        </p:grpSpPr>
        <p:sp>
          <p:nvSpPr>
            <p:cNvPr id="10" name="矩形 9"/>
            <p:cNvSpPr/>
            <p:nvPr/>
          </p:nvSpPr>
          <p:spPr>
            <a:xfrm>
              <a:off x="3099460" y="2695877"/>
              <a:ext cx="5866410" cy="3431790"/>
            </a:xfrm>
            <a:prstGeom prst="rect">
              <a:avLst/>
            </a:prstGeom>
            <a:noFill/>
            <a:ln w="38100">
              <a:solidFill>
                <a:schemeClr val="accent5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99460" y="2303809"/>
              <a:ext cx="5866410" cy="40000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韵母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Finals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（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2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）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711575" y="2706688"/>
            <a:ext cx="7000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ou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9063" y="2714625"/>
            <a:ext cx="14573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iou(iu)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06813" y="3217863"/>
            <a:ext cx="7016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an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9063" y="3197225"/>
            <a:ext cx="11477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ian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26225" y="3181350"/>
            <a:ext cx="13938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uan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03638" y="3657600"/>
            <a:ext cx="7000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en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83188" y="3665538"/>
            <a:ext cx="5889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in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03638" y="4152900"/>
            <a:ext cx="10255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anɡ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00650" y="4152900"/>
            <a:ext cx="14557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ianɡ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11575" y="4600575"/>
            <a:ext cx="15446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enɡ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03825" y="4600575"/>
            <a:ext cx="15446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inɡ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5225" y="5075238"/>
            <a:ext cx="14541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onɡ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8288" y="4152900"/>
            <a:ext cx="19478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uanɡ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02238" y="5075238"/>
            <a:ext cx="40830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ionɡ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4663" y="914400"/>
            <a:ext cx="9928225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汉语拼音的声母和韵母（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Initials and Finals of Chinese </a:t>
            </a:r>
            <a:r>
              <a:rPr kumimoji="0" lang="en-US" altLang="zh-CN" i="1" kern="1200" cap="none" spc="0" normalizeH="0" baseline="0" noProof="0" dirty="0">
                <a:latin typeface="+mn-ea"/>
                <a:ea typeface="+mn-ea"/>
                <a:cs typeface="+mn-cs"/>
              </a:rPr>
              <a:t>Pinyin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(2) </a:t>
            </a:r>
            <a:r>
              <a:rPr kumimoji="0" lang="en-US" altLang="zh-CN" kern="1200" cap="none" spc="0" normalizeH="0" baseline="0" noProof="0" dirty="0" err="1">
                <a:latin typeface="+mn-ea"/>
                <a:ea typeface="+mn-ea"/>
                <a:cs typeface="+mn-cs"/>
              </a:rPr>
              <a:t>yun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  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y</a:t>
            </a:r>
            <a:r>
              <a:rPr lang="en-US" altLang="zh-CN" sz="2000" dirty="0" err="1">
                <a:latin typeface="GB Pinyinok-D" pitchFamily="2" charset="-122"/>
                <a:ea typeface="GB Pinyinok-D" pitchFamily="2" charset="-122"/>
              </a:rPr>
              <a:t>ün</a:t>
            </a: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 when j, q, x, y meets ü, it has to change u.  Yu  </a:t>
            </a:r>
            <a:r>
              <a:rPr lang="en-US" altLang="zh-CN" sz="2000" dirty="0" err="1">
                <a:latin typeface="+mn-ea"/>
              </a:rPr>
              <a:t>y</a:t>
            </a:r>
            <a:r>
              <a:rPr lang="en-US" altLang="zh-CN" sz="2000" dirty="0" err="1">
                <a:latin typeface="GB Pinyinok-D" pitchFamily="2" charset="-122"/>
                <a:ea typeface="GB Pinyinok-D" pitchFamily="2" charset="-122"/>
              </a:rPr>
              <a:t>ü</a:t>
            </a:r>
            <a:endParaRPr lang="zh-CN" altLang="en-US" sz="2000" dirty="0">
              <a:latin typeface="GB Pinyinok-D" pitchFamily="2" charset="-122"/>
              <a:ea typeface="GB Pinyinok-D" pitchFamily="2" charset="-122"/>
            </a:endParaRPr>
          </a:p>
          <a:p>
            <a:pPr>
              <a:defRPr/>
            </a:pPr>
            <a:endParaRPr lang="zh-CN" altLang="en-US" sz="2000" dirty="0">
              <a:latin typeface="GB Pinyinok-D" pitchFamily="2" charset="-122"/>
              <a:ea typeface="GB Pinyinok-D" pitchFamily="2" charset="-12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20050" y="3181350"/>
            <a:ext cx="12652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üan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4638" y="3659188"/>
            <a:ext cx="16033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uen(un)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036719" y="3792537"/>
            <a:ext cx="16144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dirty="0" err="1">
                <a:latin typeface="GB Pinyinok-D" pitchFamily="2" charset="-122"/>
                <a:ea typeface="GB Pinyinok-D" pitchFamily="2" charset="-122"/>
              </a:rPr>
              <a:t>ün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18288" y="4614863"/>
            <a:ext cx="1546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</a:rPr>
              <a:t>uenɡ</a:t>
            </a:r>
            <a:endParaRPr lang="zh-CN" altLang="en-US" sz="2400" dirty="0">
              <a:latin typeface="GB Pinyinok-D" pitchFamily="2" charset="-122"/>
              <a:ea typeface="GB Pinyinok-D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63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6963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636" name="组合 63"/>
          <p:cNvGrpSpPr/>
          <p:nvPr/>
        </p:nvGrpSpPr>
        <p:grpSpPr>
          <a:xfrm>
            <a:off x="328613" y="747713"/>
            <a:ext cx="11531600" cy="6065837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7" cy="5355771"/>
            </a:xfrm>
            <a:prstGeom prst="rect">
              <a:avLst/>
            </a:prstGeom>
            <a:ln>
              <a:prstDash val="lg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299" y="915801"/>
              <a:ext cx="7908967" cy="76951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看图片，朗读下列单音节词语</a:t>
              </a:r>
              <a:endParaRPr kumimoji="0" lang="en-US" altLang="zh-CN" sz="24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Look at the pictures and read the monosyllabic words aloud</a:t>
              </a:r>
              <a:endParaRPr kumimoji="0" lang="zh-CN" altLang="en-US" sz="1400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6" name="组合 26"/>
          <p:cNvGrpSpPr/>
          <p:nvPr/>
        </p:nvGrpSpPr>
        <p:grpSpPr>
          <a:xfrm>
            <a:off x="636588" y="1779588"/>
            <a:ext cx="2159000" cy="2009775"/>
            <a:chOff x="636011" y="1778914"/>
            <a:chExt cx="2160000" cy="2011149"/>
          </a:xfrm>
        </p:grpSpPr>
        <p:sp>
          <p:nvSpPr>
            <p:cNvPr id="69659" name="TextBox 23"/>
            <p:cNvSpPr txBox="1"/>
            <p:nvPr/>
          </p:nvSpPr>
          <p:spPr>
            <a:xfrm>
              <a:off x="1348100" y="3266843"/>
              <a:ext cx="128227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sān</a:t>
              </a:r>
              <a:r>
                <a:rPr lang="en-US" altLang="zh-CN" sz="1800" dirty="0">
                  <a:latin typeface="Arial" panose="020B0604020202020204" pitchFamily="34" charset="0"/>
                </a:rPr>
                <a:t>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pic>
          <p:nvPicPr>
            <p:cNvPr id="9" name="Picture 4" descr="C:\Documents and Settings\Administrator.CAOFAN\桌面\hsk一级\2课\2-04三-前图46358923（20）.jpg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36011" y="1778914"/>
              <a:ext cx="2160000" cy="143925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7" name="组合 33"/>
          <p:cNvGrpSpPr/>
          <p:nvPr/>
        </p:nvGrpSpPr>
        <p:grpSpPr>
          <a:xfrm>
            <a:off x="3525838" y="1779588"/>
            <a:ext cx="2159000" cy="2049497"/>
            <a:chOff x="3525313" y="1778914"/>
            <a:chExt cx="2160000" cy="2049636"/>
          </a:xfrm>
        </p:grpSpPr>
        <p:sp>
          <p:nvSpPr>
            <p:cNvPr id="69657" name="TextBox 24"/>
            <p:cNvSpPr txBox="1"/>
            <p:nvPr/>
          </p:nvSpPr>
          <p:spPr>
            <a:xfrm>
              <a:off x="4096161" y="3305295"/>
              <a:ext cx="1281300" cy="5232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Shān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1" name="Picture 5" descr="C:\Documents and Settings\Administrator.CAOFAN\桌面\hsk一级\2课\2-05山-前图43956478（20）.jpg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25313" y="1778914"/>
              <a:ext cx="2160000" cy="143996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0" name="组合 34"/>
          <p:cNvGrpSpPr/>
          <p:nvPr/>
        </p:nvGrpSpPr>
        <p:grpSpPr>
          <a:xfrm>
            <a:off x="6430963" y="1779588"/>
            <a:ext cx="2159000" cy="2049462"/>
            <a:chOff x="6430720" y="1778914"/>
            <a:chExt cx="2160000" cy="2049601"/>
          </a:xfrm>
        </p:grpSpPr>
        <p:sp>
          <p:nvSpPr>
            <p:cNvPr id="69655" name="TextBox 25"/>
            <p:cNvSpPr txBox="1"/>
            <p:nvPr/>
          </p:nvSpPr>
          <p:spPr>
            <a:xfrm>
              <a:off x="7056912" y="3305295"/>
              <a:ext cx="1352550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zhōnɡ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2" name="Picture 6" descr="C:\Documents and Settings\Administrator.CAOFAN\桌面\hsk一级\2课\2-06钟-微图mf829727（18）.jpg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430720" y="1778914"/>
              <a:ext cx="2160000" cy="143996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8" name="组合 35"/>
          <p:cNvGrpSpPr/>
          <p:nvPr/>
        </p:nvGrpSpPr>
        <p:grpSpPr>
          <a:xfrm>
            <a:off x="9448800" y="1779588"/>
            <a:ext cx="2160588" cy="2030412"/>
            <a:chOff x="9448800" y="1778914"/>
            <a:chExt cx="2160000" cy="2030551"/>
          </a:xfrm>
        </p:grpSpPr>
        <p:sp>
          <p:nvSpPr>
            <p:cNvPr id="69653" name="TextBox 27"/>
            <p:cNvSpPr txBox="1"/>
            <p:nvPr/>
          </p:nvSpPr>
          <p:spPr>
            <a:xfrm>
              <a:off x="9967323" y="3286245"/>
              <a:ext cx="1374586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yánɡ</a:t>
              </a:r>
              <a:r>
                <a:rPr lang="en-US" altLang="zh-CN" dirty="0">
                  <a:latin typeface="Arial" panose="020B0604020202020204" pitchFamily="34" charset="0"/>
                </a:rPr>
                <a:t> 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pic>
          <p:nvPicPr>
            <p:cNvPr id="13" name="Picture 7" descr="C:\Documents and Settings\Administrator.CAOFAN\桌面\hsk一级\2课\2-07羊-前图7629013（20）.jpg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9448800" y="1778914"/>
              <a:ext cx="2160000" cy="143996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9" name="组合 37"/>
          <p:cNvGrpSpPr/>
          <p:nvPr/>
        </p:nvGrpSpPr>
        <p:grpSpPr>
          <a:xfrm>
            <a:off x="636588" y="4414838"/>
            <a:ext cx="2159000" cy="2000250"/>
            <a:chOff x="636010" y="4414344"/>
            <a:chExt cx="2160000" cy="2000876"/>
          </a:xfrm>
        </p:grpSpPr>
        <p:sp>
          <p:nvSpPr>
            <p:cNvPr id="69651" name="TextBox 28"/>
            <p:cNvSpPr txBox="1"/>
            <p:nvPr/>
          </p:nvSpPr>
          <p:spPr>
            <a:xfrm>
              <a:off x="1272200" y="5892000"/>
              <a:ext cx="147247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línɡ</a:t>
              </a:r>
              <a:r>
                <a:rPr lang="en-US" altLang="zh-CN" sz="1800" dirty="0">
                  <a:latin typeface="Arial" panose="020B0604020202020204" pitchFamily="34" charset="0"/>
                </a:rPr>
                <a:t>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pic>
          <p:nvPicPr>
            <p:cNvPr id="14" name="Picture 8" descr="C:\Documents and Settings\Administrator.CAOFAN\桌面\hsk一级\2课\2-08零-前图48346217（20）.jpg"/>
            <p:cNvPicPr>
              <a:picLocks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636010" y="4414344"/>
              <a:ext cx="2160000" cy="144031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20" name="组合 38"/>
          <p:cNvGrpSpPr/>
          <p:nvPr/>
        </p:nvGrpSpPr>
        <p:grpSpPr>
          <a:xfrm>
            <a:off x="3525838" y="4414838"/>
            <a:ext cx="2159000" cy="1966912"/>
            <a:chOff x="3525313" y="4414344"/>
            <a:chExt cx="2160000" cy="1967916"/>
          </a:xfrm>
        </p:grpSpPr>
        <p:sp>
          <p:nvSpPr>
            <p:cNvPr id="69649" name="TextBox 29"/>
            <p:cNvSpPr txBox="1"/>
            <p:nvPr/>
          </p:nvSpPr>
          <p:spPr>
            <a:xfrm>
              <a:off x="4101111" y="5859040"/>
              <a:ext cx="119874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cài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5" name="Picture 9" descr="C:\Documents and Settings\Administrator.CAOFAN\桌面\hsk一级\2课\2-09菜-前图22657124（20）.jpg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525313" y="4414344"/>
              <a:ext cx="2160000" cy="144059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21" name="组合 39"/>
          <p:cNvGrpSpPr/>
          <p:nvPr/>
        </p:nvGrpSpPr>
        <p:grpSpPr>
          <a:xfrm>
            <a:off x="6457950" y="4395788"/>
            <a:ext cx="2160588" cy="1985962"/>
            <a:chOff x="6458617" y="4395906"/>
            <a:chExt cx="2160000" cy="1986354"/>
          </a:xfrm>
        </p:grpSpPr>
        <p:sp>
          <p:nvSpPr>
            <p:cNvPr id="69647" name="TextBox 30"/>
            <p:cNvSpPr txBox="1"/>
            <p:nvPr/>
          </p:nvSpPr>
          <p:spPr>
            <a:xfrm>
              <a:off x="7004724" y="5859040"/>
              <a:ext cx="119874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shǒu</a:t>
              </a:r>
              <a:r>
                <a:rPr lang="en-US" altLang="zh-CN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1800" dirty="0">
                  <a:latin typeface="Arial" panose="020B0604020202020204" pitchFamily="34" charset="0"/>
                </a:rPr>
                <a:t>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pic>
          <p:nvPicPr>
            <p:cNvPr id="16" name="Picture 10" descr="C:\Documents and Settings\Administrator.CAOFAN\桌面\hsk一级\2课\2-10手-前图FF13971（20）.jpg"/>
            <p:cNvPicPr>
              <a:picLocks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6458617" y="4395906"/>
              <a:ext cx="2160000" cy="144014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22" name="组合 41"/>
          <p:cNvGrpSpPr/>
          <p:nvPr/>
        </p:nvGrpSpPr>
        <p:grpSpPr>
          <a:xfrm>
            <a:off x="9448800" y="4414838"/>
            <a:ext cx="2160588" cy="1920875"/>
            <a:chOff x="9448800" y="4414344"/>
            <a:chExt cx="2160000" cy="1921798"/>
          </a:xfrm>
        </p:grpSpPr>
        <p:sp>
          <p:nvSpPr>
            <p:cNvPr id="69645" name="TextBox 31"/>
            <p:cNvSpPr txBox="1"/>
            <p:nvPr/>
          </p:nvSpPr>
          <p:spPr>
            <a:xfrm>
              <a:off x="9871775" y="5812922"/>
              <a:ext cx="119874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xiónɡ</a:t>
              </a:r>
              <a:r>
                <a:rPr lang="en-US" altLang="zh-CN" b="1" dirty="0">
                  <a:latin typeface="GB Pinyinok-D" pitchFamily="2" charset="-122"/>
                  <a:ea typeface="GB Pinyinok-D" pitchFamily="2" charset="-122"/>
                </a:rPr>
                <a:t> </a:t>
              </a:r>
              <a:r>
                <a:rPr lang="en-US" altLang="zh-CN" sz="1800" dirty="0">
                  <a:latin typeface="Arial" panose="020B0604020202020204" pitchFamily="34" charset="0"/>
                </a:rPr>
                <a:t> </a:t>
              </a: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pic>
          <p:nvPicPr>
            <p:cNvPr id="17" name="Picture 11" descr="C:\Documents and Settings\Administrator.CAOFAN\桌面\hsk一级\2课\2-11熊-前图6259568（20）.jpg"/>
            <p:cNvPicPr>
              <a:picLocks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9448800" y="4414344"/>
              <a:ext cx="2160000" cy="1440554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68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1683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684" name="组合 63"/>
          <p:cNvGrpSpPr/>
          <p:nvPr/>
        </p:nvGrpSpPr>
        <p:grpSpPr>
          <a:xfrm>
            <a:off x="328613" y="747713"/>
            <a:ext cx="11531600" cy="6065837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7" cy="5355771"/>
            </a:xfrm>
            <a:prstGeom prst="rect">
              <a:avLst/>
            </a:prstGeom>
            <a:ln>
              <a:prstDash val="lg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299" y="915801"/>
              <a:ext cx="7908967" cy="76951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看图片，朗读下列单音节词语</a:t>
              </a:r>
              <a:endParaRPr kumimoji="0" lang="en-US" altLang="zh-CN" sz="24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Look at the pictures and read the monosyllabic words aloud</a:t>
              </a:r>
              <a:endParaRPr kumimoji="0" lang="zh-CN" altLang="en-US" sz="1400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6" name="组合 27"/>
          <p:cNvGrpSpPr/>
          <p:nvPr/>
        </p:nvGrpSpPr>
        <p:grpSpPr>
          <a:xfrm>
            <a:off x="9277350" y="1897063"/>
            <a:ext cx="2160588" cy="1912937"/>
            <a:chOff x="9277350" y="1897063"/>
            <a:chExt cx="2160588" cy="1912937"/>
          </a:xfrm>
        </p:grpSpPr>
        <p:sp>
          <p:nvSpPr>
            <p:cNvPr id="71707" name="TextBox 27"/>
            <p:cNvSpPr txBox="1"/>
            <p:nvPr/>
          </p:nvSpPr>
          <p:spPr>
            <a:xfrm>
              <a:off x="9998075" y="3286125"/>
              <a:ext cx="1374775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rén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8" name="Picture 12" descr="C:\Documents and Settings\Administrator.CAOFAN\桌面\hsk一级\2课\2-15人-微图ps2806432（25）.jpg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9277350" y="1897063"/>
              <a:ext cx="2160588" cy="143986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7" name="组合 24"/>
          <p:cNvGrpSpPr/>
          <p:nvPr/>
        </p:nvGrpSpPr>
        <p:grpSpPr>
          <a:xfrm>
            <a:off x="717550" y="1893888"/>
            <a:ext cx="2159000" cy="2327275"/>
            <a:chOff x="717550" y="1893888"/>
            <a:chExt cx="2159000" cy="2327275"/>
          </a:xfrm>
        </p:grpSpPr>
        <p:sp>
          <p:nvSpPr>
            <p:cNvPr id="71705" name="TextBox 23"/>
            <p:cNvSpPr txBox="1"/>
            <p:nvPr/>
          </p:nvSpPr>
          <p:spPr>
            <a:xfrm>
              <a:off x="1347788" y="3267075"/>
              <a:ext cx="1282700" cy="9540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yún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Arial" panose="020B0604020202020204" pitchFamily="34" charset="0"/>
                  <a:ea typeface="GB Pinyinok-D" pitchFamily="2" charset="-122"/>
                </a:rPr>
                <a:t> </a:t>
              </a:r>
              <a:endParaRPr lang="zh-CN" altLang="en-US" dirty="0">
                <a:latin typeface="Arial" panose="020B0604020202020204" pitchFamily="34" charset="0"/>
                <a:ea typeface="GB Pinyinok-D" pitchFamily="2" charset="-122"/>
              </a:endParaRPr>
            </a:p>
          </p:txBody>
        </p:sp>
        <p:pic>
          <p:nvPicPr>
            <p:cNvPr id="19" name="Picture 13" descr="C:\Documents and Settings\Administrator.CAOFAN\桌面\hsk一级\2课\2-12云-前图35633795（20）.jpg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17550" y="1893888"/>
              <a:ext cx="2159000" cy="143986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9" name="组合 25"/>
          <p:cNvGrpSpPr/>
          <p:nvPr/>
        </p:nvGrpSpPr>
        <p:grpSpPr>
          <a:xfrm>
            <a:off x="3546475" y="1897063"/>
            <a:ext cx="2160588" cy="1931987"/>
            <a:chOff x="3546475" y="1897063"/>
            <a:chExt cx="2160588" cy="1931987"/>
          </a:xfrm>
        </p:grpSpPr>
        <p:sp>
          <p:nvSpPr>
            <p:cNvPr id="71703" name="TextBox 24"/>
            <p:cNvSpPr txBox="1"/>
            <p:nvPr/>
          </p:nvSpPr>
          <p:spPr>
            <a:xfrm>
              <a:off x="4095750" y="3305175"/>
              <a:ext cx="1281113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xīnɡ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038" name="Picture 14" descr="C:\Documents and Settings\Administrator.CAOFAN\桌面\hsk一级\2课\2-13星-前图4101934（20）.jpg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46475" y="1897063"/>
              <a:ext cx="2160588" cy="143986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0" name="组合 26"/>
          <p:cNvGrpSpPr/>
          <p:nvPr/>
        </p:nvGrpSpPr>
        <p:grpSpPr>
          <a:xfrm>
            <a:off x="6461125" y="1912938"/>
            <a:ext cx="2160588" cy="1916112"/>
            <a:chOff x="6461125" y="1912938"/>
            <a:chExt cx="2160588" cy="1916112"/>
          </a:xfrm>
        </p:grpSpPr>
        <p:sp>
          <p:nvSpPr>
            <p:cNvPr id="71701" name="TextBox 25"/>
            <p:cNvSpPr txBox="1"/>
            <p:nvPr/>
          </p:nvSpPr>
          <p:spPr>
            <a:xfrm>
              <a:off x="7056438" y="3305175"/>
              <a:ext cx="13525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yuán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039" name="Picture 15" descr="C:\Documents and Settings\Administrator.CAOFAN\桌面\hsk一级\2课\2-14元-前图46290208（20）.jpg"/>
            <p:cNvPicPr>
              <a:picLocks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461125" y="1912938"/>
              <a:ext cx="2160588" cy="143986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1" name="组合 31"/>
          <p:cNvGrpSpPr/>
          <p:nvPr/>
        </p:nvGrpSpPr>
        <p:grpSpPr>
          <a:xfrm>
            <a:off x="9277350" y="4498975"/>
            <a:ext cx="2160588" cy="1962151"/>
            <a:chOff x="9277350" y="4498975"/>
            <a:chExt cx="2160588" cy="1962151"/>
          </a:xfrm>
        </p:grpSpPr>
        <p:sp>
          <p:nvSpPr>
            <p:cNvPr id="71699" name="TextBox 31"/>
            <p:cNvSpPr txBox="1"/>
            <p:nvPr/>
          </p:nvSpPr>
          <p:spPr>
            <a:xfrm>
              <a:off x="10124374" y="5938838"/>
              <a:ext cx="1198562" cy="522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rè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040" name="Picture 16" descr="C:\Documents and Settings\Administrator.CAOFAN\桌面\hsk一级\2课\2-19热-前图31518731（20）.jpg"/>
            <p:cNvPicPr>
              <a:picLocks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9277350" y="4498975"/>
              <a:ext cx="2160588" cy="143986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2" name="组合 28"/>
          <p:cNvGrpSpPr/>
          <p:nvPr/>
        </p:nvGrpSpPr>
        <p:grpSpPr>
          <a:xfrm>
            <a:off x="735013" y="4498975"/>
            <a:ext cx="2160587" cy="1916113"/>
            <a:chOff x="735013" y="4498975"/>
            <a:chExt cx="2160587" cy="1916113"/>
          </a:xfrm>
        </p:grpSpPr>
        <p:sp>
          <p:nvSpPr>
            <p:cNvPr id="71697" name="TextBox 28"/>
            <p:cNvSpPr txBox="1"/>
            <p:nvPr/>
          </p:nvSpPr>
          <p:spPr>
            <a:xfrm>
              <a:off x="1271588" y="5891213"/>
              <a:ext cx="147320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chuán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041" name="Picture 17" descr="C:\Documents and Settings\Administrator.CAOFAN\桌面\hsk一级\2课\2-16船-前图42822445（20）.jpg"/>
            <p:cNvPicPr>
              <a:picLocks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35013" y="4498975"/>
              <a:ext cx="2160587" cy="143986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3" name="组合 29"/>
          <p:cNvGrpSpPr/>
          <p:nvPr/>
        </p:nvGrpSpPr>
        <p:grpSpPr>
          <a:xfrm>
            <a:off x="3530600" y="4498975"/>
            <a:ext cx="2160588" cy="1882775"/>
            <a:chOff x="3530600" y="4498975"/>
            <a:chExt cx="2160588" cy="1882775"/>
          </a:xfrm>
        </p:grpSpPr>
        <p:sp>
          <p:nvSpPr>
            <p:cNvPr id="71695" name="TextBox 29"/>
            <p:cNvSpPr txBox="1"/>
            <p:nvPr/>
          </p:nvSpPr>
          <p:spPr>
            <a:xfrm>
              <a:off x="3959225" y="5859463"/>
              <a:ext cx="1527175" cy="522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chuánɡ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042" name="Picture 18" descr="C:\Documents and Settings\Administrator.CAOFAN\桌面\hsk一级\2课\2-17床-前图FF65499（20）.jpg"/>
            <p:cNvPicPr>
              <a:picLocks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530600" y="4498975"/>
              <a:ext cx="2160588" cy="143986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  <p:grpSp>
        <p:nvGrpSpPr>
          <p:cNvPr id="14" name="组合 30"/>
          <p:cNvGrpSpPr/>
          <p:nvPr/>
        </p:nvGrpSpPr>
        <p:grpSpPr>
          <a:xfrm>
            <a:off x="6492875" y="4514850"/>
            <a:ext cx="2159000" cy="1866900"/>
            <a:chOff x="6492875" y="4514850"/>
            <a:chExt cx="2159000" cy="1866900"/>
          </a:xfrm>
        </p:grpSpPr>
        <p:sp>
          <p:nvSpPr>
            <p:cNvPr id="71693" name="TextBox 30"/>
            <p:cNvSpPr txBox="1"/>
            <p:nvPr/>
          </p:nvSpPr>
          <p:spPr>
            <a:xfrm>
              <a:off x="7177803" y="5859463"/>
              <a:ext cx="1198563" cy="5222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chī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  <p:pic>
          <p:nvPicPr>
            <p:cNvPr id="1043" name="Picture 19" descr="C:\Documents and Settings\Administrator.CAOFAN\桌面\hsk一级\2课\2-18吃-前图14486885（20）.jpg"/>
            <p:cNvPicPr>
              <a:picLocks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6492875" y="4514850"/>
              <a:ext cx="2159000" cy="143986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  <a:headEnd/>
              <a:tailEnd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73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3731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732" name="组合 63"/>
          <p:cNvGrpSpPr/>
          <p:nvPr/>
        </p:nvGrpSpPr>
        <p:grpSpPr>
          <a:xfrm>
            <a:off x="328613" y="962025"/>
            <a:ext cx="11309350" cy="5545138"/>
            <a:chOff x="1781299" y="914400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299" y="914400"/>
              <a:ext cx="7908967" cy="5355771"/>
            </a:xfrm>
            <a:prstGeom prst="rect">
              <a:avLst/>
            </a:prstGeom>
            <a:ln>
              <a:prstDash val="lg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299" y="915934"/>
              <a:ext cx="7908967" cy="67924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看图片，朗读下列双音节词语</a:t>
              </a:r>
              <a:endParaRPr kumimoji="0" lang="en-US" altLang="zh-CN" sz="24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Look at the pictures and read the disyllabic words aloud</a:t>
              </a:r>
              <a:endParaRPr kumimoji="0" lang="zh-CN" altLang="en-US" sz="1400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</p:txBody>
        </p:sp>
      </p:grpSp>
      <p:pic>
        <p:nvPicPr>
          <p:cNvPr id="73733" name="Picture 6" descr="E:\HSK1\新建文件夹\1课\1-09猫-微图ps2299392（25）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" name="组合 47"/>
          <p:cNvGrpSpPr/>
          <p:nvPr/>
        </p:nvGrpSpPr>
        <p:grpSpPr>
          <a:xfrm>
            <a:off x="708025" y="2147888"/>
            <a:ext cx="2225675" cy="1974850"/>
            <a:chOff x="707380" y="2147700"/>
            <a:chExt cx="2225934" cy="1974393"/>
          </a:xfrm>
        </p:grpSpPr>
        <p:pic>
          <p:nvPicPr>
            <p:cNvPr id="73756" name="图片 9" descr="QQ截图20150805170656.png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707380" y="2147700"/>
              <a:ext cx="2160000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57" name="TextBox 23"/>
            <p:cNvSpPr txBox="1"/>
            <p:nvPr/>
          </p:nvSpPr>
          <p:spPr>
            <a:xfrm>
              <a:off x="734407" y="3598915"/>
              <a:ext cx="2198907" cy="5231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bīnɡ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xiānɡ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7" name="组合 48"/>
          <p:cNvGrpSpPr/>
          <p:nvPr/>
        </p:nvGrpSpPr>
        <p:grpSpPr>
          <a:xfrm>
            <a:off x="3419475" y="2147888"/>
            <a:ext cx="2160588" cy="1963737"/>
            <a:chOff x="3561337" y="2147700"/>
            <a:chExt cx="2160000" cy="1963142"/>
          </a:xfrm>
        </p:grpSpPr>
        <p:pic>
          <p:nvPicPr>
            <p:cNvPr id="73754" name="Picture 2" descr="E:\HSK1\新建文件夹\1课\1-05五-微图ps2810748（25）.jpg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3561337" y="2147700"/>
              <a:ext cx="2160000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55" name="TextBox 24"/>
            <p:cNvSpPr txBox="1"/>
            <p:nvPr/>
          </p:nvSpPr>
          <p:spPr>
            <a:xfrm>
              <a:off x="3657600" y="3587700"/>
              <a:ext cx="1768765" cy="5231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jī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dàn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9" name="组合 49"/>
          <p:cNvGrpSpPr/>
          <p:nvPr/>
        </p:nvGrpSpPr>
        <p:grpSpPr>
          <a:xfrm>
            <a:off x="6249988" y="2157413"/>
            <a:ext cx="2159000" cy="1954212"/>
            <a:chOff x="6249462" y="2157536"/>
            <a:chExt cx="2160000" cy="1953471"/>
          </a:xfrm>
        </p:grpSpPr>
        <p:pic>
          <p:nvPicPr>
            <p:cNvPr id="73752" name="Picture 3" descr="E:\HSK1\新建文件夹\1课\1-06鱼-微图ps1209846（25）.jpg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6249462" y="2157536"/>
              <a:ext cx="2160000" cy="1439999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53" name="TextBox 25"/>
            <p:cNvSpPr txBox="1"/>
            <p:nvPr/>
          </p:nvSpPr>
          <p:spPr>
            <a:xfrm>
              <a:off x="6787756" y="3587902"/>
              <a:ext cx="1185800" cy="5231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s</a:t>
              </a:r>
              <a:r>
                <a:rPr lang="en-US" altLang="zh-CN" b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ī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jī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0" name="组合 50"/>
          <p:cNvGrpSpPr/>
          <p:nvPr/>
        </p:nvGrpSpPr>
        <p:grpSpPr>
          <a:xfrm>
            <a:off x="9182100" y="2159000"/>
            <a:ext cx="2312035" cy="1973525"/>
            <a:chOff x="9182796" y="2159026"/>
            <a:chExt cx="2160000" cy="1973334"/>
          </a:xfrm>
        </p:grpSpPr>
        <p:pic>
          <p:nvPicPr>
            <p:cNvPr id="73750" name="Picture 4" descr="E:\HSK1\新建文件夹\1课\1-07耳-微图ps4340148（25）.jpg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9182796" y="2159026"/>
              <a:ext cx="2160000" cy="1439777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51" name="TextBox 27"/>
            <p:cNvSpPr txBox="1"/>
            <p:nvPr/>
          </p:nvSpPr>
          <p:spPr>
            <a:xfrm>
              <a:off x="9516689" y="3610440"/>
              <a:ext cx="1318626" cy="5219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zú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qiú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1" name="组合 51"/>
          <p:cNvGrpSpPr/>
          <p:nvPr/>
        </p:nvGrpSpPr>
        <p:grpSpPr>
          <a:xfrm>
            <a:off x="714375" y="4387850"/>
            <a:ext cx="2420938" cy="1985963"/>
            <a:chOff x="713690" y="4388220"/>
            <a:chExt cx="2421981" cy="1986056"/>
          </a:xfrm>
        </p:grpSpPr>
        <p:pic>
          <p:nvPicPr>
            <p:cNvPr id="73748" name="Picture 5" descr="E:\HSK1\新建文件夹\1课\1-08笔-微图ps1714897（25）.jpg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713690" y="4388220"/>
              <a:ext cx="2160000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9" name="TextBox 28"/>
            <p:cNvSpPr txBox="1"/>
            <p:nvPr/>
          </p:nvSpPr>
          <p:spPr>
            <a:xfrm>
              <a:off x="1093757" y="5850960"/>
              <a:ext cx="2041914" cy="5233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jī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chǎnɡ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2" name="组合 52"/>
          <p:cNvGrpSpPr/>
          <p:nvPr/>
        </p:nvGrpSpPr>
        <p:grpSpPr>
          <a:xfrm>
            <a:off x="3422650" y="4387850"/>
            <a:ext cx="2159000" cy="1963738"/>
            <a:chOff x="3422061" y="4410960"/>
            <a:chExt cx="2160000" cy="1963142"/>
          </a:xfrm>
        </p:grpSpPr>
        <p:pic>
          <p:nvPicPr>
            <p:cNvPr id="73746" name="Picture 7" descr="E:\HSK1\新建文件夹\1课\1-09猫-微图ps2299392（25）.jpg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3422061" y="4410960"/>
              <a:ext cx="2160000" cy="1439999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7" name="TextBox 29"/>
            <p:cNvSpPr txBox="1"/>
            <p:nvPr/>
          </p:nvSpPr>
          <p:spPr>
            <a:xfrm>
              <a:off x="3742303" y="5850960"/>
              <a:ext cx="1650668" cy="5231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pá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shān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3" name="组合 53"/>
          <p:cNvGrpSpPr/>
          <p:nvPr/>
        </p:nvGrpSpPr>
        <p:grpSpPr>
          <a:xfrm>
            <a:off x="6284913" y="4387850"/>
            <a:ext cx="2159000" cy="1965325"/>
            <a:chOff x="6403561" y="4409510"/>
            <a:chExt cx="2160000" cy="1964546"/>
          </a:xfrm>
        </p:grpSpPr>
        <p:pic>
          <p:nvPicPr>
            <p:cNvPr id="73744" name="Picture 8" descr="E:\HSK1\新建文件夹\1课\1-10岛-前图38591017（20）替换.jpg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6403561" y="4409510"/>
              <a:ext cx="2160000" cy="144145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5" name="TextBox 30"/>
            <p:cNvSpPr txBox="1"/>
            <p:nvPr/>
          </p:nvSpPr>
          <p:spPr>
            <a:xfrm>
              <a:off x="6606857" y="5850960"/>
              <a:ext cx="1925278" cy="5230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/>
                <a:t>shóu</a:t>
              </a:r>
              <a:r>
                <a:rPr lang="en-US" altLang="zh-CN" b="1" dirty="0"/>
                <a:t> </a:t>
              </a:r>
              <a:r>
                <a:rPr lang="en-US" altLang="zh-CN" b="1" dirty="0" err="1"/>
                <a:t>biǎo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14" name="组合 54"/>
          <p:cNvGrpSpPr/>
          <p:nvPr/>
        </p:nvGrpSpPr>
        <p:grpSpPr>
          <a:xfrm>
            <a:off x="9182100" y="4387850"/>
            <a:ext cx="2439988" cy="1976438"/>
            <a:chOff x="9239913" y="4397985"/>
            <a:chExt cx="2439330" cy="1976211"/>
          </a:xfrm>
        </p:grpSpPr>
        <p:pic>
          <p:nvPicPr>
            <p:cNvPr id="73742" name="Picture 9" descr="E:\HSK1\新建文件夹\1课\1-11花-前图bigstock-yellow-flower-14475059（利用）替换.jpg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9239913" y="4397985"/>
              <a:ext cx="2160000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3743" name="TextBox 31"/>
            <p:cNvSpPr txBox="1"/>
            <p:nvPr/>
          </p:nvSpPr>
          <p:spPr>
            <a:xfrm>
              <a:off x="9656347" y="5850960"/>
              <a:ext cx="2022896" cy="5232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xiónɡ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māo</a:t>
              </a:r>
              <a:endParaRPr lang="zh-CN" altLang="en-US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77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5779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5780" name="Picture 6" descr="E:\HSK1\新建文件夹\1课\1-09猫-微图ps2299392（25）.jp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6308725" y="-6210300"/>
            <a:ext cx="2160588" cy="14398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51"/>
          <p:cNvGrpSpPr/>
          <p:nvPr/>
        </p:nvGrpSpPr>
        <p:grpSpPr>
          <a:xfrm>
            <a:off x="663575" y="2795588"/>
            <a:ext cx="2751138" cy="2417762"/>
            <a:chOff x="715487" y="4388220"/>
            <a:chExt cx="2751254" cy="2416343"/>
          </a:xfrm>
        </p:grpSpPr>
        <p:pic>
          <p:nvPicPr>
            <p:cNvPr id="75792" name="Picture 5" descr="E:\HSK1\新建文件夹\1课\1-08笔-微图ps1714897（25）.jpg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715487" y="4388220"/>
              <a:ext cx="2156405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93" name="TextBox 28"/>
            <p:cNvSpPr txBox="1"/>
            <p:nvPr/>
          </p:nvSpPr>
          <p:spPr>
            <a:xfrm>
              <a:off x="1424827" y="5850960"/>
              <a:ext cx="2041914" cy="9536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mā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ma</a:t>
              </a: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SimSun-ExtB" panose="02010609060101010101" pitchFamily="49" charset="-122"/>
                  <a:ea typeface="SimSun-ExtB" panose="02010609060101010101" pitchFamily="49" charset="-122"/>
                </a:rPr>
                <a:t>妈妈</a:t>
              </a:r>
              <a:endParaRPr lang="zh-CN" altLang="en-US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</p:grpSp>
      <p:grpSp>
        <p:nvGrpSpPr>
          <p:cNvPr id="6" name="组合 52"/>
          <p:cNvGrpSpPr/>
          <p:nvPr/>
        </p:nvGrpSpPr>
        <p:grpSpPr>
          <a:xfrm>
            <a:off x="3370263" y="2795588"/>
            <a:ext cx="2160587" cy="2393950"/>
            <a:chOff x="3422062" y="4410960"/>
            <a:chExt cx="2159998" cy="2394170"/>
          </a:xfrm>
        </p:grpSpPr>
        <p:pic>
          <p:nvPicPr>
            <p:cNvPr id="75790" name="Picture 7" descr="E:\HSK1\新建文件夹\1课\1-09猫-微图ps2299392（25）.jpg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3422062" y="4410960"/>
              <a:ext cx="2159998" cy="1439999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91" name="TextBox 29"/>
            <p:cNvSpPr txBox="1"/>
            <p:nvPr/>
          </p:nvSpPr>
          <p:spPr>
            <a:xfrm>
              <a:off x="3805265" y="5850960"/>
              <a:ext cx="1650668" cy="9541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yé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ye</a:t>
              </a: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SimSun-ExtB" panose="02010609060101010101" pitchFamily="49" charset="-122"/>
                  <a:ea typeface="SimSun-ExtB" panose="02010609060101010101" pitchFamily="49" charset="-122"/>
                </a:rPr>
                <a:t>爷爷</a:t>
              </a:r>
              <a:endParaRPr lang="zh-CN" altLang="en-US" sz="1800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</p:grpSp>
      <p:grpSp>
        <p:nvGrpSpPr>
          <p:cNvPr id="7" name="组合 53"/>
          <p:cNvGrpSpPr/>
          <p:nvPr/>
        </p:nvGrpSpPr>
        <p:grpSpPr>
          <a:xfrm>
            <a:off x="6232525" y="2797175"/>
            <a:ext cx="2160588" cy="2393950"/>
            <a:chOff x="6403561" y="4410235"/>
            <a:chExt cx="2160000" cy="2395181"/>
          </a:xfrm>
        </p:grpSpPr>
        <p:pic>
          <p:nvPicPr>
            <p:cNvPr id="75788" name="Picture 8" descr="E:\HSK1\新建文件夹\1课\1-10岛-前图38591017（20）替换.jpg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6403561" y="4410235"/>
              <a:ext cx="2160000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89" name="TextBox 30"/>
            <p:cNvSpPr txBox="1"/>
            <p:nvPr/>
          </p:nvSpPr>
          <p:spPr>
            <a:xfrm>
              <a:off x="6622516" y="5850958"/>
              <a:ext cx="1925279" cy="9544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nǎi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nai</a:t>
              </a:r>
              <a:endPara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SimSun-ExtB" panose="02010609060101010101" pitchFamily="49" charset="-122"/>
                  <a:ea typeface="SimSun-ExtB" panose="02010609060101010101" pitchFamily="49" charset="-122"/>
                </a:rPr>
                <a:t>奶奶</a:t>
              </a:r>
              <a:endParaRPr lang="zh-CN" altLang="en-US" sz="1800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</p:grpSp>
      <p:grpSp>
        <p:nvGrpSpPr>
          <p:cNvPr id="8" name="组合 54"/>
          <p:cNvGrpSpPr/>
          <p:nvPr/>
        </p:nvGrpSpPr>
        <p:grpSpPr>
          <a:xfrm>
            <a:off x="9131300" y="2795588"/>
            <a:ext cx="2159000" cy="2406650"/>
            <a:chOff x="9239913" y="4397985"/>
            <a:chExt cx="2160000" cy="2407253"/>
          </a:xfrm>
        </p:grpSpPr>
        <p:pic>
          <p:nvPicPr>
            <p:cNvPr id="75786" name="Picture 9" descr="E:\HSK1\新建文件夹\1课\1-11花-前图bigstock-yellow-flower-14475059（利用）替换.jpg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9239913" y="4397985"/>
              <a:ext cx="2160000" cy="1440000"/>
            </a:xfrm>
            <a:prstGeom prst="rect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5787" name="TextBox 31"/>
            <p:cNvSpPr txBox="1"/>
            <p:nvPr/>
          </p:nvSpPr>
          <p:spPr>
            <a:xfrm>
              <a:off x="9309573" y="5850960"/>
              <a:ext cx="2022892" cy="9542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bà</a:t>
              </a:r>
              <a:r>
                <a:rPr lang="en-US" altLang="zh-CN" b="1" dirty="0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 </a:t>
              </a:r>
              <a:r>
                <a:rPr lang="en-US" altLang="zh-CN" b="1" dirty="0" err="1">
                  <a:latin typeface="SimSun-ExtB" panose="02010609060101010101" pitchFamily="49" charset="-122"/>
                  <a:ea typeface="SimSun-ExtB" panose="02010609060101010101" pitchFamily="49" charset="-122"/>
                  <a:sym typeface="Times New Roman" panose="02020603050405020304" pitchFamily="18" charset="0"/>
                </a:rPr>
                <a:t>ba</a:t>
              </a:r>
              <a:endPara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latin typeface="SimSun-ExtB" panose="02010609060101010101" pitchFamily="49" charset="-122"/>
                  <a:ea typeface="SimSun-ExtB" panose="02010609060101010101" pitchFamily="49" charset="-122"/>
                </a:rPr>
                <a:t>爸爸</a:t>
              </a:r>
              <a:endParaRPr lang="zh-CN" altLang="en-US" sz="1800" dirty="0">
                <a:latin typeface="SimSun-ExtB" panose="02010609060101010101" pitchFamily="49" charset="-122"/>
                <a:ea typeface="SimSun-ExtB" panose="02010609060101010101" pitchFamily="49" charset="-122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汉语的轻声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The Neutral Tone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826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7827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828" name="组合 63"/>
          <p:cNvGrpSpPr/>
          <p:nvPr/>
        </p:nvGrpSpPr>
        <p:grpSpPr>
          <a:xfrm>
            <a:off x="1163638" y="1576388"/>
            <a:ext cx="8878887" cy="4508500"/>
            <a:chOff x="1781300" y="926275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781300" y="926275"/>
              <a:ext cx="7908967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300" y="1105429"/>
              <a:ext cx="7908967" cy="1206534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朗读下列词语，注意轻声的读法 </a:t>
              </a:r>
              <a:r>
                <a:rPr kumimoji="0" lang="en-US" altLang="zh-CN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hour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小时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Read the syllables aloud and pay attention to the neutral tone.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46313" y="2897188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zhuō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zi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35438" y="2897188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fánɡ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zi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800" y="2897188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ɡuì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zi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13413" y="2897188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yǐ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zi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46313" y="3597275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tā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men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35438" y="3597275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rén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men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3413" y="3597275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wǒ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men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27925" y="3597275"/>
            <a:ext cx="2640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dì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di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46313" y="42656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yī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fu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9563" y="4265613"/>
            <a:ext cx="3130550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ér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zi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endParaRPr lang="zh-CN" altLang="en-US" sz="2400" b="1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45163" y="4265613"/>
            <a:ext cx="31289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xǐ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huan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27925" y="4265613"/>
            <a:ext cx="3128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rèn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41550" y="48895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xiān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shenɡ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0675" y="4889500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pénɡ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you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54688" y="4889500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wǎn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shanɡ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70788" y="4889500"/>
            <a:ext cx="31289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p</a:t>
            </a:r>
            <a:r>
              <a:rPr lang="en-US" altLang="zh-CN" sz="2400" b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iào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lianɡ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874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79875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876" name="组合 63"/>
          <p:cNvGrpSpPr/>
          <p:nvPr/>
        </p:nvGrpSpPr>
        <p:grpSpPr>
          <a:xfrm>
            <a:off x="1493838" y="2159000"/>
            <a:ext cx="9226550" cy="4195763"/>
            <a:chOff x="1631612" y="1998434"/>
            <a:chExt cx="7908967" cy="5355771"/>
          </a:xfrm>
        </p:grpSpPr>
        <p:sp>
          <p:nvSpPr>
            <p:cNvPr id="61" name="矩形 60"/>
            <p:cNvSpPr/>
            <p:nvPr/>
          </p:nvSpPr>
          <p:spPr>
            <a:xfrm>
              <a:off x="1631612" y="1998434"/>
              <a:ext cx="7908967" cy="5355771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1612" y="2105834"/>
              <a:ext cx="7908967" cy="1071964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朗读下列音节，注意声调标注的位置</a:t>
              </a:r>
              <a:endParaRPr kumimoji="0" lang="en-US" altLang="zh-CN" sz="20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宋体" panose="02010600030101010101" pitchFamily="2" charset="-122"/>
                  <a:cs typeface="+mn-cs"/>
                </a:rPr>
                <a:t>Read the syllables aloud and pay attention to positions of the tone marks.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endParaRPr kumimoji="0" lang="zh-CN" altLang="en-US" sz="2000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35225" y="32750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xué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xiào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7813" y="3275013"/>
            <a:ext cx="23891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bānɡ mánɡ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07300" y="32750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nǚ'ér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81700" y="3275013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lán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qiú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35225" y="39751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yóu yǒnɡ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87813" y="3975100"/>
            <a:ext cx="2389187" cy="461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shóu</a:t>
            </a:r>
            <a:r>
              <a:rPr lang="en-US" altLang="zh-CN" sz="2400" dirty="0">
                <a:latin typeface="SimSun-ExtB" panose="02010609060101010101" pitchFamily="49" charset="-122"/>
                <a:ea typeface="SimSun-ExtB" panose="02010609060101010101" pitchFamily="49" charset="-122"/>
              </a:rPr>
              <a:t> </a:t>
            </a:r>
            <a:r>
              <a:rPr lang="en-US" altLang="zh-CN" sz="2400" dirty="0" err="1">
                <a:latin typeface="SimSun-ExtB" panose="02010609060101010101" pitchFamily="49" charset="-122"/>
                <a:ea typeface="SimSun-ExtB" panose="02010609060101010101" pitchFamily="49" charset="-122"/>
              </a:rPr>
              <a:t>biǎo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97575" y="39751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zhōnɡ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yú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91425" y="3975100"/>
            <a:ext cx="2640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ɡōnɡ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sī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35225" y="473868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shí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jiān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03688" y="4738688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shēn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tǐ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11863" y="4738688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kǎo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07300" y="4738688"/>
            <a:ext cx="3128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ɡuó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jiā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30463" y="5426075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bào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zhǐ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0675" y="5426075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hǎo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chī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07100" y="5426075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xiè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xie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50163" y="5426075"/>
            <a:ext cx="31289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kè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qi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79893" name="TextBox 27"/>
          <p:cNvSpPr txBox="1"/>
          <p:nvPr/>
        </p:nvSpPr>
        <p:spPr>
          <a:xfrm>
            <a:off x="474664" y="914400"/>
            <a:ext cx="5914986" cy="523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2. </a:t>
            </a:r>
            <a:r>
              <a:rPr lang="zh-CN" altLang="en-US" b="1" dirty="0">
                <a:latin typeface="宋体" panose="02010600030101010101" pitchFamily="2" charset="-122"/>
              </a:rPr>
              <a:t>拼写规则（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）：</a:t>
            </a:r>
            <a:r>
              <a:rPr lang="en-US" altLang="zh-CN" sz="1800" dirty="0">
                <a:latin typeface="宋体" panose="02010600030101010101" pitchFamily="2" charset="-122"/>
              </a:rPr>
              <a:t>Rules of </a:t>
            </a:r>
            <a:r>
              <a:rPr lang="en-US" altLang="zh-CN" sz="1800" i="1" dirty="0">
                <a:latin typeface="宋体" panose="02010600030101010101" pitchFamily="2" charset="-122"/>
              </a:rPr>
              <a:t>Pinyin</a:t>
            </a:r>
            <a:r>
              <a:rPr lang="en-US" altLang="zh-CN" sz="1800" dirty="0">
                <a:latin typeface="宋体" panose="02010600030101010101" pitchFamily="2" charset="-122"/>
              </a:rPr>
              <a:t>(1)</a:t>
            </a:r>
            <a:endParaRPr lang="zh-CN" altLang="en-US" sz="1800" dirty="0">
              <a:latin typeface="宋体" panose="02010600030101010101" pitchFamily="2" charset="-122"/>
            </a:endParaRPr>
          </a:p>
        </p:txBody>
      </p:sp>
      <p:sp>
        <p:nvSpPr>
          <p:cNvPr id="79894" name="TextBox 28"/>
          <p:cNvSpPr txBox="1"/>
          <p:nvPr/>
        </p:nvSpPr>
        <p:spPr>
          <a:xfrm>
            <a:off x="738188" y="1555750"/>
            <a:ext cx="9928225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）标调法：</a:t>
            </a:r>
            <a:r>
              <a:rPr lang="en-US" altLang="zh-CN" sz="1600" dirty="0">
                <a:latin typeface="宋体" panose="02010600030101010101" pitchFamily="2" charset="-122"/>
              </a:rPr>
              <a:t>Tone Marking </a:t>
            </a:r>
            <a:r>
              <a:rPr lang="en-US" altLang="zh-CN" dirty="0" err="1"/>
              <a:t>nǐ</a:t>
            </a:r>
            <a:r>
              <a:rPr lang="en-US" altLang="zh-CN" dirty="0"/>
              <a:t> </a:t>
            </a:r>
            <a:r>
              <a:rPr lang="en-US" altLang="zh-CN" dirty="0" err="1"/>
              <a:t>shì</a:t>
            </a:r>
            <a:r>
              <a:rPr lang="en-US" altLang="zh-CN" dirty="0"/>
              <a:t> </a:t>
            </a:r>
            <a:r>
              <a:rPr lang="en-US" altLang="zh-CN" dirty="0" err="1"/>
              <a:t>nǎ</a:t>
            </a:r>
            <a:r>
              <a:rPr lang="en-US" altLang="zh-CN" dirty="0"/>
              <a:t> </a:t>
            </a:r>
            <a:r>
              <a:rPr lang="en-US" altLang="zh-CN" dirty="0" err="1"/>
              <a:t>gè</a:t>
            </a:r>
            <a:r>
              <a:rPr lang="en-US" altLang="zh-CN" dirty="0"/>
              <a:t> </a:t>
            </a:r>
            <a:r>
              <a:rPr lang="en-US" altLang="zh-CN" dirty="0" err="1"/>
              <a:t>guó</a:t>
            </a:r>
            <a:r>
              <a:rPr lang="en-US" altLang="zh-CN" dirty="0"/>
              <a:t> </a:t>
            </a:r>
            <a:r>
              <a:rPr lang="en-US" altLang="zh-CN" dirty="0" err="1"/>
              <a:t>jiā</a:t>
            </a:r>
            <a:r>
              <a:rPr lang="en-US" altLang="zh-CN" dirty="0"/>
              <a:t> de </a:t>
            </a:r>
            <a:r>
              <a:rPr lang="en-US" altLang="zh-CN" dirty="0" err="1"/>
              <a:t>rén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9064" y="245344"/>
            <a:ext cx="6274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800" b="1" i="0" dirty="0">
                <a:solidFill>
                  <a:srgbClr val="000000"/>
                </a:solidFill>
                <a:effectLst/>
                <a:latin typeface="Inter"/>
              </a:rPr>
              <a:t>Tone mark priority: a &gt; o &gt; e &gt; i &gt; u &gt; ü</a:t>
            </a:r>
          </a:p>
          <a:p>
            <a:r>
              <a:rPr lang="en-US" altLang="zh-CN" sz="2000" b="1" dirty="0"/>
              <a:t> Exceptional case: </a:t>
            </a:r>
            <a:r>
              <a:rPr lang="en-US" altLang="zh-CN" sz="2000" b="1" dirty="0" err="1"/>
              <a:t>xiū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xī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shuì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jiào</a:t>
            </a:r>
            <a:endParaRPr lang="zh-CN" altLang="en-US" sz="2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922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1923" name="组合 8"/>
          <p:cNvGrpSpPr/>
          <p:nvPr/>
        </p:nvGrpSpPr>
        <p:grpSpPr>
          <a:xfrm>
            <a:off x="307975" y="6350"/>
            <a:ext cx="2568575" cy="646113"/>
            <a:chOff x="308629" y="6819"/>
            <a:chExt cx="2568221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5475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2568221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924" name="组合 63"/>
          <p:cNvGrpSpPr/>
          <p:nvPr/>
        </p:nvGrpSpPr>
        <p:grpSpPr>
          <a:xfrm>
            <a:off x="1450975" y="2119313"/>
            <a:ext cx="9215438" cy="4297362"/>
            <a:chOff x="1781300" y="1009461"/>
            <a:chExt cx="7908967" cy="5272584"/>
          </a:xfrm>
        </p:grpSpPr>
        <p:sp>
          <p:nvSpPr>
            <p:cNvPr id="61" name="矩形 60"/>
            <p:cNvSpPr/>
            <p:nvPr/>
          </p:nvSpPr>
          <p:spPr>
            <a:xfrm>
              <a:off x="1781300" y="1009461"/>
              <a:ext cx="7908967" cy="5272584"/>
            </a:xfrm>
            <a:prstGeom prst="round1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002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781300" y="1048416"/>
              <a:ext cx="7908967" cy="812215"/>
            </a:xfrm>
            <a:prstGeom prst="round1Rect">
              <a:avLst/>
            </a:prstGeom>
            <a:noFill/>
          </p:spPr>
          <p:txBody>
            <a:bodyPr>
              <a:spAutoFit/>
            </a:bodyPr>
            <a:lstStyle/>
            <a:p>
              <a:pPr marR="0" defTabSz="914400"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0" lang="zh-CN" altLang="en-US" sz="2000" b="1" kern="1200" cap="none" spc="0" normalizeH="0" baseline="0" noProof="0" dirty="0">
                  <a:solidFill>
                    <a:srgbClr val="00B050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朗读下列词语，注意韵母省写的部分</a:t>
              </a:r>
              <a:endParaRPr kumimoji="0" lang="en-US" altLang="zh-CN" sz="2400" b="1" kern="1200" cap="none" spc="0" normalizeH="0" baseline="0" noProof="0" dirty="0">
                <a:solidFill>
                  <a:srgbClr val="00B05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  <a:p>
              <a:pPr marR="0" defTabSz="914400">
                <a:buClrTx/>
                <a:buSzTx/>
                <a:buFontTx/>
                <a:buNone/>
                <a:defRPr/>
              </a:pPr>
              <a:r>
                <a:rPr kumimoji="0" lang="en-US" altLang="zh-CN" sz="2000" kern="1200" cap="none" spc="0" normalizeH="0" baseline="0" noProof="0" dirty="0">
                  <a:solidFill>
                    <a:srgbClr val="00B050"/>
                  </a:solidFill>
                  <a:latin typeface="+mn-ea"/>
                  <a:ea typeface="+mn-ea"/>
                  <a:cs typeface="+mn-cs"/>
                </a:rPr>
                <a:t>Read the syllables aloud and pay attention to the abbreviated finals </a:t>
              </a:r>
              <a:endParaRPr kumimoji="0" lang="zh-CN" altLang="en-US" sz="1400" kern="1200" cap="none" spc="0" normalizeH="0" baseline="0" noProof="0" dirty="0">
                <a:solidFill>
                  <a:srgbClr val="00B050"/>
                </a:solidFill>
                <a:latin typeface="+mn-ea"/>
                <a:ea typeface="+mn-ea"/>
                <a:cs typeface="+mn-cs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03475" y="325913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xiū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xi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94150" y="3259138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shuì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jiào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59713" y="3259138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niú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nǎi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6288" y="3259138"/>
            <a:ext cx="2387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lún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chuán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71725" y="3975100"/>
            <a:ext cx="23891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pí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jiǔ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08438" y="3975100"/>
            <a:ext cx="23891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ánɡ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ɡuì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56288" y="39751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liú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yán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858125" y="3975100"/>
            <a:ext cx="26400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kāi</a:t>
            </a:r>
            <a:r>
              <a:rPr lang="en-US" altLang="zh-CN" sz="2400" b="1" dirty="0">
                <a:latin typeface="GB Pinyinok-D" pitchFamily="2" charset="-122"/>
                <a:ea typeface="GB Pinyinok-D" pitchFamily="2" charset="-122"/>
              </a:rPr>
              <a:t> 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huì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71725" y="4722813"/>
            <a:ext cx="23891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tǎo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lùn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8438" y="4722813"/>
            <a:ext cx="31305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zú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qiú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86450" y="4722813"/>
            <a:ext cx="31289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lún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dūn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59713" y="4722813"/>
            <a:ext cx="312896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shī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rùn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66963" y="5410200"/>
            <a:ext cx="2387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cán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kuì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51300" y="5410200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shuǐ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ɡuǒ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64225" y="5410200"/>
            <a:ext cx="31305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táo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zuì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54950" y="5410200"/>
            <a:ext cx="31289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shùn</a:t>
            </a:r>
            <a:r>
              <a:rPr lang="en-US" altLang="zh-CN" sz="2400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lì</a:t>
            </a:r>
            <a:endParaRPr lang="zh-CN" altLang="en-US" sz="2400" b="1" dirty="0">
              <a:latin typeface="SimSun-ExtB" panose="02010609060101010101" pitchFamily="49" charset="-122"/>
              <a:ea typeface="SimSun-ExtB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81941" name="TextBox 27"/>
          <p:cNvSpPr txBox="1"/>
          <p:nvPr/>
        </p:nvSpPr>
        <p:spPr>
          <a:xfrm>
            <a:off x="738188" y="1555750"/>
            <a:ext cx="99282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）省写：</a:t>
            </a:r>
            <a:r>
              <a:rPr lang="en-US" altLang="zh-CN" sz="1600" dirty="0">
                <a:latin typeface="宋体" panose="02010600030101010101" pitchFamily="2" charset="-122"/>
              </a:rPr>
              <a:t>Abbreviation   </a:t>
            </a:r>
            <a:endParaRPr lang="zh-CN" altLang="en-US" sz="16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970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3971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汉字的笔画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sz="2800" b="1" kern="1200" cap="none" spc="0" normalizeH="0" baseline="0" noProof="0" dirty="0"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 of Chinese Characters(1)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747713" y="1651000"/>
          <a:ext cx="10945812" cy="41259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4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945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笔画名称 </a:t>
                      </a:r>
                      <a:r>
                        <a:rPr lang="en-US" altLang="zh-CN" sz="2400" b="1" i="0" dirty="0">
                          <a:latin typeface="Bradley Hand ITC" panose="03070402050302030203" pitchFamily="66" charset="0"/>
                        </a:rPr>
                        <a:t>Stroke</a:t>
                      </a:r>
                      <a:endParaRPr lang="zh-CN" altLang="en-US" sz="2400" b="1" i="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7" marB="615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运笔方向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Direction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7" marB="615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 </a:t>
                      </a:r>
                      <a:r>
                        <a:rPr lang="en-US" altLang="zh-CN" sz="2400" dirty="0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lang="en-US" altLang="zh-CN" sz="2400" baseline="0" dirty="0">
                          <a:latin typeface="Bradley Hand ITC" panose="03070402050302030203" pitchFamily="66" charset="0"/>
                        </a:rPr>
                        <a:t> Characters</a:t>
                      </a:r>
                      <a:endParaRPr lang="zh-CN" altLang="en-US" sz="2400" dirty="0">
                        <a:latin typeface="Bradley Hand ITC" panose="03070402050302030203" pitchFamily="66" charset="0"/>
                      </a:endParaRPr>
                    </a:p>
                  </a:txBody>
                  <a:tcPr marL="123140" marR="123140" marT="61577" marB="615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1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/>
                        <a:t>             横折</a:t>
                      </a:r>
                      <a:r>
                        <a:rPr lang="zh-CN" altLang="en-US" sz="2400" dirty="0"/>
                        <a:t>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hénɡ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zhé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pPr algn="ctr"/>
                      <a:r>
                        <a:rPr lang="en-US" altLang="zh-CN" sz="2400" dirty="0"/>
                        <a:t>             horizontal-turning</a:t>
                      </a:r>
                      <a:endParaRPr lang="zh-CN" altLang="en-US" sz="2400" dirty="0"/>
                    </a:p>
                  </a:txBody>
                  <a:tcPr marL="123140" marR="123140" marT="61577" marB="615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0" marR="123140" marT="61577" marB="615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14350" indent="-51435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口</a:t>
                      </a:r>
                      <a:r>
                        <a:rPr lang="en-US" altLang="zh-CN" sz="2800" b="1" dirty="0">
                          <a:solidFill>
                            <a:srgbClr val="C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Times New Roman" panose="02020603050405020304" pitchFamily="18" charset="0"/>
                        </a:rPr>
                        <a:t>kǒu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mouth</a:t>
                      </a:r>
                    </a:p>
                    <a:p>
                      <a:pPr marL="457200" indent="-457200" algn="l">
                        <a:buNone/>
                      </a:pPr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日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Times New Roman" panose="02020603050405020304" pitchFamily="18" charset="0"/>
                        </a:rPr>
                        <a:t>rì</a:t>
                      </a:r>
                      <a:r>
                        <a:rPr lang="en-US" altLang="zh-CN" sz="2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b="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sun</a:t>
                      </a:r>
                      <a:endParaRPr lang="zh-CN" altLang="en-US" sz="24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0" marR="123140" marT="61577" marB="615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8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/>
                        <a:t>                竖折   </a:t>
                      </a:r>
                      <a:r>
                        <a:rPr lang="zh-CN" altLang="en-US" sz="2400" b="0" baseline="0" dirty="0"/>
                        <a:t>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shù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zhé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pPr algn="l"/>
                      <a:r>
                        <a:rPr lang="en-US" altLang="zh-CN" sz="2400" b="0" dirty="0">
                          <a:latin typeface="+mn-lt"/>
                          <a:ea typeface="GB Pinyinok-D" pitchFamily="2" charset="-122"/>
                        </a:rPr>
                        <a:t>                 vertical-turning</a:t>
                      </a:r>
                      <a:endParaRPr lang="zh-CN" altLang="en-US" sz="2400" b="0" dirty="0">
                        <a:latin typeface="+mn-lt"/>
                        <a:ea typeface="GB Pinyinok-D" pitchFamily="2" charset="-122"/>
                      </a:endParaRPr>
                    </a:p>
                  </a:txBody>
                  <a:tcPr marL="123140" marR="123140" marT="61577" marB="615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0" marR="123140" marT="61577" marB="615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山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Times New Roman" panose="02020603050405020304" pitchFamily="18" charset="0"/>
                        </a:rPr>
                        <a:t>shān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dirty="0"/>
                        <a:t>mountain</a:t>
                      </a:r>
                    </a:p>
                    <a:p>
                      <a:r>
                        <a:rPr lang="zh-CN" altLang="en-US" sz="2400" b="1" baseline="0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出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Times New Roman" panose="02020603050405020304" pitchFamily="18" charset="0"/>
                        </a:rPr>
                        <a:t>chū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    </a:t>
                      </a:r>
                      <a:r>
                        <a:rPr lang="en-US" altLang="zh-CN" sz="2400" baseline="0" dirty="0"/>
                        <a:t>to come/get out</a:t>
                      </a:r>
                      <a:endParaRPr lang="zh-CN" altLang="en-US" sz="2400" dirty="0"/>
                    </a:p>
                  </a:txBody>
                  <a:tcPr marL="123140" marR="123140" marT="61577" marB="615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0501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               </a:t>
                      </a:r>
                      <a:r>
                        <a:rPr lang="zh-CN" altLang="en-US" sz="2400" baseline="0" dirty="0"/>
                        <a:t> </a:t>
                      </a:r>
                      <a:r>
                        <a:rPr lang="zh-CN" altLang="en-US" sz="2400" b="1" baseline="0" dirty="0"/>
                        <a:t>竖钩</a:t>
                      </a:r>
                      <a:r>
                        <a:rPr lang="zh-CN" altLang="en-US" sz="2400" b="1" dirty="0"/>
                        <a:t>   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shù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b="1" dirty="0" err="1">
                          <a:latin typeface="GB Pinyinok-D" pitchFamily="2" charset="-122"/>
                          <a:ea typeface="GB Pinyinok-D" pitchFamily="2" charset="-122"/>
                        </a:rPr>
                        <a:t>ɡōu</a:t>
                      </a:r>
                      <a:endParaRPr lang="en-US" altLang="zh-CN" sz="2400" b="1" dirty="0">
                        <a:latin typeface="GB Pinyinok-D" pitchFamily="2" charset="-122"/>
                        <a:ea typeface="GB Pinyinok-D" pitchFamily="2" charset="-122"/>
                      </a:endParaRPr>
                    </a:p>
                    <a:p>
                      <a:r>
                        <a:rPr lang="en-US" altLang="zh-CN" sz="2400" dirty="0"/>
                        <a:t>                 vertical</a:t>
                      </a:r>
                      <a:r>
                        <a:rPr lang="en-US" altLang="zh-CN" sz="2400" baseline="0" dirty="0"/>
                        <a:t> hook</a:t>
                      </a:r>
                      <a:endParaRPr lang="zh-CN" altLang="en-US" sz="2400" dirty="0"/>
                    </a:p>
                  </a:txBody>
                  <a:tcPr marL="123140" marR="123140" marT="61577" marB="615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 marL="123140" marR="123140" marT="61577" marB="6157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丁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Times New Roman" panose="02020603050405020304" pitchFamily="18" charset="0"/>
                        </a:rPr>
                        <a:t>dīnɡ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 </a:t>
                      </a:r>
                      <a:r>
                        <a:rPr lang="en-US" altLang="zh-CN" sz="2400" dirty="0" err="1"/>
                        <a:t>man,member</a:t>
                      </a:r>
                      <a:r>
                        <a:rPr lang="en-US" altLang="zh-CN" sz="2400" dirty="0"/>
                        <a:t> of    </a:t>
                      </a:r>
                    </a:p>
                    <a:p>
                      <a:r>
                        <a:rPr lang="en-US" altLang="zh-CN" sz="2400" dirty="0"/>
                        <a:t>                        a family</a:t>
                      </a:r>
                    </a:p>
                    <a:p>
                      <a:pPr algn="l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小     </a:t>
                      </a:r>
                      <a:r>
                        <a:rPr lang="en-US" altLang="zh-CN" sz="2400" b="1" kern="1200" dirty="0" err="1">
                          <a:solidFill>
                            <a:schemeClr val="tx1"/>
                          </a:solidFill>
                          <a:latin typeface="SimSun-ExtB" panose="02010609060101010101" pitchFamily="49" charset="-122"/>
                          <a:ea typeface="SimSun-ExtB" panose="02010609060101010101" pitchFamily="49" charset="-122"/>
                          <a:cs typeface="+mn-cs"/>
                          <a:sym typeface="Times New Roman" panose="02020603050405020304" pitchFamily="18" charset="0"/>
                        </a:rPr>
                        <a:t>xiǎo</a:t>
                      </a:r>
                      <a:r>
                        <a:rPr lang="en-US" altLang="zh-CN" sz="2400" b="1" dirty="0"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lang="en-US" altLang="zh-CN" sz="2400" b="1" baseline="0" dirty="0">
                          <a:latin typeface="GB Pinyinok-D" pitchFamily="2" charset="-122"/>
                          <a:ea typeface="GB Pinyinok-D" pitchFamily="2" charset="-122"/>
                        </a:rPr>
                        <a:t> </a:t>
                      </a:r>
                      <a:r>
                        <a:rPr lang="en-US" altLang="zh-CN" sz="2400" dirty="0" err="1"/>
                        <a:t>small,little</a:t>
                      </a:r>
                      <a:endParaRPr lang="zh-CN" altLang="en-US" sz="2400" dirty="0"/>
                    </a:p>
                  </a:txBody>
                  <a:tcPr marL="123140" marR="123140" marT="61577" marB="615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3995" name="组合 26"/>
          <p:cNvGrpSpPr/>
          <p:nvPr/>
        </p:nvGrpSpPr>
        <p:grpSpPr>
          <a:xfrm>
            <a:off x="1184275" y="2527300"/>
            <a:ext cx="414338" cy="2951163"/>
            <a:chOff x="1184815" y="2527907"/>
            <a:chExt cx="413318" cy="2950291"/>
          </a:xfrm>
        </p:grpSpPr>
        <p:sp>
          <p:nvSpPr>
            <p:cNvPr id="84002" name="Freeform 48"/>
            <p:cNvSpPr/>
            <p:nvPr/>
          </p:nvSpPr>
          <p:spPr>
            <a:xfrm>
              <a:off x="1279474" y="5010198"/>
              <a:ext cx="108000" cy="468000"/>
            </a:xfrm>
            <a:custGeom>
              <a:avLst/>
              <a:gdLst>
                <a:gd name="txL" fmla="*/ 0 w 207"/>
                <a:gd name="txT" fmla="*/ 0 h 756"/>
                <a:gd name="txR" fmla="*/ 207 w 207"/>
                <a:gd name="txB" fmla="*/ 756 h 756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207" h="756">
                  <a:moveTo>
                    <a:pt x="103" y="724"/>
                  </a:moveTo>
                  <a:lnTo>
                    <a:pt x="95" y="708"/>
                  </a:lnTo>
                  <a:lnTo>
                    <a:pt x="87" y="692"/>
                  </a:lnTo>
                  <a:lnTo>
                    <a:pt x="72" y="668"/>
                  </a:lnTo>
                  <a:lnTo>
                    <a:pt x="48" y="645"/>
                  </a:lnTo>
                  <a:lnTo>
                    <a:pt x="24" y="629"/>
                  </a:lnTo>
                  <a:lnTo>
                    <a:pt x="8" y="613"/>
                  </a:lnTo>
                  <a:lnTo>
                    <a:pt x="0" y="605"/>
                  </a:lnTo>
                  <a:lnTo>
                    <a:pt x="0" y="597"/>
                  </a:lnTo>
                  <a:lnTo>
                    <a:pt x="8" y="597"/>
                  </a:lnTo>
                  <a:lnTo>
                    <a:pt x="16" y="597"/>
                  </a:lnTo>
                  <a:lnTo>
                    <a:pt x="32" y="605"/>
                  </a:lnTo>
                  <a:lnTo>
                    <a:pt x="56" y="605"/>
                  </a:lnTo>
                  <a:lnTo>
                    <a:pt x="80" y="613"/>
                  </a:lnTo>
                  <a:lnTo>
                    <a:pt x="95" y="621"/>
                  </a:lnTo>
                  <a:lnTo>
                    <a:pt x="111" y="621"/>
                  </a:lnTo>
                  <a:lnTo>
                    <a:pt x="119" y="621"/>
                  </a:lnTo>
                  <a:lnTo>
                    <a:pt x="119" y="613"/>
                  </a:lnTo>
                  <a:lnTo>
                    <a:pt x="127" y="597"/>
                  </a:lnTo>
                  <a:lnTo>
                    <a:pt x="127" y="589"/>
                  </a:lnTo>
                  <a:lnTo>
                    <a:pt x="127" y="565"/>
                  </a:lnTo>
                  <a:lnTo>
                    <a:pt x="127" y="549"/>
                  </a:lnTo>
                  <a:lnTo>
                    <a:pt x="127" y="525"/>
                  </a:lnTo>
                  <a:lnTo>
                    <a:pt x="135" y="493"/>
                  </a:lnTo>
                  <a:lnTo>
                    <a:pt x="135" y="374"/>
                  </a:lnTo>
                  <a:lnTo>
                    <a:pt x="135" y="255"/>
                  </a:lnTo>
                  <a:lnTo>
                    <a:pt x="135" y="207"/>
                  </a:lnTo>
                  <a:lnTo>
                    <a:pt x="135" y="183"/>
                  </a:lnTo>
                  <a:lnTo>
                    <a:pt x="135" y="159"/>
                  </a:lnTo>
                  <a:lnTo>
                    <a:pt x="135" y="135"/>
                  </a:lnTo>
                  <a:lnTo>
                    <a:pt x="127" y="119"/>
                  </a:lnTo>
                  <a:lnTo>
                    <a:pt x="127" y="103"/>
                  </a:lnTo>
                  <a:lnTo>
                    <a:pt x="127" y="88"/>
                  </a:lnTo>
                  <a:lnTo>
                    <a:pt x="127" y="64"/>
                  </a:lnTo>
                  <a:lnTo>
                    <a:pt x="119" y="48"/>
                  </a:lnTo>
                  <a:lnTo>
                    <a:pt x="119" y="32"/>
                  </a:lnTo>
                  <a:lnTo>
                    <a:pt x="111" y="24"/>
                  </a:lnTo>
                  <a:lnTo>
                    <a:pt x="103" y="16"/>
                  </a:lnTo>
                  <a:lnTo>
                    <a:pt x="103" y="8"/>
                  </a:lnTo>
                  <a:lnTo>
                    <a:pt x="103" y="0"/>
                  </a:lnTo>
                  <a:lnTo>
                    <a:pt x="111" y="0"/>
                  </a:lnTo>
                  <a:lnTo>
                    <a:pt x="127" y="0"/>
                  </a:lnTo>
                  <a:lnTo>
                    <a:pt x="143" y="0"/>
                  </a:lnTo>
                  <a:lnTo>
                    <a:pt x="167" y="8"/>
                  </a:lnTo>
                  <a:lnTo>
                    <a:pt x="183" y="16"/>
                  </a:lnTo>
                  <a:lnTo>
                    <a:pt x="199" y="24"/>
                  </a:lnTo>
                  <a:lnTo>
                    <a:pt x="207" y="32"/>
                  </a:lnTo>
                  <a:lnTo>
                    <a:pt x="207" y="40"/>
                  </a:lnTo>
                  <a:lnTo>
                    <a:pt x="207" y="48"/>
                  </a:lnTo>
                  <a:lnTo>
                    <a:pt x="207" y="64"/>
                  </a:lnTo>
                  <a:lnTo>
                    <a:pt x="199" y="80"/>
                  </a:lnTo>
                  <a:lnTo>
                    <a:pt x="199" y="88"/>
                  </a:lnTo>
                  <a:lnTo>
                    <a:pt x="199" y="103"/>
                  </a:lnTo>
                  <a:lnTo>
                    <a:pt x="191" y="119"/>
                  </a:lnTo>
                  <a:lnTo>
                    <a:pt x="191" y="127"/>
                  </a:lnTo>
                  <a:lnTo>
                    <a:pt x="191" y="151"/>
                  </a:lnTo>
                  <a:lnTo>
                    <a:pt x="191" y="175"/>
                  </a:lnTo>
                  <a:lnTo>
                    <a:pt x="191" y="199"/>
                  </a:lnTo>
                  <a:lnTo>
                    <a:pt x="191" y="231"/>
                  </a:lnTo>
                  <a:lnTo>
                    <a:pt x="191" y="271"/>
                  </a:lnTo>
                  <a:lnTo>
                    <a:pt x="191" y="310"/>
                  </a:lnTo>
                  <a:lnTo>
                    <a:pt x="191" y="350"/>
                  </a:lnTo>
                  <a:lnTo>
                    <a:pt x="191" y="390"/>
                  </a:lnTo>
                  <a:lnTo>
                    <a:pt x="191" y="422"/>
                  </a:lnTo>
                  <a:lnTo>
                    <a:pt x="191" y="454"/>
                  </a:lnTo>
                  <a:lnTo>
                    <a:pt x="191" y="485"/>
                  </a:lnTo>
                  <a:lnTo>
                    <a:pt x="191" y="509"/>
                  </a:lnTo>
                  <a:lnTo>
                    <a:pt x="191" y="533"/>
                  </a:lnTo>
                  <a:lnTo>
                    <a:pt x="199" y="549"/>
                  </a:lnTo>
                  <a:lnTo>
                    <a:pt x="199" y="581"/>
                  </a:lnTo>
                  <a:lnTo>
                    <a:pt x="199" y="613"/>
                  </a:lnTo>
                  <a:lnTo>
                    <a:pt x="191" y="637"/>
                  </a:lnTo>
                  <a:lnTo>
                    <a:pt x="191" y="668"/>
                  </a:lnTo>
                  <a:lnTo>
                    <a:pt x="183" y="692"/>
                  </a:lnTo>
                  <a:lnTo>
                    <a:pt x="175" y="708"/>
                  </a:lnTo>
                  <a:lnTo>
                    <a:pt x="167" y="724"/>
                  </a:lnTo>
                  <a:lnTo>
                    <a:pt x="159" y="740"/>
                  </a:lnTo>
                  <a:lnTo>
                    <a:pt x="143" y="748"/>
                  </a:lnTo>
                  <a:lnTo>
                    <a:pt x="135" y="748"/>
                  </a:lnTo>
                  <a:lnTo>
                    <a:pt x="127" y="756"/>
                  </a:lnTo>
                  <a:lnTo>
                    <a:pt x="119" y="756"/>
                  </a:lnTo>
                  <a:lnTo>
                    <a:pt x="111" y="748"/>
                  </a:lnTo>
                  <a:lnTo>
                    <a:pt x="111" y="740"/>
                  </a:lnTo>
                  <a:lnTo>
                    <a:pt x="103" y="724"/>
                  </a:lnTo>
                </a:path>
              </a:pathLst>
            </a:custGeom>
            <a:solidFill>
              <a:srgbClr val="FF0000">
                <a:alpha val="100000"/>
              </a:srgbClr>
            </a:solidFill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3" name="Freeform 39"/>
            <p:cNvSpPr/>
            <p:nvPr/>
          </p:nvSpPr>
          <p:spPr>
            <a:xfrm>
              <a:off x="1184815" y="2527907"/>
              <a:ext cx="324000" cy="324000"/>
            </a:xfrm>
            <a:custGeom>
              <a:avLst/>
              <a:gdLst>
                <a:gd name="txL" fmla="*/ 0 w 684"/>
                <a:gd name="txT" fmla="*/ 0 h 611"/>
                <a:gd name="txR" fmla="*/ 684 w 684"/>
                <a:gd name="txB" fmla="*/ 611 h 611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684" h="611">
                  <a:moveTo>
                    <a:pt x="533" y="611"/>
                  </a:moveTo>
                  <a:lnTo>
                    <a:pt x="453" y="611"/>
                  </a:lnTo>
                  <a:lnTo>
                    <a:pt x="461" y="579"/>
                  </a:lnTo>
                  <a:lnTo>
                    <a:pt x="469" y="548"/>
                  </a:lnTo>
                  <a:lnTo>
                    <a:pt x="477" y="516"/>
                  </a:lnTo>
                  <a:lnTo>
                    <a:pt x="485" y="476"/>
                  </a:lnTo>
                  <a:lnTo>
                    <a:pt x="501" y="397"/>
                  </a:lnTo>
                  <a:lnTo>
                    <a:pt x="509" y="318"/>
                  </a:lnTo>
                  <a:lnTo>
                    <a:pt x="517" y="270"/>
                  </a:lnTo>
                  <a:lnTo>
                    <a:pt x="517" y="238"/>
                  </a:lnTo>
                  <a:lnTo>
                    <a:pt x="525" y="206"/>
                  </a:lnTo>
                  <a:lnTo>
                    <a:pt x="525" y="175"/>
                  </a:lnTo>
                  <a:lnTo>
                    <a:pt x="525" y="159"/>
                  </a:lnTo>
                  <a:lnTo>
                    <a:pt x="525" y="143"/>
                  </a:lnTo>
                  <a:lnTo>
                    <a:pt x="525" y="127"/>
                  </a:lnTo>
                  <a:lnTo>
                    <a:pt x="525" y="119"/>
                  </a:lnTo>
                  <a:lnTo>
                    <a:pt x="517" y="119"/>
                  </a:lnTo>
                  <a:lnTo>
                    <a:pt x="501" y="111"/>
                  </a:lnTo>
                  <a:lnTo>
                    <a:pt x="485" y="111"/>
                  </a:lnTo>
                  <a:lnTo>
                    <a:pt x="461" y="111"/>
                  </a:lnTo>
                  <a:lnTo>
                    <a:pt x="453" y="111"/>
                  </a:lnTo>
                  <a:lnTo>
                    <a:pt x="429" y="111"/>
                  </a:lnTo>
                  <a:lnTo>
                    <a:pt x="413" y="111"/>
                  </a:lnTo>
                  <a:lnTo>
                    <a:pt x="390" y="111"/>
                  </a:lnTo>
                  <a:lnTo>
                    <a:pt x="358" y="119"/>
                  </a:lnTo>
                  <a:lnTo>
                    <a:pt x="326" y="119"/>
                  </a:lnTo>
                  <a:lnTo>
                    <a:pt x="286" y="127"/>
                  </a:lnTo>
                  <a:lnTo>
                    <a:pt x="246" y="135"/>
                  </a:lnTo>
                  <a:lnTo>
                    <a:pt x="207" y="135"/>
                  </a:lnTo>
                  <a:lnTo>
                    <a:pt x="167" y="143"/>
                  </a:lnTo>
                  <a:lnTo>
                    <a:pt x="135" y="143"/>
                  </a:lnTo>
                  <a:lnTo>
                    <a:pt x="103" y="151"/>
                  </a:lnTo>
                  <a:lnTo>
                    <a:pt x="71" y="151"/>
                  </a:lnTo>
                  <a:lnTo>
                    <a:pt x="39" y="151"/>
                  </a:lnTo>
                  <a:lnTo>
                    <a:pt x="16" y="151"/>
                  </a:lnTo>
                  <a:lnTo>
                    <a:pt x="0" y="151"/>
                  </a:lnTo>
                  <a:lnTo>
                    <a:pt x="0" y="103"/>
                  </a:lnTo>
                  <a:lnTo>
                    <a:pt x="63" y="103"/>
                  </a:lnTo>
                  <a:lnTo>
                    <a:pt x="127" y="95"/>
                  </a:lnTo>
                  <a:lnTo>
                    <a:pt x="191" y="95"/>
                  </a:lnTo>
                  <a:lnTo>
                    <a:pt x="246" y="79"/>
                  </a:lnTo>
                  <a:lnTo>
                    <a:pt x="302" y="71"/>
                  </a:lnTo>
                  <a:lnTo>
                    <a:pt x="350" y="64"/>
                  </a:lnTo>
                  <a:lnTo>
                    <a:pt x="398" y="56"/>
                  </a:lnTo>
                  <a:lnTo>
                    <a:pt x="429" y="48"/>
                  </a:lnTo>
                  <a:lnTo>
                    <a:pt x="461" y="48"/>
                  </a:lnTo>
                  <a:lnTo>
                    <a:pt x="485" y="40"/>
                  </a:lnTo>
                  <a:lnTo>
                    <a:pt x="501" y="32"/>
                  </a:lnTo>
                  <a:lnTo>
                    <a:pt x="509" y="24"/>
                  </a:lnTo>
                  <a:lnTo>
                    <a:pt x="517" y="16"/>
                  </a:lnTo>
                  <a:lnTo>
                    <a:pt x="517" y="8"/>
                  </a:lnTo>
                  <a:lnTo>
                    <a:pt x="525" y="8"/>
                  </a:lnTo>
                  <a:lnTo>
                    <a:pt x="541" y="0"/>
                  </a:lnTo>
                  <a:lnTo>
                    <a:pt x="549" y="8"/>
                  </a:lnTo>
                  <a:lnTo>
                    <a:pt x="565" y="16"/>
                  </a:lnTo>
                  <a:lnTo>
                    <a:pt x="589" y="32"/>
                  </a:lnTo>
                  <a:lnTo>
                    <a:pt x="620" y="48"/>
                  </a:lnTo>
                  <a:lnTo>
                    <a:pt x="636" y="56"/>
                  </a:lnTo>
                  <a:lnTo>
                    <a:pt x="644" y="71"/>
                  </a:lnTo>
                  <a:lnTo>
                    <a:pt x="660" y="79"/>
                  </a:lnTo>
                  <a:lnTo>
                    <a:pt x="668" y="87"/>
                  </a:lnTo>
                  <a:lnTo>
                    <a:pt x="676" y="95"/>
                  </a:lnTo>
                  <a:lnTo>
                    <a:pt x="684" y="103"/>
                  </a:lnTo>
                  <a:lnTo>
                    <a:pt x="684" y="111"/>
                  </a:lnTo>
                  <a:lnTo>
                    <a:pt x="676" y="119"/>
                  </a:lnTo>
                  <a:lnTo>
                    <a:pt x="676" y="127"/>
                  </a:lnTo>
                  <a:lnTo>
                    <a:pt x="668" y="135"/>
                  </a:lnTo>
                  <a:lnTo>
                    <a:pt x="652" y="143"/>
                  </a:lnTo>
                  <a:lnTo>
                    <a:pt x="644" y="143"/>
                  </a:lnTo>
                  <a:lnTo>
                    <a:pt x="644" y="151"/>
                  </a:lnTo>
                  <a:lnTo>
                    <a:pt x="636" y="167"/>
                  </a:lnTo>
                  <a:lnTo>
                    <a:pt x="636" y="175"/>
                  </a:lnTo>
                  <a:lnTo>
                    <a:pt x="628" y="198"/>
                  </a:lnTo>
                  <a:lnTo>
                    <a:pt x="620" y="214"/>
                  </a:lnTo>
                  <a:lnTo>
                    <a:pt x="612" y="238"/>
                  </a:lnTo>
                  <a:lnTo>
                    <a:pt x="604" y="270"/>
                  </a:lnTo>
                  <a:lnTo>
                    <a:pt x="596" y="302"/>
                  </a:lnTo>
                  <a:lnTo>
                    <a:pt x="589" y="333"/>
                  </a:lnTo>
                  <a:lnTo>
                    <a:pt x="581" y="373"/>
                  </a:lnTo>
                  <a:lnTo>
                    <a:pt x="573" y="413"/>
                  </a:lnTo>
                  <a:lnTo>
                    <a:pt x="565" y="452"/>
                  </a:lnTo>
                  <a:lnTo>
                    <a:pt x="557" y="500"/>
                  </a:lnTo>
                  <a:lnTo>
                    <a:pt x="541" y="556"/>
                  </a:lnTo>
                  <a:lnTo>
                    <a:pt x="533" y="611"/>
                  </a:lnTo>
                </a:path>
              </a:pathLst>
            </a:custGeom>
            <a:solidFill>
              <a:srgbClr val="FF0000">
                <a:alpha val="100000"/>
              </a:srgbClr>
            </a:solidFill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004" name="Freeform 78"/>
            <p:cNvSpPr/>
            <p:nvPr/>
          </p:nvSpPr>
          <p:spPr>
            <a:xfrm>
              <a:off x="1202133" y="3869874"/>
              <a:ext cx="396000" cy="252000"/>
            </a:xfrm>
            <a:custGeom>
              <a:avLst/>
              <a:gdLst>
                <a:gd name="txL" fmla="*/ 0 w 692"/>
                <a:gd name="txT" fmla="*/ 0 h 342"/>
                <a:gd name="txR" fmla="*/ 692 w 692"/>
                <a:gd name="txB" fmla="*/ 342 h 342"/>
              </a:gdLst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0" y="2147483646"/>
                </a:cxn>
                <a:cxn ang="0">
                  <a:pos x="0" y="0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txL" t="txT" r="txR" b="txB"/>
              <a:pathLst>
                <a:path w="692" h="342">
                  <a:moveTo>
                    <a:pt x="95" y="318"/>
                  </a:moveTo>
                  <a:lnTo>
                    <a:pt x="80" y="326"/>
                  </a:lnTo>
                  <a:lnTo>
                    <a:pt x="72" y="334"/>
                  </a:lnTo>
                  <a:lnTo>
                    <a:pt x="64" y="334"/>
                  </a:lnTo>
                  <a:lnTo>
                    <a:pt x="56" y="342"/>
                  </a:lnTo>
                  <a:lnTo>
                    <a:pt x="48" y="334"/>
                  </a:lnTo>
                  <a:lnTo>
                    <a:pt x="40" y="334"/>
                  </a:lnTo>
                  <a:lnTo>
                    <a:pt x="32" y="326"/>
                  </a:lnTo>
                  <a:lnTo>
                    <a:pt x="24" y="318"/>
                  </a:lnTo>
                  <a:lnTo>
                    <a:pt x="16" y="302"/>
                  </a:lnTo>
                  <a:lnTo>
                    <a:pt x="16" y="295"/>
                  </a:lnTo>
                  <a:lnTo>
                    <a:pt x="8" y="287"/>
                  </a:lnTo>
                  <a:lnTo>
                    <a:pt x="8" y="279"/>
                  </a:lnTo>
                  <a:lnTo>
                    <a:pt x="8" y="271"/>
                  </a:lnTo>
                  <a:lnTo>
                    <a:pt x="16" y="263"/>
                  </a:lnTo>
                  <a:lnTo>
                    <a:pt x="24" y="255"/>
                  </a:lnTo>
                  <a:lnTo>
                    <a:pt x="32" y="247"/>
                  </a:lnTo>
                  <a:lnTo>
                    <a:pt x="40" y="231"/>
                  </a:lnTo>
                  <a:lnTo>
                    <a:pt x="40" y="215"/>
                  </a:lnTo>
                  <a:lnTo>
                    <a:pt x="40" y="199"/>
                  </a:lnTo>
                  <a:lnTo>
                    <a:pt x="48" y="159"/>
                  </a:lnTo>
                  <a:lnTo>
                    <a:pt x="40" y="119"/>
                  </a:lnTo>
                  <a:lnTo>
                    <a:pt x="40" y="104"/>
                  </a:lnTo>
                  <a:lnTo>
                    <a:pt x="32" y="80"/>
                  </a:lnTo>
                  <a:lnTo>
                    <a:pt x="24" y="56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56" y="8"/>
                  </a:lnTo>
                  <a:lnTo>
                    <a:pt x="72" y="16"/>
                  </a:lnTo>
                  <a:lnTo>
                    <a:pt x="88" y="24"/>
                  </a:lnTo>
                  <a:lnTo>
                    <a:pt x="95" y="32"/>
                  </a:lnTo>
                  <a:lnTo>
                    <a:pt x="103" y="40"/>
                  </a:lnTo>
                  <a:lnTo>
                    <a:pt x="103" y="56"/>
                  </a:lnTo>
                  <a:lnTo>
                    <a:pt x="103" y="64"/>
                  </a:lnTo>
                  <a:lnTo>
                    <a:pt x="103" y="72"/>
                  </a:lnTo>
                  <a:lnTo>
                    <a:pt x="103" y="80"/>
                  </a:lnTo>
                  <a:lnTo>
                    <a:pt x="95" y="96"/>
                  </a:lnTo>
                  <a:lnTo>
                    <a:pt x="95" y="119"/>
                  </a:lnTo>
                  <a:lnTo>
                    <a:pt x="103" y="143"/>
                  </a:lnTo>
                  <a:lnTo>
                    <a:pt x="103" y="175"/>
                  </a:lnTo>
                  <a:lnTo>
                    <a:pt x="103" y="199"/>
                  </a:lnTo>
                  <a:lnTo>
                    <a:pt x="103" y="215"/>
                  </a:lnTo>
                  <a:lnTo>
                    <a:pt x="103" y="231"/>
                  </a:lnTo>
                  <a:lnTo>
                    <a:pt x="111" y="239"/>
                  </a:lnTo>
                  <a:lnTo>
                    <a:pt x="119" y="239"/>
                  </a:lnTo>
                  <a:lnTo>
                    <a:pt x="127" y="239"/>
                  </a:lnTo>
                  <a:lnTo>
                    <a:pt x="143" y="239"/>
                  </a:lnTo>
                  <a:lnTo>
                    <a:pt x="167" y="239"/>
                  </a:lnTo>
                  <a:lnTo>
                    <a:pt x="183" y="231"/>
                  </a:lnTo>
                  <a:lnTo>
                    <a:pt x="207" y="231"/>
                  </a:lnTo>
                  <a:lnTo>
                    <a:pt x="263" y="223"/>
                  </a:lnTo>
                  <a:lnTo>
                    <a:pt x="326" y="215"/>
                  </a:lnTo>
                  <a:lnTo>
                    <a:pt x="382" y="199"/>
                  </a:lnTo>
                  <a:lnTo>
                    <a:pt x="454" y="191"/>
                  </a:lnTo>
                  <a:lnTo>
                    <a:pt x="517" y="183"/>
                  </a:lnTo>
                  <a:lnTo>
                    <a:pt x="581" y="183"/>
                  </a:lnTo>
                  <a:lnTo>
                    <a:pt x="637" y="175"/>
                  </a:lnTo>
                  <a:lnTo>
                    <a:pt x="692" y="175"/>
                  </a:lnTo>
                  <a:lnTo>
                    <a:pt x="692" y="223"/>
                  </a:lnTo>
                  <a:lnTo>
                    <a:pt x="645" y="223"/>
                  </a:lnTo>
                  <a:lnTo>
                    <a:pt x="613" y="223"/>
                  </a:lnTo>
                  <a:lnTo>
                    <a:pt x="573" y="223"/>
                  </a:lnTo>
                  <a:lnTo>
                    <a:pt x="549" y="223"/>
                  </a:lnTo>
                  <a:lnTo>
                    <a:pt x="485" y="231"/>
                  </a:lnTo>
                  <a:lnTo>
                    <a:pt x="414" y="239"/>
                  </a:lnTo>
                  <a:lnTo>
                    <a:pt x="382" y="247"/>
                  </a:lnTo>
                  <a:lnTo>
                    <a:pt x="334" y="255"/>
                  </a:lnTo>
                  <a:lnTo>
                    <a:pt x="286" y="263"/>
                  </a:lnTo>
                  <a:lnTo>
                    <a:pt x="231" y="271"/>
                  </a:lnTo>
                  <a:lnTo>
                    <a:pt x="199" y="279"/>
                  </a:lnTo>
                  <a:lnTo>
                    <a:pt x="175" y="287"/>
                  </a:lnTo>
                  <a:lnTo>
                    <a:pt x="159" y="287"/>
                  </a:lnTo>
                  <a:lnTo>
                    <a:pt x="135" y="295"/>
                  </a:lnTo>
                  <a:lnTo>
                    <a:pt x="119" y="302"/>
                  </a:lnTo>
                  <a:lnTo>
                    <a:pt x="111" y="310"/>
                  </a:lnTo>
                  <a:lnTo>
                    <a:pt x="95" y="310"/>
                  </a:lnTo>
                  <a:lnTo>
                    <a:pt x="95" y="318"/>
                  </a:lnTo>
                </a:path>
              </a:pathLst>
            </a:custGeom>
            <a:solidFill>
              <a:srgbClr val="FF0000">
                <a:alpha val="100000"/>
              </a:srgbClr>
            </a:solidFill>
            <a:ln w="127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Freeform 39"/>
          <p:cNvSpPr/>
          <p:nvPr/>
        </p:nvSpPr>
        <p:spPr>
          <a:xfrm>
            <a:off x="6223000" y="2533650"/>
            <a:ext cx="242888" cy="598488"/>
          </a:xfrm>
          <a:custGeom>
            <a:avLst/>
            <a:gdLst>
              <a:gd name="txL" fmla="*/ 0 w 10000"/>
              <a:gd name="txT" fmla="*/ 0 h 9846"/>
              <a:gd name="txR" fmla="*/ 10000 w 10000"/>
              <a:gd name="txB" fmla="*/ 9846 h 9846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846">
                <a:moveTo>
                  <a:pt x="3456" y="9846"/>
                </a:moveTo>
                <a:lnTo>
                  <a:pt x="0" y="9846"/>
                </a:lnTo>
                <a:cubicBezTo>
                  <a:pt x="113" y="9639"/>
                  <a:pt x="233" y="9434"/>
                  <a:pt x="344" y="9226"/>
                </a:cubicBezTo>
                <a:cubicBezTo>
                  <a:pt x="461" y="9024"/>
                  <a:pt x="571" y="8825"/>
                  <a:pt x="691" y="8624"/>
                </a:cubicBezTo>
                <a:cubicBezTo>
                  <a:pt x="803" y="8418"/>
                  <a:pt x="918" y="8212"/>
                  <a:pt x="1033" y="8004"/>
                </a:cubicBezTo>
                <a:cubicBezTo>
                  <a:pt x="1150" y="7747"/>
                  <a:pt x="1264" y="7487"/>
                  <a:pt x="1380" y="7231"/>
                </a:cubicBezTo>
                <a:cubicBezTo>
                  <a:pt x="1614" y="6720"/>
                  <a:pt x="1842" y="6209"/>
                  <a:pt x="2073" y="5700"/>
                </a:cubicBezTo>
                <a:cubicBezTo>
                  <a:pt x="2192" y="5188"/>
                  <a:pt x="2309" y="4679"/>
                  <a:pt x="2424" y="4168"/>
                </a:cubicBezTo>
                <a:cubicBezTo>
                  <a:pt x="2537" y="3858"/>
                  <a:pt x="2652" y="3548"/>
                  <a:pt x="2765" y="3238"/>
                </a:cubicBezTo>
                <a:lnTo>
                  <a:pt x="2765" y="2617"/>
                </a:lnTo>
                <a:lnTo>
                  <a:pt x="3114" y="1997"/>
                </a:lnTo>
                <a:lnTo>
                  <a:pt x="3114" y="1396"/>
                </a:lnTo>
                <a:lnTo>
                  <a:pt x="3114" y="1085"/>
                </a:lnTo>
                <a:lnTo>
                  <a:pt x="3114" y="776"/>
                </a:lnTo>
                <a:lnTo>
                  <a:pt x="3114" y="466"/>
                </a:lnTo>
                <a:lnTo>
                  <a:pt x="3114" y="310"/>
                </a:lnTo>
                <a:lnTo>
                  <a:pt x="2765" y="310"/>
                </a:lnTo>
                <a:lnTo>
                  <a:pt x="10000" y="0"/>
                </a:lnTo>
                <a:lnTo>
                  <a:pt x="10000" y="157"/>
                </a:lnTo>
                <a:lnTo>
                  <a:pt x="9654" y="310"/>
                </a:lnTo>
                <a:lnTo>
                  <a:pt x="9654" y="466"/>
                </a:lnTo>
                <a:cubicBezTo>
                  <a:pt x="9534" y="516"/>
                  <a:pt x="9419" y="569"/>
                  <a:pt x="9305" y="620"/>
                </a:cubicBezTo>
                <a:lnTo>
                  <a:pt x="8614" y="776"/>
                </a:lnTo>
                <a:lnTo>
                  <a:pt x="8269" y="776"/>
                </a:lnTo>
                <a:lnTo>
                  <a:pt x="8269" y="929"/>
                </a:lnTo>
                <a:cubicBezTo>
                  <a:pt x="8149" y="1033"/>
                  <a:pt x="8034" y="1138"/>
                  <a:pt x="7920" y="1240"/>
                </a:cubicBezTo>
                <a:lnTo>
                  <a:pt x="7920" y="1396"/>
                </a:lnTo>
                <a:lnTo>
                  <a:pt x="7574" y="1843"/>
                </a:lnTo>
                <a:cubicBezTo>
                  <a:pt x="7456" y="1945"/>
                  <a:pt x="7341" y="2049"/>
                  <a:pt x="7232" y="2151"/>
                </a:cubicBezTo>
                <a:cubicBezTo>
                  <a:pt x="7114" y="2306"/>
                  <a:pt x="6995" y="2461"/>
                  <a:pt x="6885" y="2617"/>
                </a:cubicBezTo>
                <a:cubicBezTo>
                  <a:pt x="6761" y="2824"/>
                  <a:pt x="6650" y="3031"/>
                  <a:pt x="6533" y="3238"/>
                </a:cubicBezTo>
                <a:lnTo>
                  <a:pt x="6187" y="3858"/>
                </a:lnTo>
                <a:cubicBezTo>
                  <a:pt x="6084" y="4057"/>
                  <a:pt x="5990" y="4259"/>
                  <a:pt x="5886" y="4459"/>
                </a:cubicBezTo>
                <a:cubicBezTo>
                  <a:pt x="5769" y="4716"/>
                  <a:pt x="5656" y="4975"/>
                  <a:pt x="5537" y="5232"/>
                </a:cubicBezTo>
                <a:cubicBezTo>
                  <a:pt x="5426" y="5492"/>
                  <a:pt x="5309" y="5749"/>
                  <a:pt x="5194" y="6008"/>
                </a:cubicBezTo>
                <a:cubicBezTo>
                  <a:pt x="5080" y="6260"/>
                  <a:pt x="4960" y="6513"/>
                  <a:pt x="4848" y="6765"/>
                </a:cubicBezTo>
                <a:cubicBezTo>
                  <a:pt x="4728" y="7076"/>
                  <a:pt x="4618" y="7384"/>
                  <a:pt x="4498" y="7694"/>
                </a:cubicBezTo>
                <a:lnTo>
                  <a:pt x="3808" y="8780"/>
                </a:lnTo>
                <a:cubicBezTo>
                  <a:pt x="3688" y="9135"/>
                  <a:pt x="3572" y="9491"/>
                  <a:pt x="3456" y="9846"/>
                </a:cubicBez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39"/>
          <p:cNvSpPr/>
          <p:nvPr/>
        </p:nvSpPr>
        <p:spPr>
          <a:xfrm>
            <a:off x="5746750" y="2411413"/>
            <a:ext cx="719138" cy="177800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1880818451"/>
              </a:cxn>
              <a:cxn ang="0">
                <a:pos x="2147483646" y="945704385"/>
              </a:cxn>
              <a:cxn ang="0">
                <a:pos x="2147483646" y="945704385"/>
              </a:cxn>
              <a:cxn ang="0">
                <a:pos x="2147483646" y="0"/>
              </a:cxn>
              <a:cxn ang="0">
                <a:pos x="2147483646" y="945704385"/>
              </a:cxn>
              <a:cxn ang="0">
                <a:pos x="2147483646" y="1880818451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7675" y="8418"/>
                </a:moveTo>
                <a:lnTo>
                  <a:pt x="7675" y="7887"/>
                </a:lnTo>
                <a:lnTo>
                  <a:pt x="7325" y="7353"/>
                </a:lnTo>
                <a:lnTo>
                  <a:pt x="7091" y="7353"/>
                </a:lnTo>
                <a:lnTo>
                  <a:pt x="6740" y="7353"/>
                </a:lnTo>
                <a:lnTo>
                  <a:pt x="6623" y="7353"/>
                </a:lnTo>
                <a:lnTo>
                  <a:pt x="6272" y="7353"/>
                </a:lnTo>
                <a:lnTo>
                  <a:pt x="6038" y="7353"/>
                </a:lnTo>
                <a:lnTo>
                  <a:pt x="5702" y="7353"/>
                </a:lnTo>
                <a:lnTo>
                  <a:pt x="5234" y="7887"/>
                </a:lnTo>
                <a:lnTo>
                  <a:pt x="4766" y="7887"/>
                </a:lnTo>
                <a:lnTo>
                  <a:pt x="4181" y="8418"/>
                </a:lnTo>
                <a:lnTo>
                  <a:pt x="3596" y="8938"/>
                </a:lnTo>
                <a:lnTo>
                  <a:pt x="3026" y="8938"/>
                </a:lnTo>
                <a:lnTo>
                  <a:pt x="2442" y="9472"/>
                </a:lnTo>
                <a:lnTo>
                  <a:pt x="1974" y="9472"/>
                </a:lnTo>
                <a:lnTo>
                  <a:pt x="1506" y="10000"/>
                </a:lnTo>
                <a:lnTo>
                  <a:pt x="1038" y="10000"/>
                </a:lnTo>
                <a:lnTo>
                  <a:pt x="570" y="10000"/>
                </a:lnTo>
                <a:lnTo>
                  <a:pt x="234" y="10000"/>
                </a:lnTo>
                <a:lnTo>
                  <a:pt x="0" y="10000"/>
                </a:lnTo>
                <a:lnTo>
                  <a:pt x="0" y="6825"/>
                </a:lnTo>
                <a:lnTo>
                  <a:pt x="921" y="6825"/>
                </a:lnTo>
                <a:lnTo>
                  <a:pt x="1857" y="6294"/>
                </a:lnTo>
                <a:lnTo>
                  <a:pt x="2792" y="6294"/>
                </a:lnTo>
                <a:lnTo>
                  <a:pt x="3596" y="5229"/>
                </a:lnTo>
                <a:lnTo>
                  <a:pt x="4415" y="4701"/>
                </a:lnTo>
                <a:lnTo>
                  <a:pt x="5117" y="4236"/>
                </a:lnTo>
                <a:lnTo>
                  <a:pt x="5819" y="3707"/>
                </a:lnTo>
                <a:lnTo>
                  <a:pt x="6272" y="3186"/>
                </a:lnTo>
                <a:lnTo>
                  <a:pt x="6740" y="3186"/>
                </a:lnTo>
                <a:lnTo>
                  <a:pt x="7091" y="2649"/>
                </a:lnTo>
                <a:lnTo>
                  <a:pt x="7325" y="2119"/>
                </a:lnTo>
                <a:lnTo>
                  <a:pt x="7442" y="1587"/>
                </a:lnTo>
                <a:cubicBezTo>
                  <a:pt x="7481" y="1413"/>
                  <a:pt x="7519" y="1235"/>
                  <a:pt x="7558" y="1058"/>
                </a:cubicBezTo>
                <a:lnTo>
                  <a:pt x="7558" y="532"/>
                </a:lnTo>
                <a:lnTo>
                  <a:pt x="7675" y="532"/>
                </a:lnTo>
                <a:lnTo>
                  <a:pt x="7909" y="0"/>
                </a:lnTo>
                <a:lnTo>
                  <a:pt x="8026" y="532"/>
                </a:lnTo>
                <a:lnTo>
                  <a:pt x="8260" y="1058"/>
                </a:lnTo>
                <a:lnTo>
                  <a:pt x="8611" y="2119"/>
                </a:lnTo>
                <a:lnTo>
                  <a:pt x="9064" y="3186"/>
                </a:lnTo>
                <a:lnTo>
                  <a:pt x="9298" y="3707"/>
                </a:lnTo>
                <a:lnTo>
                  <a:pt x="9415" y="4701"/>
                </a:lnTo>
                <a:lnTo>
                  <a:pt x="9649" y="5229"/>
                </a:lnTo>
                <a:lnTo>
                  <a:pt x="9766" y="5764"/>
                </a:lnTo>
                <a:lnTo>
                  <a:pt x="9883" y="6294"/>
                </a:lnTo>
                <a:lnTo>
                  <a:pt x="10000" y="6825"/>
                </a:lnTo>
                <a:lnTo>
                  <a:pt x="10000" y="7353"/>
                </a:lnTo>
                <a:lnTo>
                  <a:pt x="9883" y="7887"/>
                </a:lnTo>
                <a:lnTo>
                  <a:pt x="9883" y="8418"/>
                </a:lnTo>
                <a:lnTo>
                  <a:pt x="9766" y="8938"/>
                </a:lnTo>
                <a:lnTo>
                  <a:pt x="9532" y="9472"/>
                </a:lnTo>
                <a:lnTo>
                  <a:pt x="9415" y="9472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78"/>
          <p:cNvSpPr/>
          <p:nvPr/>
        </p:nvSpPr>
        <p:spPr>
          <a:xfrm>
            <a:off x="5622925" y="3765550"/>
            <a:ext cx="144463" cy="466725"/>
          </a:xfrm>
          <a:custGeom>
            <a:avLst/>
            <a:gdLst>
              <a:gd name="txL" fmla="*/ 0 w 1911"/>
              <a:gd name="txT" fmla="*/ 0 h 10000"/>
              <a:gd name="txR" fmla="*/ 1911 w 1911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11" h="10000">
                <a:moveTo>
                  <a:pt x="1636" y="9298"/>
                </a:moveTo>
                <a:lnTo>
                  <a:pt x="1377" y="9532"/>
                </a:lnTo>
                <a:cubicBezTo>
                  <a:pt x="1330" y="9610"/>
                  <a:pt x="1285" y="9688"/>
                  <a:pt x="1239" y="9766"/>
                </a:cubicBezTo>
                <a:lnTo>
                  <a:pt x="1102" y="9766"/>
                </a:lnTo>
                <a:lnTo>
                  <a:pt x="964" y="10000"/>
                </a:lnTo>
                <a:cubicBezTo>
                  <a:pt x="919" y="9922"/>
                  <a:pt x="872" y="9844"/>
                  <a:pt x="827" y="9766"/>
                </a:cubicBezTo>
                <a:lnTo>
                  <a:pt x="689" y="9766"/>
                </a:lnTo>
                <a:cubicBezTo>
                  <a:pt x="643" y="9688"/>
                  <a:pt x="596" y="9610"/>
                  <a:pt x="550" y="9532"/>
                </a:cubicBezTo>
                <a:cubicBezTo>
                  <a:pt x="505" y="9454"/>
                  <a:pt x="458" y="9376"/>
                  <a:pt x="413" y="9298"/>
                </a:cubicBezTo>
                <a:lnTo>
                  <a:pt x="275" y="8830"/>
                </a:lnTo>
                <a:lnTo>
                  <a:pt x="275" y="8626"/>
                </a:lnTo>
                <a:cubicBezTo>
                  <a:pt x="230" y="8548"/>
                  <a:pt x="183" y="8470"/>
                  <a:pt x="138" y="8392"/>
                </a:cubicBezTo>
                <a:lnTo>
                  <a:pt x="138" y="8158"/>
                </a:lnTo>
                <a:lnTo>
                  <a:pt x="138" y="7924"/>
                </a:lnTo>
                <a:cubicBezTo>
                  <a:pt x="183" y="7846"/>
                  <a:pt x="230" y="7768"/>
                  <a:pt x="275" y="7690"/>
                </a:cubicBezTo>
                <a:lnTo>
                  <a:pt x="413" y="7456"/>
                </a:lnTo>
                <a:cubicBezTo>
                  <a:pt x="458" y="7378"/>
                  <a:pt x="505" y="7300"/>
                  <a:pt x="550" y="7222"/>
                </a:cubicBezTo>
                <a:cubicBezTo>
                  <a:pt x="596" y="7066"/>
                  <a:pt x="643" y="6910"/>
                  <a:pt x="689" y="6754"/>
                </a:cubicBezTo>
                <a:lnTo>
                  <a:pt x="689" y="6287"/>
                </a:lnTo>
                <a:lnTo>
                  <a:pt x="689" y="5819"/>
                </a:lnTo>
                <a:lnTo>
                  <a:pt x="827" y="4649"/>
                </a:lnTo>
                <a:lnTo>
                  <a:pt x="689" y="3480"/>
                </a:lnTo>
                <a:lnTo>
                  <a:pt x="689" y="3041"/>
                </a:lnTo>
                <a:cubicBezTo>
                  <a:pt x="643" y="2807"/>
                  <a:pt x="596" y="2573"/>
                  <a:pt x="550" y="2339"/>
                </a:cubicBezTo>
                <a:cubicBezTo>
                  <a:pt x="505" y="2105"/>
                  <a:pt x="458" y="1871"/>
                  <a:pt x="413" y="1637"/>
                </a:cubicBezTo>
                <a:lnTo>
                  <a:pt x="275" y="936"/>
                </a:lnTo>
                <a:cubicBezTo>
                  <a:pt x="230" y="780"/>
                  <a:pt x="183" y="624"/>
                  <a:pt x="138" y="468"/>
                </a:cubicBezTo>
                <a:lnTo>
                  <a:pt x="0" y="468"/>
                </a:lnTo>
                <a:lnTo>
                  <a:pt x="0" y="234"/>
                </a:lnTo>
                <a:lnTo>
                  <a:pt x="0" y="0"/>
                </a:lnTo>
                <a:lnTo>
                  <a:pt x="138" y="0"/>
                </a:lnTo>
                <a:lnTo>
                  <a:pt x="413" y="0"/>
                </a:lnTo>
                <a:lnTo>
                  <a:pt x="689" y="0"/>
                </a:lnTo>
                <a:lnTo>
                  <a:pt x="964" y="234"/>
                </a:lnTo>
                <a:lnTo>
                  <a:pt x="1239" y="468"/>
                </a:lnTo>
                <a:lnTo>
                  <a:pt x="1515" y="702"/>
                </a:lnTo>
                <a:cubicBezTo>
                  <a:pt x="1556" y="780"/>
                  <a:pt x="1595" y="858"/>
                  <a:pt x="1636" y="936"/>
                </a:cubicBezTo>
                <a:cubicBezTo>
                  <a:pt x="1681" y="1014"/>
                  <a:pt x="1727" y="1092"/>
                  <a:pt x="1773" y="1170"/>
                </a:cubicBezTo>
                <a:lnTo>
                  <a:pt x="1773" y="1637"/>
                </a:lnTo>
                <a:lnTo>
                  <a:pt x="1773" y="1871"/>
                </a:lnTo>
                <a:lnTo>
                  <a:pt x="1773" y="2105"/>
                </a:lnTo>
                <a:lnTo>
                  <a:pt x="1773" y="2339"/>
                </a:lnTo>
                <a:cubicBezTo>
                  <a:pt x="1727" y="2495"/>
                  <a:pt x="1681" y="2651"/>
                  <a:pt x="1636" y="2807"/>
                </a:cubicBezTo>
                <a:lnTo>
                  <a:pt x="1636" y="3480"/>
                </a:lnTo>
                <a:cubicBezTo>
                  <a:pt x="1681" y="3714"/>
                  <a:pt x="1727" y="3947"/>
                  <a:pt x="1773" y="4181"/>
                </a:cubicBezTo>
                <a:lnTo>
                  <a:pt x="1773" y="5117"/>
                </a:lnTo>
                <a:lnTo>
                  <a:pt x="1773" y="5819"/>
                </a:lnTo>
                <a:lnTo>
                  <a:pt x="1773" y="6287"/>
                </a:lnTo>
                <a:lnTo>
                  <a:pt x="1773" y="6754"/>
                </a:lnTo>
                <a:cubicBezTo>
                  <a:pt x="1819" y="6832"/>
                  <a:pt x="1864" y="6910"/>
                  <a:pt x="1911" y="6988"/>
                </a:cubicBezTo>
                <a:cubicBezTo>
                  <a:pt x="1819" y="7680"/>
                  <a:pt x="1728" y="8372"/>
                  <a:pt x="1636" y="9064"/>
                </a:cubicBezTo>
                <a:lnTo>
                  <a:pt x="1636" y="9298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78"/>
          <p:cNvSpPr/>
          <p:nvPr/>
        </p:nvSpPr>
        <p:spPr>
          <a:xfrm>
            <a:off x="5643563" y="4005263"/>
            <a:ext cx="879475" cy="227012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1170" y="8560"/>
                </a:moveTo>
                <a:cubicBezTo>
                  <a:pt x="1096" y="8723"/>
                  <a:pt x="1021" y="8880"/>
                  <a:pt x="947" y="9041"/>
                </a:cubicBezTo>
                <a:cubicBezTo>
                  <a:pt x="908" y="9202"/>
                  <a:pt x="868" y="9362"/>
                  <a:pt x="829" y="9522"/>
                </a:cubicBezTo>
                <a:lnTo>
                  <a:pt x="710" y="9522"/>
                </a:lnTo>
                <a:cubicBezTo>
                  <a:pt x="671" y="9682"/>
                  <a:pt x="632" y="9841"/>
                  <a:pt x="592" y="10000"/>
                </a:cubicBezTo>
                <a:cubicBezTo>
                  <a:pt x="553" y="9841"/>
                  <a:pt x="513" y="9682"/>
                  <a:pt x="475" y="9522"/>
                </a:cubicBezTo>
                <a:lnTo>
                  <a:pt x="355" y="9522"/>
                </a:lnTo>
                <a:cubicBezTo>
                  <a:pt x="316" y="9362"/>
                  <a:pt x="276" y="9202"/>
                  <a:pt x="237" y="9041"/>
                </a:cubicBezTo>
                <a:cubicBezTo>
                  <a:pt x="198" y="8881"/>
                  <a:pt x="158" y="8720"/>
                  <a:pt x="119" y="8560"/>
                </a:cubicBezTo>
                <a:cubicBezTo>
                  <a:pt x="79" y="8244"/>
                  <a:pt x="40" y="7922"/>
                  <a:pt x="0" y="7606"/>
                </a:cubicBezTo>
                <a:cubicBezTo>
                  <a:pt x="195" y="6738"/>
                  <a:pt x="1073" y="4062"/>
                  <a:pt x="1287" y="3353"/>
                </a:cubicBezTo>
                <a:cubicBezTo>
                  <a:pt x="1327" y="3514"/>
                  <a:pt x="1366" y="3672"/>
                  <a:pt x="1405" y="3832"/>
                </a:cubicBezTo>
                <a:lnTo>
                  <a:pt x="1525" y="3832"/>
                </a:lnTo>
                <a:lnTo>
                  <a:pt x="1642" y="3832"/>
                </a:lnTo>
                <a:lnTo>
                  <a:pt x="1879" y="3832"/>
                </a:lnTo>
                <a:lnTo>
                  <a:pt x="2234" y="3832"/>
                </a:lnTo>
                <a:cubicBezTo>
                  <a:pt x="2313" y="3672"/>
                  <a:pt x="2393" y="3512"/>
                  <a:pt x="2472" y="3353"/>
                </a:cubicBezTo>
                <a:lnTo>
                  <a:pt x="2826" y="3353"/>
                </a:lnTo>
                <a:lnTo>
                  <a:pt x="3654" y="2873"/>
                </a:lnTo>
                <a:lnTo>
                  <a:pt x="4586" y="2398"/>
                </a:lnTo>
                <a:lnTo>
                  <a:pt x="5414" y="1434"/>
                </a:lnTo>
                <a:lnTo>
                  <a:pt x="6480" y="959"/>
                </a:lnTo>
                <a:lnTo>
                  <a:pt x="7411" y="482"/>
                </a:lnTo>
                <a:lnTo>
                  <a:pt x="8358" y="482"/>
                </a:lnTo>
                <a:lnTo>
                  <a:pt x="9187" y="0"/>
                </a:lnTo>
                <a:lnTo>
                  <a:pt x="10000" y="0"/>
                </a:lnTo>
                <a:lnTo>
                  <a:pt x="10000" y="2873"/>
                </a:lnTo>
                <a:lnTo>
                  <a:pt x="9305" y="2873"/>
                </a:lnTo>
                <a:lnTo>
                  <a:pt x="8831" y="2873"/>
                </a:lnTo>
                <a:lnTo>
                  <a:pt x="8240" y="2873"/>
                </a:lnTo>
                <a:lnTo>
                  <a:pt x="7885" y="2873"/>
                </a:lnTo>
                <a:lnTo>
                  <a:pt x="6938" y="3353"/>
                </a:lnTo>
                <a:lnTo>
                  <a:pt x="5888" y="3832"/>
                </a:lnTo>
                <a:lnTo>
                  <a:pt x="5414" y="4307"/>
                </a:lnTo>
                <a:lnTo>
                  <a:pt x="4705" y="4789"/>
                </a:lnTo>
                <a:lnTo>
                  <a:pt x="3994" y="5271"/>
                </a:lnTo>
                <a:lnTo>
                  <a:pt x="3181" y="5750"/>
                </a:lnTo>
                <a:lnTo>
                  <a:pt x="2707" y="6228"/>
                </a:lnTo>
                <a:lnTo>
                  <a:pt x="2352" y="6707"/>
                </a:lnTo>
                <a:lnTo>
                  <a:pt x="2117" y="6707"/>
                </a:lnTo>
                <a:lnTo>
                  <a:pt x="1761" y="7187"/>
                </a:lnTo>
                <a:lnTo>
                  <a:pt x="1525" y="7606"/>
                </a:lnTo>
                <a:cubicBezTo>
                  <a:pt x="1484" y="7766"/>
                  <a:pt x="1446" y="7922"/>
                  <a:pt x="1405" y="8086"/>
                </a:cubicBezTo>
                <a:lnTo>
                  <a:pt x="1170" y="8086"/>
                </a:lnTo>
                <a:lnTo>
                  <a:pt x="1170" y="8560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48"/>
          <p:cNvSpPr/>
          <p:nvPr/>
        </p:nvSpPr>
        <p:spPr>
          <a:xfrm>
            <a:off x="5949950" y="4813300"/>
            <a:ext cx="144463" cy="827088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2247" y="670603"/>
              </a:cxn>
              <a:cxn ang="0">
                <a:pos x="33299" y="644384"/>
              </a:cxn>
              <a:cxn ang="0">
                <a:pos x="33299" y="600631"/>
              </a:cxn>
              <a:cxn ang="0">
                <a:pos x="44451" y="539344"/>
              </a:cxn>
              <a:cxn ang="0">
                <a:pos x="44451" y="278977"/>
              </a:cxn>
              <a:cxn ang="0">
                <a:pos x="44451" y="200238"/>
              </a:cxn>
              <a:cxn ang="0">
                <a:pos x="44451" y="147718"/>
              </a:cxn>
              <a:cxn ang="0">
                <a:pos x="33299" y="112649"/>
              </a:cxn>
              <a:cxn ang="0">
                <a:pos x="33299" y="70054"/>
              </a:cxn>
              <a:cxn ang="0">
                <a:pos x="22247" y="34986"/>
              </a:cxn>
              <a:cxn ang="0">
                <a:pos x="0" y="17534"/>
              </a:cxn>
              <a:cxn ang="0">
                <a:pos x="0" y="0"/>
              </a:cxn>
              <a:cxn ang="0">
                <a:pos x="33299" y="0"/>
              </a:cxn>
              <a:cxn ang="0">
                <a:pos x="88903" y="8767"/>
              </a:cxn>
              <a:cxn ang="0">
                <a:pos x="133339" y="26219"/>
              </a:cxn>
              <a:cxn ang="0">
                <a:pos x="144463" y="43753"/>
              </a:cxn>
              <a:cxn ang="0">
                <a:pos x="144463" y="70054"/>
              </a:cxn>
              <a:cxn ang="0">
                <a:pos x="133339" y="96273"/>
              </a:cxn>
              <a:cxn ang="0">
                <a:pos x="122259" y="130184"/>
              </a:cxn>
              <a:cxn ang="0">
                <a:pos x="122259" y="165169"/>
              </a:cxn>
              <a:cxn ang="0">
                <a:pos x="122259" y="217690"/>
              </a:cxn>
              <a:cxn ang="0">
                <a:pos x="122259" y="296511"/>
              </a:cxn>
              <a:cxn ang="0">
                <a:pos x="122259" y="382942"/>
              </a:cxn>
              <a:cxn ang="0">
                <a:pos x="122259" y="461681"/>
              </a:cxn>
              <a:cxn ang="0">
                <a:pos x="122259" y="530577"/>
              </a:cxn>
              <a:cxn ang="0">
                <a:pos x="122259" y="583097"/>
              </a:cxn>
              <a:cxn ang="0">
                <a:pos x="133339" y="635617"/>
              </a:cxn>
              <a:cxn ang="0">
                <a:pos x="122259" y="696904"/>
              </a:cxn>
              <a:cxn ang="0">
                <a:pos x="111135" y="757034"/>
              </a:cxn>
              <a:cxn ang="0">
                <a:pos x="88903" y="792102"/>
              </a:cxn>
              <a:cxn ang="0">
                <a:pos x="55575" y="818321"/>
              </a:cxn>
              <a:cxn ang="0">
                <a:pos x="33299" y="827088"/>
              </a:cxn>
            </a:cxnLst>
            <a:rect l="txL" t="txT" r="txR" b="txB"/>
            <a:pathLst>
              <a:path w="10000" h="10000">
                <a:moveTo>
                  <a:pt x="1540" y="8214"/>
                </a:moveTo>
                <a:lnTo>
                  <a:pt x="1540" y="8108"/>
                </a:lnTo>
                <a:lnTo>
                  <a:pt x="2305" y="7897"/>
                </a:lnTo>
                <a:lnTo>
                  <a:pt x="2305" y="7791"/>
                </a:lnTo>
                <a:lnTo>
                  <a:pt x="2305" y="7474"/>
                </a:lnTo>
                <a:lnTo>
                  <a:pt x="2305" y="7262"/>
                </a:lnTo>
                <a:lnTo>
                  <a:pt x="2305" y="6944"/>
                </a:lnTo>
                <a:lnTo>
                  <a:pt x="3077" y="6521"/>
                </a:lnTo>
                <a:lnTo>
                  <a:pt x="3077" y="4947"/>
                </a:lnTo>
                <a:lnTo>
                  <a:pt x="3077" y="3373"/>
                </a:lnTo>
                <a:lnTo>
                  <a:pt x="3077" y="2738"/>
                </a:lnTo>
                <a:lnTo>
                  <a:pt x="3077" y="2421"/>
                </a:lnTo>
                <a:lnTo>
                  <a:pt x="3077" y="2103"/>
                </a:lnTo>
                <a:lnTo>
                  <a:pt x="3077" y="1786"/>
                </a:lnTo>
                <a:lnTo>
                  <a:pt x="2305" y="1574"/>
                </a:lnTo>
                <a:lnTo>
                  <a:pt x="2305" y="1362"/>
                </a:lnTo>
                <a:lnTo>
                  <a:pt x="2305" y="1164"/>
                </a:lnTo>
                <a:lnTo>
                  <a:pt x="2305" y="847"/>
                </a:lnTo>
                <a:lnTo>
                  <a:pt x="1540" y="635"/>
                </a:lnTo>
                <a:lnTo>
                  <a:pt x="1540" y="423"/>
                </a:lnTo>
                <a:lnTo>
                  <a:pt x="768" y="317"/>
                </a:lnTo>
                <a:lnTo>
                  <a:pt x="0" y="212"/>
                </a:lnTo>
                <a:lnTo>
                  <a:pt x="0" y="106"/>
                </a:lnTo>
                <a:lnTo>
                  <a:pt x="0" y="0"/>
                </a:lnTo>
                <a:lnTo>
                  <a:pt x="768" y="0"/>
                </a:lnTo>
                <a:lnTo>
                  <a:pt x="2305" y="0"/>
                </a:lnTo>
                <a:lnTo>
                  <a:pt x="3847" y="0"/>
                </a:lnTo>
                <a:lnTo>
                  <a:pt x="6154" y="106"/>
                </a:lnTo>
                <a:lnTo>
                  <a:pt x="7693" y="212"/>
                </a:lnTo>
                <a:lnTo>
                  <a:pt x="9230" y="317"/>
                </a:lnTo>
                <a:lnTo>
                  <a:pt x="10000" y="423"/>
                </a:lnTo>
                <a:lnTo>
                  <a:pt x="10000" y="529"/>
                </a:lnTo>
                <a:lnTo>
                  <a:pt x="10000" y="635"/>
                </a:lnTo>
                <a:lnTo>
                  <a:pt x="10000" y="847"/>
                </a:lnTo>
                <a:lnTo>
                  <a:pt x="9230" y="1058"/>
                </a:lnTo>
                <a:lnTo>
                  <a:pt x="9230" y="1164"/>
                </a:lnTo>
                <a:lnTo>
                  <a:pt x="9230" y="1362"/>
                </a:lnTo>
                <a:lnTo>
                  <a:pt x="8463" y="1574"/>
                </a:lnTo>
                <a:lnTo>
                  <a:pt x="8463" y="1680"/>
                </a:lnTo>
                <a:lnTo>
                  <a:pt x="8463" y="1997"/>
                </a:lnTo>
                <a:lnTo>
                  <a:pt x="8463" y="2315"/>
                </a:lnTo>
                <a:lnTo>
                  <a:pt x="8463" y="2632"/>
                </a:lnTo>
                <a:lnTo>
                  <a:pt x="8463" y="3056"/>
                </a:lnTo>
                <a:lnTo>
                  <a:pt x="8463" y="3585"/>
                </a:lnTo>
                <a:lnTo>
                  <a:pt x="8463" y="4101"/>
                </a:lnTo>
                <a:lnTo>
                  <a:pt x="8463" y="4630"/>
                </a:lnTo>
                <a:lnTo>
                  <a:pt x="8463" y="5159"/>
                </a:lnTo>
                <a:lnTo>
                  <a:pt x="8463" y="5582"/>
                </a:lnTo>
                <a:lnTo>
                  <a:pt x="8463" y="6005"/>
                </a:lnTo>
                <a:lnTo>
                  <a:pt x="8463" y="6415"/>
                </a:lnTo>
                <a:lnTo>
                  <a:pt x="8463" y="6733"/>
                </a:lnTo>
                <a:lnTo>
                  <a:pt x="8463" y="7050"/>
                </a:lnTo>
                <a:lnTo>
                  <a:pt x="9230" y="7262"/>
                </a:lnTo>
                <a:lnTo>
                  <a:pt x="9230" y="7685"/>
                </a:lnTo>
                <a:lnTo>
                  <a:pt x="9230" y="8108"/>
                </a:lnTo>
                <a:lnTo>
                  <a:pt x="8463" y="8426"/>
                </a:lnTo>
                <a:lnTo>
                  <a:pt x="8463" y="8836"/>
                </a:lnTo>
                <a:lnTo>
                  <a:pt x="7693" y="9153"/>
                </a:lnTo>
                <a:lnTo>
                  <a:pt x="6921" y="9365"/>
                </a:lnTo>
                <a:lnTo>
                  <a:pt x="6154" y="9577"/>
                </a:lnTo>
                <a:lnTo>
                  <a:pt x="5383" y="9788"/>
                </a:lnTo>
                <a:lnTo>
                  <a:pt x="3847" y="9894"/>
                </a:lnTo>
                <a:lnTo>
                  <a:pt x="3077" y="9894"/>
                </a:lnTo>
                <a:lnTo>
                  <a:pt x="2305" y="10000"/>
                </a:lnTo>
                <a:lnTo>
                  <a:pt x="1540" y="10000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48"/>
          <p:cNvSpPr/>
          <p:nvPr/>
        </p:nvSpPr>
        <p:spPr>
          <a:xfrm>
            <a:off x="5807075" y="5467350"/>
            <a:ext cx="176213" cy="173038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1069739871" y="1566421148"/>
              </a:cxn>
              <a:cxn ang="0">
                <a:pos x="0" y="802753806"/>
              </a:cxn>
              <a:cxn ang="0">
                <a:pos x="0" y="0"/>
              </a:cxn>
              <a:cxn ang="0">
                <a:pos x="1069739871" y="0"/>
              </a:cxn>
              <a:cxn ang="0">
                <a:pos x="2146330834" y="0"/>
              </a:cxn>
              <a:cxn ang="0">
                <a:pos x="2147483646" y="802753806"/>
              </a:cxn>
              <a:cxn ang="0">
                <a:pos x="2147483646" y="802753806"/>
              </a:cxn>
              <a:cxn ang="0">
                <a:pos x="2147483646" y="1566421148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1566421148"/>
              </a:cxn>
              <a:cxn ang="0">
                <a:pos x="2147483646" y="1566421148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8113" y="7979"/>
                </a:moveTo>
                <a:lnTo>
                  <a:pt x="7479" y="6988"/>
                </a:lnTo>
                <a:lnTo>
                  <a:pt x="6851" y="5973"/>
                </a:lnTo>
                <a:lnTo>
                  <a:pt x="5671" y="4470"/>
                </a:lnTo>
                <a:lnTo>
                  <a:pt x="3780" y="3025"/>
                </a:lnTo>
                <a:lnTo>
                  <a:pt x="1891" y="2015"/>
                </a:lnTo>
                <a:lnTo>
                  <a:pt x="628" y="1003"/>
                </a:lnTo>
                <a:lnTo>
                  <a:pt x="0" y="514"/>
                </a:lnTo>
                <a:lnTo>
                  <a:pt x="0" y="0"/>
                </a:lnTo>
                <a:lnTo>
                  <a:pt x="628" y="0"/>
                </a:lnTo>
                <a:lnTo>
                  <a:pt x="1260" y="0"/>
                </a:lnTo>
                <a:lnTo>
                  <a:pt x="2521" y="514"/>
                </a:lnTo>
                <a:lnTo>
                  <a:pt x="4409" y="514"/>
                </a:lnTo>
                <a:lnTo>
                  <a:pt x="6300" y="1003"/>
                </a:lnTo>
                <a:lnTo>
                  <a:pt x="7479" y="1499"/>
                </a:lnTo>
                <a:lnTo>
                  <a:pt x="8741" y="1499"/>
                </a:lnTo>
                <a:lnTo>
                  <a:pt x="9372" y="1499"/>
                </a:lnTo>
                <a:lnTo>
                  <a:pt x="9372" y="1003"/>
                </a:lnTo>
                <a:cubicBezTo>
                  <a:pt x="9581" y="4002"/>
                  <a:pt x="9791" y="7001"/>
                  <a:pt x="10000" y="10000"/>
                </a:cubicBezTo>
                <a:lnTo>
                  <a:pt x="8741" y="9504"/>
                </a:lnTo>
                <a:lnTo>
                  <a:pt x="8741" y="8998"/>
                </a:lnTo>
                <a:lnTo>
                  <a:pt x="8113" y="7979"/>
                </a:lnTo>
              </a:path>
            </a:pathLst>
          </a:custGeom>
          <a:solidFill>
            <a:srgbClr val="FF0000">
              <a:alpha val="100000"/>
            </a:srgbClr>
          </a:solidFill>
          <a:ln w="127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52" y="320147"/>
            <a:ext cx="4956529" cy="121682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52" y="2252864"/>
            <a:ext cx="7174424" cy="117613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51" y="4591002"/>
            <a:ext cx="7422621" cy="121682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53" y="320146"/>
            <a:ext cx="6238247" cy="1216823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53" y="2252863"/>
            <a:ext cx="5928890" cy="1138971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53" y="4591002"/>
            <a:ext cx="5030198" cy="12658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18" name="AutoShape 4"/>
          <p:cNvCxnSpPr/>
          <p:nvPr/>
        </p:nvCxnSpPr>
        <p:spPr>
          <a:xfrm flipH="1" flipV="1">
            <a:off x="120650" y="0"/>
            <a:ext cx="12700" cy="6872288"/>
          </a:xfrm>
          <a:prstGeom prst="straightConnector1">
            <a:avLst/>
          </a:prstGeom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6019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308629" y="653150"/>
              <a:ext cx="3588372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474663" y="914400"/>
            <a:ext cx="99282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</a:t>
            </a:r>
            <a:r>
              <a:rPr kumimoji="0" lang="zh-CN" altLang="en-US" sz="28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认识独体字（笔画） 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Single-Component Characters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（</a:t>
            </a:r>
            <a:r>
              <a:rPr kumimoji="0" lang="en-US" altLang="zh-CN" kern="1200" cap="none" spc="0" normalizeH="0" baseline="0" noProof="0" dirty="0">
                <a:latin typeface="+mn-ea"/>
                <a:ea typeface="+mn-ea"/>
                <a:cs typeface="+mn-cs"/>
              </a:rPr>
              <a:t>Strokes</a:t>
            </a:r>
            <a:r>
              <a:rPr kumimoji="0" lang="zh-CN" altLang="en-US" kern="1200" cap="none" spc="0" normalizeH="0" baseline="0" noProof="0" dirty="0">
                <a:latin typeface="+mn-ea"/>
                <a:ea typeface="+mn-ea"/>
                <a:cs typeface="+mn-cs"/>
              </a:rPr>
              <a:t>）</a:t>
            </a:r>
            <a:endParaRPr kumimoji="0" lang="zh-CN" altLang="en-US" sz="28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pic>
        <p:nvPicPr>
          <p:cNvPr id="86021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63" y="1911350"/>
            <a:ext cx="1900237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2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950" y="1911350"/>
            <a:ext cx="1901825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3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5388" y="1911350"/>
            <a:ext cx="1901825" cy="1884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4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125" y="4557713"/>
            <a:ext cx="1901825" cy="1884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5" name="Picture 2" descr="c:\users\888\appdata\roaming\360se6\User Data\temp\t01441276dc36cd8b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538" y="4557713"/>
            <a:ext cx="1900237" cy="1884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026" name="AutoShape 33"/>
          <p:cNvSpPr>
            <a:spLocks noChangeAspect="1" noTextEdit="1"/>
          </p:cNvSpPr>
          <p:nvPr/>
        </p:nvSpPr>
        <p:spPr>
          <a:xfrm>
            <a:off x="1736725" y="2232025"/>
            <a:ext cx="1225550" cy="12223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27" name="Rectangle 35"/>
          <p:cNvSpPr/>
          <p:nvPr/>
        </p:nvSpPr>
        <p:spPr>
          <a:xfrm>
            <a:off x="1736725" y="224472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69669" name="Freeform 37"/>
          <p:cNvSpPr/>
          <p:nvPr/>
        </p:nvSpPr>
        <p:spPr>
          <a:xfrm>
            <a:off x="1938338" y="3127375"/>
            <a:ext cx="896937" cy="176213"/>
          </a:xfrm>
          <a:custGeom>
            <a:avLst/>
            <a:gdLst>
              <a:gd name="txL" fmla="*/ 0 w 565"/>
              <a:gd name="txT" fmla="*/ 0 h 111"/>
              <a:gd name="txR" fmla="*/ 565 w 565"/>
              <a:gd name="txB" fmla="*/ 111 h 11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65" h="111">
                <a:moveTo>
                  <a:pt x="207" y="23"/>
                </a:moveTo>
                <a:lnTo>
                  <a:pt x="271" y="15"/>
                </a:lnTo>
                <a:lnTo>
                  <a:pt x="335" y="8"/>
                </a:lnTo>
                <a:lnTo>
                  <a:pt x="390" y="0"/>
                </a:lnTo>
                <a:lnTo>
                  <a:pt x="446" y="0"/>
                </a:lnTo>
                <a:lnTo>
                  <a:pt x="462" y="0"/>
                </a:lnTo>
                <a:lnTo>
                  <a:pt x="486" y="0"/>
                </a:lnTo>
                <a:lnTo>
                  <a:pt x="502" y="8"/>
                </a:lnTo>
                <a:lnTo>
                  <a:pt x="518" y="8"/>
                </a:lnTo>
                <a:lnTo>
                  <a:pt x="534" y="8"/>
                </a:lnTo>
                <a:lnTo>
                  <a:pt x="542" y="15"/>
                </a:lnTo>
                <a:lnTo>
                  <a:pt x="549" y="15"/>
                </a:lnTo>
                <a:lnTo>
                  <a:pt x="557" y="23"/>
                </a:lnTo>
                <a:lnTo>
                  <a:pt x="557" y="31"/>
                </a:lnTo>
                <a:lnTo>
                  <a:pt x="565" y="47"/>
                </a:lnTo>
                <a:lnTo>
                  <a:pt x="557" y="55"/>
                </a:lnTo>
                <a:lnTo>
                  <a:pt x="549" y="55"/>
                </a:lnTo>
                <a:lnTo>
                  <a:pt x="542" y="63"/>
                </a:lnTo>
                <a:lnTo>
                  <a:pt x="526" y="71"/>
                </a:lnTo>
                <a:lnTo>
                  <a:pt x="510" y="71"/>
                </a:lnTo>
                <a:lnTo>
                  <a:pt x="486" y="71"/>
                </a:lnTo>
                <a:lnTo>
                  <a:pt x="470" y="71"/>
                </a:lnTo>
                <a:lnTo>
                  <a:pt x="454" y="71"/>
                </a:lnTo>
                <a:lnTo>
                  <a:pt x="430" y="79"/>
                </a:lnTo>
                <a:lnTo>
                  <a:pt x="398" y="79"/>
                </a:lnTo>
                <a:lnTo>
                  <a:pt x="366" y="79"/>
                </a:lnTo>
                <a:lnTo>
                  <a:pt x="335" y="79"/>
                </a:lnTo>
                <a:lnTo>
                  <a:pt x="295" y="87"/>
                </a:lnTo>
                <a:lnTo>
                  <a:pt x="247" y="87"/>
                </a:lnTo>
                <a:lnTo>
                  <a:pt x="207" y="95"/>
                </a:lnTo>
                <a:lnTo>
                  <a:pt x="160" y="95"/>
                </a:lnTo>
                <a:lnTo>
                  <a:pt x="128" y="103"/>
                </a:lnTo>
                <a:lnTo>
                  <a:pt x="88" y="103"/>
                </a:lnTo>
                <a:lnTo>
                  <a:pt x="64" y="103"/>
                </a:lnTo>
                <a:lnTo>
                  <a:pt x="40" y="103"/>
                </a:lnTo>
                <a:lnTo>
                  <a:pt x="16" y="103"/>
                </a:lnTo>
                <a:lnTo>
                  <a:pt x="0" y="111"/>
                </a:lnTo>
                <a:lnTo>
                  <a:pt x="0" y="47"/>
                </a:lnTo>
                <a:lnTo>
                  <a:pt x="24" y="47"/>
                </a:lnTo>
                <a:lnTo>
                  <a:pt x="40" y="47"/>
                </a:lnTo>
                <a:lnTo>
                  <a:pt x="64" y="39"/>
                </a:lnTo>
                <a:lnTo>
                  <a:pt x="88" y="39"/>
                </a:lnTo>
                <a:lnTo>
                  <a:pt x="112" y="39"/>
                </a:lnTo>
                <a:lnTo>
                  <a:pt x="144" y="31"/>
                </a:lnTo>
                <a:lnTo>
                  <a:pt x="175" y="31"/>
                </a:lnTo>
                <a:lnTo>
                  <a:pt x="207" y="23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70" name="Freeform 38"/>
          <p:cNvSpPr/>
          <p:nvPr/>
        </p:nvSpPr>
        <p:spPr>
          <a:xfrm>
            <a:off x="1749425" y="2357438"/>
            <a:ext cx="227013" cy="1084262"/>
          </a:xfrm>
          <a:custGeom>
            <a:avLst/>
            <a:gdLst>
              <a:gd name="txL" fmla="*/ 0 w 143"/>
              <a:gd name="txT" fmla="*/ 0 h 683"/>
              <a:gd name="txR" fmla="*/ 143 w 143"/>
              <a:gd name="txB" fmla="*/ 683 h 683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43" h="683">
                <a:moveTo>
                  <a:pt x="16" y="72"/>
                </a:moveTo>
                <a:lnTo>
                  <a:pt x="8" y="48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8" y="0"/>
                </a:lnTo>
                <a:lnTo>
                  <a:pt x="64" y="8"/>
                </a:lnTo>
                <a:lnTo>
                  <a:pt x="80" y="16"/>
                </a:lnTo>
                <a:lnTo>
                  <a:pt x="103" y="24"/>
                </a:lnTo>
                <a:lnTo>
                  <a:pt x="119" y="32"/>
                </a:lnTo>
                <a:lnTo>
                  <a:pt x="119" y="40"/>
                </a:lnTo>
                <a:lnTo>
                  <a:pt x="127" y="56"/>
                </a:lnTo>
                <a:lnTo>
                  <a:pt x="127" y="72"/>
                </a:lnTo>
                <a:lnTo>
                  <a:pt x="127" y="104"/>
                </a:lnTo>
                <a:lnTo>
                  <a:pt x="127" y="135"/>
                </a:lnTo>
                <a:lnTo>
                  <a:pt x="127" y="167"/>
                </a:lnTo>
                <a:lnTo>
                  <a:pt x="135" y="215"/>
                </a:lnTo>
                <a:lnTo>
                  <a:pt x="135" y="262"/>
                </a:lnTo>
                <a:lnTo>
                  <a:pt x="135" y="318"/>
                </a:lnTo>
                <a:lnTo>
                  <a:pt x="143" y="358"/>
                </a:lnTo>
                <a:lnTo>
                  <a:pt x="143" y="405"/>
                </a:lnTo>
                <a:lnTo>
                  <a:pt x="143" y="445"/>
                </a:lnTo>
                <a:lnTo>
                  <a:pt x="143" y="485"/>
                </a:lnTo>
                <a:lnTo>
                  <a:pt x="143" y="516"/>
                </a:lnTo>
                <a:lnTo>
                  <a:pt x="143" y="548"/>
                </a:lnTo>
                <a:lnTo>
                  <a:pt x="143" y="572"/>
                </a:lnTo>
                <a:lnTo>
                  <a:pt x="143" y="596"/>
                </a:lnTo>
                <a:lnTo>
                  <a:pt x="143" y="612"/>
                </a:lnTo>
                <a:lnTo>
                  <a:pt x="143" y="627"/>
                </a:lnTo>
                <a:lnTo>
                  <a:pt x="143" y="643"/>
                </a:lnTo>
                <a:lnTo>
                  <a:pt x="143" y="659"/>
                </a:lnTo>
                <a:lnTo>
                  <a:pt x="143" y="667"/>
                </a:lnTo>
                <a:lnTo>
                  <a:pt x="143" y="675"/>
                </a:lnTo>
                <a:lnTo>
                  <a:pt x="135" y="675"/>
                </a:lnTo>
                <a:lnTo>
                  <a:pt x="135" y="683"/>
                </a:lnTo>
                <a:lnTo>
                  <a:pt x="127" y="683"/>
                </a:lnTo>
                <a:lnTo>
                  <a:pt x="119" y="675"/>
                </a:lnTo>
                <a:lnTo>
                  <a:pt x="111" y="667"/>
                </a:lnTo>
                <a:lnTo>
                  <a:pt x="111" y="659"/>
                </a:lnTo>
                <a:lnTo>
                  <a:pt x="103" y="651"/>
                </a:lnTo>
                <a:lnTo>
                  <a:pt x="95" y="627"/>
                </a:lnTo>
                <a:lnTo>
                  <a:pt x="95" y="604"/>
                </a:lnTo>
                <a:lnTo>
                  <a:pt x="88" y="572"/>
                </a:lnTo>
                <a:lnTo>
                  <a:pt x="88" y="532"/>
                </a:lnTo>
                <a:lnTo>
                  <a:pt x="80" y="493"/>
                </a:lnTo>
                <a:lnTo>
                  <a:pt x="72" y="437"/>
                </a:lnTo>
                <a:lnTo>
                  <a:pt x="72" y="373"/>
                </a:lnTo>
                <a:lnTo>
                  <a:pt x="64" y="310"/>
                </a:lnTo>
                <a:lnTo>
                  <a:pt x="56" y="262"/>
                </a:lnTo>
                <a:lnTo>
                  <a:pt x="48" y="215"/>
                </a:lnTo>
                <a:lnTo>
                  <a:pt x="40" y="167"/>
                </a:lnTo>
                <a:lnTo>
                  <a:pt x="40" y="135"/>
                </a:lnTo>
                <a:lnTo>
                  <a:pt x="32" y="104"/>
                </a:lnTo>
                <a:lnTo>
                  <a:pt x="24" y="88"/>
                </a:lnTo>
                <a:lnTo>
                  <a:pt x="16" y="72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71" name="Freeform 39"/>
          <p:cNvSpPr/>
          <p:nvPr/>
        </p:nvSpPr>
        <p:spPr>
          <a:xfrm>
            <a:off x="2582863" y="2395538"/>
            <a:ext cx="366712" cy="806450"/>
          </a:xfrm>
          <a:custGeom>
            <a:avLst/>
            <a:gdLst>
              <a:gd name="txL" fmla="*/ 0 w 10000"/>
              <a:gd name="txT" fmla="*/ 0 h 9846"/>
              <a:gd name="txR" fmla="*/ 10000 w 10000"/>
              <a:gd name="txB" fmla="*/ 9846 h 9846"/>
            </a:gdLst>
            <a:ahLst/>
            <a:cxnLst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9846">
                <a:moveTo>
                  <a:pt x="3456" y="9846"/>
                </a:moveTo>
                <a:lnTo>
                  <a:pt x="0" y="9846"/>
                </a:lnTo>
                <a:cubicBezTo>
                  <a:pt x="113" y="9639"/>
                  <a:pt x="233" y="9434"/>
                  <a:pt x="344" y="9226"/>
                </a:cubicBezTo>
                <a:cubicBezTo>
                  <a:pt x="461" y="9024"/>
                  <a:pt x="571" y="8825"/>
                  <a:pt x="691" y="8624"/>
                </a:cubicBezTo>
                <a:cubicBezTo>
                  <a:pt x="803" y="8418"/>
                  <a:pt x="918" y="8212"/>
                  <a:pt x="1033" y="8004"/>
                </a:cubicBezTo>
                <a:cubicBezTo>
                  <a:pt x="1150" y="7747"/>
                  <a:pt x="1264" y="7487"/>
                  <a:pt x="1380" y="7231"/>
                </a:cubicBezTo>
                <a:cubicBezTo>
                  <a:pt x="1614" y="6720"/>
                  <a:pt x="1842" y="6209"/>
                  <a:pt x="2073" y="5700"/>
                </a:cubicBezTo>
                <a:cubicBezTo>
                  <a:pt x="2192" y="5188"/>
                  <a:pt x="2309" y="4679"/>
                  <a:pt x="2424" y="4168"/>
                </a:cubicBezTo>
                <a:cubicBezTo>
                  <a:pt x="2537" y="3858"/>
                  <a:pt x="2652" y="3548"/>
                  <a:pt x="2765" y="3238"/>
                </a:cubicBezTo>
                <a:lnTo>
                  <a:pt x="2765" y="2617"/>
                </a:lnTo>
                <a:lnTo>
                  <a:pt x="3114" y="1997"/>
                </a:lnTo>
                <a:lnTo>
                  <a:pt x="3114" y="1396"/>
                </a:lnTo>
                <a:lnTo>
                  <a:pt x="3114" y="1085"/>
                </a:lnTo>
                <a:lnTo>
                  <a:pt x="3114" y="776"/>
                </a:lnTo>
                <a:lnTo>
                  <a:pt x="3114" y="466"/>
                </a:lnTo>
                <a:lnTo>
                  <a:pt x="3114" y="310"/>
                </a:lnTo>
                <a:lnTo>
                  <a:pt x="2765" y="310"/>
                </a:lnTo>
                <a:lnTo>
                  <a:pt x="10000" y="0"/>
                </a:lnTo>
                <a:lnTo>
                  <a:pt x="10000" y="157"/>
                </a:lnTo>
                <a:lnTo>
                  <a:pt x="9654" y="310"/>
                </a:lnTo>
                <a:lnTo>
                  <a:pt x="9654" y="466"/>
                </a:lnTo>
                <a:cubicBezTo>
                  <a:pt x="9534" y="516"/>
                  <a:pt x="9419" y="569"/>
                  <a:pt x="9305" y="620"/>
                </a:cubicBezTo>
                <a:lnTo>
                  <a:pt x="8614" y="776"/>
                </a:lnTo>
                <a:lnTo>
                  <a:pt x="8269" y="776"/>
                </a:lnTo>
                <a:lnTo>
                  <a:pt x="8269" y="929"/>
                </a:lnTo>
                <a:cubicBezTo>
                  <a:pt x="8149" y="1033"/>
                  <a:pt x="8034" y="1138"/>
                  <a:pt x="7920" y="1240"/>
                </a:cubicBezTo>
                <a:lnTo>
                  <a:pt x="7920" y="1396"/>
                </a:lnTo>
                <a:lnTo>
                  <a:pt x="7574" y="1843"/>
                </a:lnTo>
                <a:cubicBezTo>
                  <a:pt x="7456" y="1945"/>
                  <a:pt x="7341" y="2049"/>
                  <a:pt x="7232" y="2151"/>
                </a:cubicBezTo>
                <a:cubicBezTo>
                  <a:pt x="7114" y="2306"/>
                  <a:pt x="6995" y="2461"/>
                  <a:pt x="6885" y="2617"/>
                </a:cubicBezTo>
                <a:cubicBezTo>
                  <a:pt x="6761" y="2824"/>
                  <a:pt x="6650" y="3031"/>
                  <a:pt x="6533" y="3238"/>
                </a:cubicBezTo>
                <a:lnTo>
                  <a:pt x="6187" y="3858"/>
                </a:lnTo>
                <a:cubicBezTo>
                  <a:pt x="6084" y="4057"/>
                  <a:pt x="5990" y="4259"/>
                  <a:pt x="5886" y="4459"/>
                </a:cubicBezTo>
                <a:cubicBezTo>
                  <a:pt x="5769" y="4716"/>
                  <a:pt x="5656" y="4975"/>
                  <a:pt x="5537" y="5232"/>
                </a:cubicBezTo>
                <a:cubicBezTo>
                  <a:pt x="5426" y="5492"/>
                  <a:pt x="5309" y="5749"/>
                  <a:pt x="5194" y="6008"/>
                </a:cubicBezTo>
                <a:cubicBezTo>
                  <a:pt x="5080" y="6260"/>
                  <a:pt x="4960" y="6513"/>
                  <a:pt x="4848" y="6765"/>
                </a:cubicBezTo>
                <a:cubicBezTo>
                  <a:pt x="4728" y="7076"/>
                  <a:pt x="4618" y="7384"/>
                  <a:pt x="4498" y="7694"/>
                </a:cubicBezTo>
                <a:lnTo>
                  <a:pt x="3808" y="8780"/>
                </a:lnTo>
                <a:cubicBezTo>
                  <a:pt x="3688" y="9135"/>
                  <a:pt x="3572" y="9491"/>
                  <a:pt x="3456" y="9846"/>
                </a:cubicBez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31" name="Rectangle 45"/>
          <p:cNvSpPr/>
          <p:nvPr/>
        </p:nvSpPr>
        <p:spPr>
          <a:xfrm>
            <a:off x="3643313" y="49006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69679" name="Freeform 47"/>
          <p:cNvSpPr/>
          <p:nvPr/>
        </p:nvSpPr>
        <p:spPr>
          <a:xfrm>
            <a:off x="4527550" y="5318125"/>
            <a:ext cx="328613" cy="365125"/>
          </a:xfrm>
          <a:custGeom>
            <a:avLst/>
            <a:gdLst>
              <a:gd name="txL" fmla="*/ 0 w 207"/>
              <a:gd name="txT" fmla="*/ 0 h 230"/>
              <a:gd name="txR" fmla="*/ 207 w 207"/>
              <a:gd name="txB" fmla="*/ 230 h 23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07" h="230">
                <a:moveTo>
                  <a:pt x="159" y="87"/>
                </a:moveTo>
                <a:lnTo>
                  <a:pt x="175" y="111"/>
                </a:lnTo>
                <a:lnTo>
                  <a:pt x="191" y="127"/>
                </a:lnTo>
                <a:lnTo>
                  <a:pt x="199" y="151"/>
                </a:lnTo>
                <a:lnTo>
                  <a:pt x="207" y="167"/>
                </a:lnTo>
                <a:lnTo>
                  <a:pt x="207" y="183"/>
                </a:lnTo>
                <a:lnTo>
                  <a:pt x="199" y="199"/>
                </a:lnTo>
                <a:lnTo>
                  <a:pt x="199" y="207"/>
                </a:lnTo>
                <a:lnTo>
                  <a:pt x="199" y="222"/>
                </a:lnTo>
                <a:lnTo>
                  <a:pt x="191" y="222"/>
                </a:lnTo>
                <a:lnTo>
                  <a:pt x="191" y="230"/>
                </a:lnTo>
                <a:lnTo>
                  <a:pt x="183" y="230"/>
                </a:lnTo>
                <a:lnTo>
                  <a:pt x="183" y="222"/>
                </a:lnTo>
                <a:lnTo>
                  <a:pt x="175" y="222"/>
                </a:lnTo>
                <a:lnTo>
                  <a:pt x="167" y="214"/>
                </a:lnTo>
                <a:lnTo>
                  <a:pt x="159" y="207"/>
                </a:lnTo>
                <a:lnTo>
                  <a:pt x="151" y="199"/>
                </a:lnTo>
                <a:lnTo>
                  <a:pt x="127" y="175"/>
                </a:lnTo>
                <a:lnTo>
                  <a:pt x="104" y="143"/>
                </a:lnTo>
                <a:lnTo>
                  <a:pt x="80" y="119"/>
                </a:lnTo>
                <a:lnTo>
                  <a:pt x="56" y="87"/>
                </a:lnTo>
                <a:lnTo>
                  <a:pt x="32" y="55"/>
                </a:lnTo>
                <a:lnTo>
                  <a:pt x="16" y="31"/>
                </a:lnTo>
                <a:lnTo>
                  <a:pt x="0" y="16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16" y="0"/>
                </a:lnTo>
                <a:lnTo>
                  <a:pt x="24" y="8"/>
                </a:lnTo>
                <a:lnTo>
                  <a:pt x="48" y="16"/>
                </a:lnTo>
                <a:lnTo>
                  <a:pt x="72" y="23"/>
                </a:lnTo>
                <a:lnTo>
                  <a:pt x="96" y="31"/>
                </a:lnTo>
                <a:lnTo>
                  <a:pt x="112" y="47"/>
                </a:lnTo>
                <a:lnTo>
                  <a:pt x="135" y="63"/>
                </a:lnTo>
                <a:lnTo>
                  <a:pt x="159" y="87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81" name="Freeform 49"/>
          <p:cNvSpPr/>
          <p:nvPr/>
        </p:nvSpPr>
        <p:spPr>
          <a:xfrm>
            <a:off x="3643313" y="5354638"/>
            <a:ext cx="227012" cy="404812"/>
          </a:xfrm>
          <a:custGeom>
            <a:avLst/>
            <a:gdLst>
              <a:gd name="txL" fmla="*/ 0 w 143"/>
              <a:gd name="txT" fmla="*/ 0 h 255"/>
              <a:gd name="txR" fmla="*/ 143 w 143"/>
              <a:gd name="txB" fmla="*/ 255 h 25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43" h="255">
                <a:moveTo>
                  <a:pt x="80" y="215"/>
                </a:moveTo>
                <a:lnTo>
                  <a:pt x="64" y="231"/>
                </a:lnTo>
                <a:lnTo>
                  <a:pt x="48" y="247"/>
                </a:lnTo>
                <a:lnTo>
                  <a:pt x="40" y="255"/>
                </a:lnTo>
                <a:lnTo>
                  <a:pt x="32" y="255"/>
                </a:lnTo>
                <a:lnTo>
                  <a:pt x="24" y="255"/>
                </a:lnTo>
                <a:lnTo>
                  <a:pt x="24" y="247"/>
                </a:lnTo>
                <a:lnTo>
                  <a:pt x="16" y="231"/>
                </a:lnTo>
                <a:lnTo>
                  <a:pt x="16" y="223"/>
                </a:lnTo>
                <a:lnTo>
                  <a:pt x="8" y="207"/>
                </a:lnTo>
                <a:lnTo>
                  <a:pt x="8" y="191"/>
                </a:lnTo>
                <a:lnTo>
                  <a:pt x="0" y="184"/>
                </a:lnTo>
                <a:lnTo>
                  <a:pt x="0" y="176"/>
                </a:lnTo>
                <a:lnTo>
                  <a:pt x="8" y="176"/>
                </a:lnTo>
                <a:lnTo>
                  <a:pt x="8" y="168"/>
                </a:lnTo>
                <a:lnTo>
                  <a:pt x="24" y="152"/>
                </a:lnTo>
                <a:lnTo>
                  <a:pt x="32" y="136"/>
                </a:lnTo>
                <a:lnTo>
                  <a:pt x="48" y="120"/>
                </a:lnTo>
                <a:lnTo>
                  <a:pt x="64" y="104"/>
                </a:lnTo>
                <a:lnTo>
                  <a:pt x="72" y="80"/>
                </a:lnTo>
                <a:lnTo>
                  <a:pt x="80" y="56"/>
                </a:lnTo>
                <a:lnTo>
                  <a:pt x="88" y="32"/>
                </a:lnTo>
                <a:lnTo>
                  <a:pt x="96" y="16"/>
                </a:lnTo>
                <a:lnTo>
                  <a:pt x="103" y="8"/>
                </a:lnTo>
                <a:lnTo>
                  <a:pt x="103" y="0"/>
                </a:lnTo>
                <a:lnTo>
                  <a:pt x="111" y="0"/>
                </a:lnTo>
                <a:lnTo>
                  <a:pt x="111" y="8"/>
                </a:lnTo>
                <a:lnTo>
                  <a:pt x="119" y="8"/>
                </a:lnTo>
                <a:lnTo>
                  <a:pt x="127" y="32"/>
                </a:lnTo>
                <a:lnTo>
                  <a:pt x="135" y="40"/>
                </a:lnTo>
                <a:lnTo>
                  <a:pt x="143" y="56"/>
                </a:lnTo>
                <a:lnTo>
                  <a:pt x="143" y="72"/>
                </a:lnTo>
                <a:lnTo>
                  <a:pt x="143" y="88"/>
                </a:lnTo>
                <a:lnTo>
                  <a:pt x="135" y="104"/>
                </a:lnTo>
                <a:lnTo>
                  <a:pt x="127" y="128"/>
                </a:lnTo>
                <a:lnTo>
                  <a:pt x="119" y="152"/>
                </a:lnTo>
                <a:lnTo>
                  <a:pt x="103" y="168"/>
                </a:lnTo>
                <a:lnTo>
                  <a:pt x="96" y="191"/>
                </a:lnTo>
                <a:lnTo>
                  <a:pt x="80" y="215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34" name="Rectangle 54"/>
          <p:cNvSpPr/>
          <p:nvPr/>
        </p:nvSpPr>
        <p:spPr>
          <a:xfrm>
            <a:off x="7277100" y="4887913"/>
            <a:ext cx="101600" cy="2016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69688" name="Freeform 56"/>
          <p:cNvSpPr/>
          <p:nvPr/>
        </p:nvSpPr>
        <p:spPr>
          <a:xfrm>
            <a:off x="8047038" y="5380038"/>
            <a:ext cx="442912" cy="404812"/>
          </a:xfrm>
          <a:custGeom>
            <a:avLst/>
            <a:gdLst>
              <a:gd name="txL" fmla="*/ 0 w 279"/>
              <a:gd name="txT" fmla="*/ 0 h 255"/>
              <a:gd name="txR" fmla="*/ 279 w 279"/>
              <a:gd name="txB" fmla="*/ 255 h 255"/>
            </a:gdLst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</a:cxnLst>
            <a:rect l="txL" t="txT" r="txR" b="txB"/>
            <a:pathLst>
              <a:path w="279" h="255">
                <a:moveTo>
                  <a:pt x="0" y="24"/>
                </a:moveTo>
                <a:lnTo>
                  <a:pt x="0" y="8"/>
                </a:lnTo>
                <a:lnTo>
                  <a:pt x="8" y="0"/>
                </a:lnTo>
                <a:lnTo>
                  <a:pt x="16" y="8"/>
                </a:lnTo>
                <a:lnTo>
                  <a:pt x="24" y="8"/>
                </a:lnTo>
                <a:lnTo>
                  <a:pt x="40" y="16"/>
                </a:lnTo>
                <a:lnTo>
                  <a:pt x="56" y="24"/>
                </a:lnTo>
                <a:lnTo>
                  <a:pt x="72" y="32"/>
                </a:lnTo>
                <a:lnTo>
                  <a:pt x="88" y="48"/>
                </a:lnTo>
                <a:lnTo>
                  <a:pt x="112" y="56"/>
                </a:lnTo>
                <a:lnTo>
                  <a:pt x="136" y="72"/>
                </a:lnTo>
                <a:lnTo>
                  <a:pt x="160" y="80"/>
                </a:lnTo>
                <a:lnTo>
                  <a:pt x="176" y="96"/>
                </a:lnTo>
                <a:lnTo>
                  <a:pt x="191" y="104"/>
                </a:lnTo>
                <a:lnTo>
                  <a:pt x="207" y="112"/>
                </a:lnTo>
                <a:lnTo>
                  <a:pt x="215" y="120"/>
                </a:lnTo>
                <a:lnTo>
                  <a:pt x="231" y="120"/>
                </a:lnTo>
                <a:lnTo>
                  <a:pt x="231" y="128"/>
                </a:lnTo>
                <a:lnTo>
                  <a:pt x="247" y="136"/>
                </a:lnTo>
                <a:lnTo>
                  <a:pt x="255" y="152"/>
                </a:lnTo>
                <a:lnTo>
                  <a:pt x="263" y="167"/>
                </a:lnTo>
                <a:lnTo>
                  <a:pt x="263" y="183"/>
                </a:lnTo>
                <a:lnTo>
                  <a:pt x="271" y="199"/>
                </a:lnTo>
                <a:lnTo>
                  <a:pt x="271" y="215"/>
                </a:lnTo>
                <a:lnTo>
                  <a:pt x="279" y="231"/>
                </a:lnTo>
                <a:lnTo>
                  <a:pt x="271" y="239"/>
                </a:lnTo>
                <a:lnTo>
                  <a:pt x="271" y="247"/>
                </a:lnTo>
                <a:lnTo>
                  <a:pt x="271" y="255"/>
                </a:lnTo>
                <a:lnTo>
                  <a:pt x="263" y="255"/>
                </a:lnTo>
                <a:lnTo>
                  <a:pt x="255" y="255"/>
                </a:lnTo>
                <a:lnTo>
                  <a:pt x="247" y="255"/>
                </a:lnTo>
                <a:lnTo>
                  <a:pt x="231" y="239"/>
                </a:lnTo>
                <a:lnTo>
                  <a:pt x="215" y="231"/>
                </a:lnTo>
                <a:lnTo>
                  <a:pt x="199" y="215"/>
                </a:lnTo>
                <a:lnTo>
                  <a:pt x="168" y="191"/>
                </a:lnTo>
                <a:lnTo>
                  <a:pt x="136" y="160"/>
                </a:lnTo>
                <a:lnTo>
                  <a:pt x="112" y="144"/>
                </a:lnTo>
                <a:lnTo>
                  <a:pt x="96" y="128"/>
                </a:lnTo>
                <a:lnTo>
                  <a:pt x="72" y="104"/>
                </a:lnTo>
                <a:lnTo>
                  <a:pt x="56" y="88"/>
                </a:lnTo>
                <a:lnTo>
                  <a:pt x="40" y="72"/>
                </a:lnTo>
                <a:lnTo>
                  <a:pt x="24" y="56"/>
                </a:lnTo>
                <a:lnTo>
                  <a:pt x="16" y="48"/>
                </a:lnTo>
                <a:lnTo>
                  <a:pt x="8" y="40"/>
                </a:lnTo>
                <a:lnTo>
                  <a:pt x="0" y="32"/>
                </a:lnTo>
                <a:lnTo>
                  <a:pt x="0" y="24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89" name="Freeform 57"/>
          <p:cNvSpPr/>
          <p:nvPr/>
        </p:nvSpPr>
        <p:spPr>
          <a:xfrm>
            <a:off x="7391400" y="4875213"/>
            <a:ext cx="1047750" cy="227012"/>
          </a:xfrm>
          <a:custGeom>
            <a:avLst/>
            <a:gdLst>
              <a:gd name="txL" fmla="*/ 0 w 660"/>
              <a:gd name="txT" fmla="*/ 0 h 143"/>
              <a:gd name="txR" fmla="*/ 660 w 660"/>
              <a:gd name="txB" fmla="*/ 143 h 143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660" h="143">
                <a:moveTo>
                  <a:pt x="358" y="96"/>
                </a:moveTo>
                <a:lnTo>
                  <a:pt x="326" y="96"/>
                </a:lnTo>
                <a:lnTo>
                  <a:pt x="302" y="103"/>
                </a:lnTo>
                <a:lnTo>
                  <a:pt x="278" y="103"/>
                </a:lnTo>
                <a:lnTo>
                  <a:pt x="262" y="111"/>
                </a:lnTo>
                <a:lnTo>
                  <a:pt x="238" y="111"/>
                </a:lnTo>
                <a:lnTo>
                  <a:pt x="222" y="119"/>
                </a:lnTo>
                <a:lnTo>
                  <a:pt x="199" y="127"/>
                </a:lnTo>
                <a:lnTo>
                  <a:pt x="175" y="127"/>
                </a:lnTo>
                <a:lnTo>
                  <a:pt x="159" y="135"/>
                </a:lnTo>
                <a:lnTo>
                  <a:pt x="151" y="135"/>
                </a:lnTo>
                <a:lnTo>
                  <a:pt x="143" y="143"/>
                </a:lnTo>
                <a:lnTo>
                  <a:pt x="127" y="143"/>
                </a:lnTo>
                <a:lnTo>
                  <a:pt x="119" y="143"/>
                </a:lnTo>
                <a:lnTo>
                  <a:pt x="111" y="143"/>
                </a:lnTo>
                <a:lnTo>
                  <a:pt x="95" y="143"/>
                </a:lnTo>
                <a:lnTo>
                  <a:pt x="71" y="143"/>
                </a:lnTo>
                <a:lnTo>
                  <a:pt x="55" y="135"/>
                </a:lnTo>
                <a:lnTo>
                  <a:pt x="39" y="135"/>
                </a:lnTo>
                <a:lnTo>
                  <a:pt x="31" y="127"/>
                </a:lnTo>
                <a:lnTo>
                  <a:pt x="16" y="119"/>
                </a:lnTo>
                <a:lnTo>
                  <a:pt x="8" y="111"/>
                </a:lnTo>
                <a:lnTo>
                  <a:pt x="0" y="103"/>
                </a:lnTo>
                <a:lnTo>
                  <a:pt x="0" y="96"/>
                </a:lnTo>
                <a:lnTo>
                  <a:pt x="8" y="96"/>
                </a:lnTo>
                <a:lnTo>
                  <a:pt x="16" y="96"/>
                </a:lnTo>
                <a:lnTo>
                  <a:pt x="24" y="96"/>
                </a:lnTo>
                <a:lnTo>
                  <a:pt x="31" y="96"/>
                </a:lnTo>
                <a:lnTo>
                  <a:pt x="47" y="96"/>
                </a:lnTo>
                <a:lnTo>
                  <a:pt x="55" y="96"/>
                </a:lnTo>
                <a:lnTo>
                  <a:pt x="71" y="88"/>
                </a:lnTo>
                <a:lnTo>
                  <a:pt x="87" y="88"/>
                </a:lnTo>
                <a:lnTo>
                  <a:pt x="103" y="88"/>
                </a:lnTo>
                <a:lnTo>
                  <a:pt x="127" y="88"/>
                </a:lnTo>
                <a:lnTo>
                  <a:pt x="151" y="80"/>
                </a:lnTo>
                <a:lnTo>
                  <a:pt x="175" y="80"/>
                </a:lnTo>
                <a:lnTo>
                  <a:pt x="199" y="72"/>
                </a:lnTo>
                <a:lnTo>
                  <a:pt x="230" y="72"/>
                </a:lnTo>
                <a:lnTo>
                  <a:pt x="262" y="64"/>
                </a:lnTo>
                <a:lnTo>
                  <a:pt x="294" y="56"/>
                </a:lnTo>
                <a:lnTo>
                  <a:pt x="334" y="48"/>
                </a:lnTo>
                <a:lnTo>
                  <a:pt x="366" y="40"/>
                </a:lnTo>
                <a:lnTo>
                  <a:pt x="398" y="40"/>
                </a:lnTo>
                <a:lnTo>
                  <a:pt x="429" y="32"/>
                </a:lnTo>
                <a:lnTo>
                  <a:pt x="453" y="24"/>
                </a:lnTo>
                <a:lnTo>
                  <a:pt x="477" y="24"/>
                </a:lnTo>
                <a:lnTo>
                  <a:pt x="493" y="16"/>
                </a:lnTo>
                <a:lnTo>
                  <a:pt x="501" y="16"/>
                </a:lnTo>
                <a:lnTo>
                  <a:pt x="517" y="8"/>
                </a:lnTo>
                <a:lnTo>
                  <a:pt x="541" y="8"/>
                </a:lnTo>
                <a:lnTo>
                  <a:pt x="565" y="0"/>
                </a:lnTo>
                <a:lnTo>
                  <a:pt x="581" y="8"/>
                </a:lnTo>
                <a:lnTo>
                  <a:pt x="589" y="8"/>
                </a:lnTo>
                <a:lnTo>
                  <a:pt x="604" y="8"/>
                </a:lnTo>
                <a:lnTo>
                  <a:pt x="628" y="16"/>
                </a:lnTo>
                <a:lnTo>
                  <a:pt x="644" y="24"/>
                </a:lnTo>
                <a:lnTo>
                  <a:pt x="652" y="32"/>
                </a:lnTo>
                <a:lnTo>
                  <a:pt x="660" y="40"/>
                </a:lnTo>
                <a:lnTo>
                  <a:pt x="660" y="48"/>
                </a:lnTo>
                <a:lnTo>
                  <a:pt x="660" y="56"/>
                </a:lnTo>
                <a:lnTo>
                  <a:pt x="660" y="64"/>
                </a:lnTo>
                <a:lnTo>
                  <a:pt x="652" y="64"/>
                </a:lnTo>
                <a:lnTo>
                  <a:pt x="644" y="64"/>
                </a:lnTo>
                <a:lnTo>
                  <a:pt x="628" y="72"/>
                </a:lnTo>
                <a:lnTo>
                  <a:pt x="612" y="72"/>
                </a:lnTo>
                <a:lnTo>
                  <a:pt x="581" y="72"/>
                </a:lnTo>
                <a:lnTo>
                  <a:pt x="549" y="72"/>
                </a:lnTo>
                <a:lnTo>
                  <a:pt x="509" y="72"/>
                </a:lnTo>
                <a:lnTo>
                  <a:pt x="461" y="80"/>
                </a:lnTo>
                <a:lnTo>
                  <a:pt x="413" y="88"/>
                </a:lnTo>
                <a:lnTo>
                  <a:pt x="358" y="96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90" name="Freeform 58"/>
          <p:cNvSpPr/>
          <p:nvPr/>
        </p:nvSpPr>
        <p:spPr>
          <a:xfrm>
            <a:off x="7289800" y="4989513"/>
            <a:ext cx="808038" cy="858837"/>
          </a:xfrm>
          <a:custGeom>
            <a:avLst/>
            <a:gdLst>
              <a:gd name="txL" fmla="*/ 0 w 509"/>
              <a:gd name="txT" fmla="*/ 0 h 541"/>
              <a:gd name="txR" fmla="*/ 509 w 509"/>
              <a:gd name="txB" fmla="*/ 541 h 54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09" h="541">
                <a:moveTo>
                  <a:pt x="477" y="31"/>
                </a:moveTo>
                <a:lnTo>
                  <a:pt x="485" y="47"/>
                </a:lnTo>
                <a:lnTo>
                  <a:pt x="493" y="55"/>
                </a:lnTo>
                <a:lnTo>
                  <a:pt x="501" y="63"/>
                </a:lnTo>
                <a:lnTo>
                  <a:pt x="509" y="71"/>
                </a:lnTo>
                <a:lnTo>
                  <a:pt x="501" y="71"/>
                </a:lnTo>
                <a:lnTo>
                  <a:pt x="501" y="79"/>
                </a:lnTo>
                <a:lnTo>
                  <a:pt x="493" y="87"/>
                </a:lnTo>
                <a:lnTo>
                  <a:pt x="485" y="95"/>
                </a:lnTo>
                <a:lnTo>
                  <a:pt x="485" y="103"/>
                </a:lnTo>
                <a:lnTo>
                  <a:pt x="477" y="111"/>
                </a:lnTo>
                <a:lnTo>
                  <a:pt x="470" y="119"/>
                </a:lnTo>
                <a:lnTo>
                  <a:pt x="454" y="135"/>
                </a:lnTo>
                <a:lnTo>
                  <a:pt x="446" y="151"/>
                </a:lnTo>
                <a:lnTo>
                  <a:pt x="430" y="175"/>
                </a:lnTo>
                <a:lnTo>
                  <a:pt x="414" y="199"/>
                </a:lnTo>
                <a:lnTo>
                  <a:pt x="398" y="222"/>
                </a:lnTo>
                <a:lnTo>
                  <a:pt x="358" y="278"/>
                </a:lnTo>
                <a:lnTo>
                  <a:pt x="318" y="326"/>
                </a:lnTo>
                <a:lnTo>
                  <a:pt x="279" y="366"/>
                </a:lnTo>
                <a:lnTo>
                  <a:pt x="239" y="406"/>
                </a:lnTo>
                <a:lnTo>
                  <a:pt x="191" y="437"/>
                </a:lnTo>
                <a:lnTo>
                  <a:pt x="151" y="461"/>
                </a:lnTo>
                <a:lnTo>
                  <a:pt x="111" y="485"/>
                </a:lnTo>
                <a:lnTo>
                  <a:pt x="80" y="509"/>
                </a:lnTo>
                <a:lnTo>
                  <a:pt x="56" y="517"/>
                </a:lnTo>
                <a:lnTo>
                  <a:pt x="48" y="525"/>
                </a:lnTo>
                <a:lnTo>
                  <a:pt x="32" y="533"/>
                </a:lnTo>
                <a:lnTo>
                  <a:pt x="24" y="533"/>
                </a:lnTo>
                <a:lnTo>
                  <a:pt x="8" y="541"/>
                </a:lnTo>
                <a:lnTo>
                  <a:pt x="0" y="541"/>
                </a:lnTo>
                <a:lnTo>
                  <a:pt x="0" y="533"/>
                </a:lnTo>
                <a:lnTo>
                  <a:pt x="8" y="525"/>
                </a:lnTo>
                <a:lnTo>
                  <a:pt x="16" y="517"/>
                </a:lnTo>
                <a:lnTo>
                  <a:pt x="24" y="509"/>
                </a:lnTo>
                <a:lnTo>
                  <a:pt x="32" y="501"/>
                </a:lnTo>
                <a:lnTo>
                  <a:pt x="48" y="493"/>
                </a:lnTo>
                <a:lnTo>
                  <a:pt x="64" y="477"/>
                </a:lnTo>
                <a:lnTo>
                  <a:pt x="103" y="453"/>
                </a:lnTo>
                <a:lnTo>
                  <a:pt x="135" y="429"/>
                </a:lnTo>
                <a:lnTo>
                  <a:pt x="175" y="398"/>
                </a:lnTo>
                <a:lnTo>
                  <a:pt x="207" y="366"/>
                </a:lnTo>
                <a:lnTo>
                  <a:pt x="239" y="334"/>
                </a:lnTo>
                <a:lnTo>
                  <a:pt x="271" y="302"/>
                </a:lnTo>
                <a:lnTo>
                  <a:pt x="294" y="270"/>
                </a:lnTo>
                <a:lnTo>
                  <a:pt x="318" y="238"/>
                </a:lnTo>
                <a:lnTo>
                  <a:pt x="342" y="207"/>
                </a:lnTo>
                <a:lnTo>
                  <a:pt x="366" y="175"/>
                </a:lnTo>
                <a:lnTo>
                  <a:pt x="382" y="143"/>
                </a:lnTo>
                <a:lnTo>
                  <a:pt x="398" y="119"/>
                </a:lnTo>
                <a:lnTo>
                  <a:pt x="406" y="87"/>
                </a:lnTo>
                <a:lnTo>
                  <a:pt x="414" y="71"/>
                </a:lnTo>
                <a:lnTo>
                  <a:pt x="422" y="47"/>
                </a:lnTo>
                <a:lnTo>
                  <a:pt x="422" y="39"/>
                </a:lnTo>
                <a:lnTo>
                  <a:pt x="414" y="16"/>
                </a:lnTo>
                <a:lnTo>
                  <a:pt x="422" y="0"/>
                </a:lnTo>
                <a:lnTo>
                  <a:pt x="430" y="0"/>
                </a:lnTo>
                <a:lnTo>
                  <a:pt x="438" y="0"/>
                </a:lnTo>
                <a:lnTo>
                  <a:pt x="446" y="8"/>
                </a:lnTo>
                <a:lnTo>
                  <a:pt x="462" y="16"/>
                </a:lnTo>
                <a:lnTo>
                  <a:pt x="470" y="24"/>
                </a:lnTo>
                <a:lnTo>
                  <a:pt x="477" y="31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91" name="Freeform 59"/>
          <p:cNvSpPr/>
          <p:nvPr/>
        </p:nvSpPr>
        <p:spPr>
          <a:xfrm>
            <a:off x="7794625" y="5165725"/>
            <a:ext cx="139700" cy="909638"/>
          </a:xfrm>
          <a:custGeom>
            <a:avLst/>
            <a:gdLst>
              <a:gd name="txL" fmla="*/ 0 w 88"/>
              <a:gd name="txT" fmla="*/ 0 h 573"/>
              <a:gd name="txR" fmla="*/ 88 w 88"/>
              <a:gd name="txB" fmla="*/ 573 h 573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88" h="573">
                <a:moveTo>
                  <a:pt x="8" y="32"/>
                </a:moveTo>
                <a:lnTo>
                  <a:pt x="8" y="24"/>
                </a:lnTo>
                <a:lnTo>
                  <a:pt x="0" y="16"/>
                </a:lnTo>
                <a:lnTo>
                  <a:pt x="8" y="8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8"/>
                </a:lnTo>
                <a:lnTo>
                  <a:pt x="64" y="16"/>
                </a:lnTo>
                <a:lnTo>
                  <a:pt x="80" y="32"/>
                </a:lnTo>
                <a:lnTo>
                  <a:pt x="80" y="40"/>
                </a:lnTo>
                <a:lnTo>
                  <a:pt x="88" y="56"/>
                </a:lnTo>
                <a:lnTo>
                  <a:pt x="88" y="72"/>
                </a:lnTo>
                <a:lnTo>
                  <a:pt x="88" y="88"/>
                </a:lnTo>
                <a:lnTo>
                  <a:pt x="80" y="135"/>
                </a:lnTo>
                <a:lnTo>
                  <a:pt x="80" y="175"/>
                </a:lnTo>
                <a:lnTo>
                  <a:pt x="80" y="183"/>
                </a:lnTo>
                <a:lnTo>
                  <a:pt x="80" y="199"/>
                </a:lnTo>
                <a:lnTo>
                  <a:pt x="80" y="215"/>
                </a:lnTo>
                <a:lnTo>
                  <a:pt x="80" y="239"/>
                </a:lnTo>
                <a:lnTo>
                  <a:pt x="80" y="263"/>
                </a:lnTo>
                <a:lnTo>
                  <a:pt x="88" y="295"/>
                </a:lnTo>
                <a:lnTo>
                  <a:pt x="88" y="326"/>
                </a:lnTo>
                <a:lnTo>
                  <a:pt x="88" y="358"/>
                </a:lnTo>
                <a:lnTo>
                  <a:pt x="88" y="390"/>
                </a:lnTo>
                <a:lnTo>
                  <a:pt x="88" y="422"/>
                </a:lnTo>
                <a:lnTo>
                  <a:pt x="88" y="446"/>
                </a:lnTo>
                <a:lnTo>
                  <a:pt x="88" y="478"/>
                </a:lnTo>
                <a:lnTo>
                  <a:pt x="88" y="493"/>
                </a:lnTo>
                <a:lnTo>
                  <a:pt x="88" y="517"/>
                </a:lnTo>
                <a:lnTo>
                  <a:pt x="88" y="533"/>
                </a:lnTo>
                <a:lnTo>
                  <a:pt x="88" y="541"/>
                </a:lnTo>
                <a:lnTo>
                  <a:pt x="80" y="557"/>
                </a:lnTo>
                <a:lnTo>
                  <a:pt x="80" y="573"/>
                </a:lnTo>
                <a:lnTo>
                  <a:pt x="72" y="573"/>
                </a:lnTo>
                <a:lnTo>
                  <a:pt x="64" y="573"/>
                </a:lnTo>
                <a:lnTo>
                  <a:pt x="56" y="573"/>
                </a:lnTo>
                <a:lnTo>
                  <a:pt x="48" y="565"/>
                </a:lnTo>
                <a:lnTo>
                  <a:pt x="48" y="549"/>
                </a:lnTo>
                <a:lnTo>
                  <a:pt x="40" y="541"/>
                </a:lnTo>
                <a:lnTo>
                  <a:pt x="32" y="525"/>
                </a:lnTo>
                <a:lnTo>
                  <a:pt x="32" y="517"/>
                </a:lnTo>
                <a:lnTo>
                  <a:pt x="24" y="501"/>
                </a:lnTo>
                <a:lnTo>
                  <a:pt x="24" y="493"/>
                </a:lnTo>
                <a:lnTo>
                  <a:pt x="32" y="478"/>
                </a:lnTo>
                <a:lnTo>
                  <a:pt x="32" y="462"/>
                </a:lnTo>
                <a:lnTo>
                  <a:pt x="32" y="438"/>
                </a:lnTo>
                <a:lnTo>
                  <a:pt x="32" y="406"/>
                </a:lnTo>
                <a:lnTo>
                  <a:pt x="40" y="374"/>
                </a:lnTo>
                <a:lnTo>
                  <a:pt x="40" y="334"/>
                </a:lnTo>
                <a:lnTo>
                  <a:pt x="40" y="295"/>
                </a:lnTo>
                <a:lnTo>
                  <a:pt x="40" y="239"/>
                </a:lnTo>
                <a:lnTo>
                  <a:pt x="40" y="199"/>
                </a:lnTo>
                <a:lnTo>
                  <a:pt x="32" y="159"/>
                </a:lnTo>
                <a:lnTo>
                  <a:pt x="32" y="119"/>
                </a:lnTo>
                <a:lnTo>
                  <a:pt x="32" y="104"/>
                </a:lnTo>
                <a:lnTo>
                  <a:pt x="32" y="88"/>
                </a:lnTo>
                <a:lnTo>
                  <a:pt x="24" y="72"/>
                </a:lnTo>
                <a:lnTo>
                  <a:pt x="24" y="56"/>
                </a:lnTo>
                <a:lnTo>
                  <a:pt x="16" y="40"/>
                </a:lnTo>
                <a:lnTo>
                  <a:pt x="8" y="32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39" name="Rectangle 64"/>
          <p:cNvSpPr/>
          <p:nvPr/>
        </p:nvSpPr>
        <p:spPr>
          <a:xfrm>
            <a:off x="5480050" y="219392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69698" name="Freeform 66"/>
          <p:cNvSpPr/>
          <p:nvPr/>
        </p:nvSpPr>
        <p:spPr>
          <a:xfrm>
            <a:off x="5770563" y="2257425"/>
            <a:ext cx="88900" cy="657225"/>
          </a:xfrm>
          <a:custGeom>
            <a:avLst/>
            <a:gdLst>
              <a:gd name="txL" fmla="*/ 0 w 56"/>
              <a:gd name="txT" fmla="*/ 0 h 414"/>
              <a:gd name="txR" fmla="*/ 56 w 56"/>
              <a:gd name="txB" fmla="*/ 414 h 414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</a:cxnLst>
            <a:rect l="txL" t="txT" r="txR" b="txB"/>
            <a:pathLst>
              <a:path w="56" h="414">
                <a:moveTo>
                  <a:pt x="0" y="8"/>
                </a:moveTo>
                <a:lnTo>
                  <a:pt x="16" y="0"/>
                </a:lnTo>
                <a:lnTo>
                  <a:pt x="24" y="8"/>
                </a:lnTo>
                <a:lnTo>
                  <a:pt x="40" y="8"/>
                </a:lnTo>
                <a:lnTo>
                  <a:pt x="56" y="16"/>
                </a:lnTo>
                <a:lnTo>
                  <a:pt x="56" y="79"/>
                </a:lnTo>
                <a:lnTo>
                  <a:pt x="56" y="135"/>
                </a:lnTo>
                <a:lnTo>
                  <a:pt x="56" y="191"/>
                </a:lnTo>
                <a:lnTo>
                  <a:pt x="56" y="231"/>
                </a:lnTo>
                <a:lnTo>
                  <a:pt x="56" y="270"/>
                </a:lnTo>
                <a:lnTo>
                  <a:pt x="48" y="302"/>
                </a:lnTo>
                <a:lnTo>
                  <a:pt x="48" y="326"/>
                </a:lnTo>
                <a:lnTo>
                  <a:pt x="48" y="350"/>
                </a:lnTo>
                <a:lnTo>
                  <a:pt x="48" y="366"/>
                </a:lnTo>
                <a:lnTo>
                  <a:pt x="48" y="382"/>
                </a:lnTo>
                <a:lnTo>
                  <a:pt x="40" y="390"/>
                </a:lnTo>
                <a:lnTo>
                  <a:pt x="40" y="398"/>
                </a:lnTo>
                <a:lnTo>
                  <a:pt x="40" y="406"/>
                </a:lnTo>
                <a:lnTo>
                  <a:pt x="40" y="414"/>
                </a:lnTo>
                <a:lnTo>
                  <a:pt x="32" y="414"/>
                </a:lnTo>
                <a:lnTo>
                  <a:pt x="24" y="414"/>
                </a:lnTo>
                <a:lnTo>
                  <a:pt x="16" y="406"/>
                </a:lnTo>
                <a:lnTo>
                  <a:pt x="16" y="390"/>
                </a:lnTo>
                <a:lnTo>
                  <a:pt x="8" y="382"/>
                </a:lnTo>
                <a:lnTo>
                  <a:pt x="8" y="366"/>
                </a:lnTo>
                <a:lnTo>
                  <a:pt x="0" y="350"/>
                </a:lnTo>
                <a:lnTo>
                  <a:pt x="0" y="342"/>
                </a:lnTo>
                <a:lnTo>
                  <a:pt x="0" y="326"/>
                </a:lnTo>
                <a:lnTo>
                  <a:pt x="8" y="310"/>
                </a:lnTo>
                <a:lnTo>
                  <a:pt x="8" y="294"/>
                </a:lnTo>
                <a:lnTo>
                  <a:pt x="8" y="270"/>
                </a:lnTo>
                <a:lnTo>
                  <a:pt x="8" y="239"/>
                </a:lnTo>
                <a:lnTo>
                  <a:pt x="16" y="207"/>
                </a:lnTo>
                <a:lnTo>
                  <a:pt x="16" y="175"/>
                </a:lnTo>
                <a:lnTo>
                  <a:pt x="16" y="143"/>
                </a:lnTo>
                <a:lnTo>
                  <a:pt x="8" y="111"/>
                </a:lnTo>
                <a:lnTo>
                  <a:pt x="8" y="79"/>
                </a:lnTo>
                <a:lnTo>
                  <a:pt x="0" y="55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01" name="Freeform 69"/>
          <p:cNvSpPr/>
          <p:nvPr/>
        </p:nvSpPr>
        <p:spPr>
          <a:xfrm>
            <a:off x="5492750" y="2408238"/>
            <a:ext cx="581025" cy="985837"/>
          </a:xfrm>
          <a:custGeom>
            <a:avLst/>
            <a:gdLst>
              <a:gd name="txL" fmla="*/ 0 w 366"/>
              <a:gd name="txT" fmla="*/ 0 h 621"/>
              <a:gd name="txR" fmla="*/ 366 w 366"/>
              <a:gd name="txB" fmla="*/ 621 h 62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366" h="621">
                <a:moveTo>
                  <a:pt x="310" y="358"/>
                </a:moveTo>
                <a:lnTo>
                  <a:pt x="294" y="398"/>
                </a:lnTo>
                <a:lnTo>
                  <a:pt x="279" y="430"/>
                </a:lnTo>
                <a:lnTo>
                  <a:pt x="255" y="462"/>
                </a:lnTo>
                <a:lnTo>
                  <a:pt x="231" y="486"/>
                </a:lnTo>
                <a:lnTo>
                  <a:pt x="207" y="510"/>
                </a:lnTo>
                <a:lnTo>
                  <a:pt x="175" y="533"/>
                </a:lnTo>
                <a:lnTo>
                  <a:pt x="151" y="549"/>
                </a:lnTo>
                <a:lnTo>
                  <a:pt x="127" y="565"/>
                </a:lnTo>
                <a:lnTo>
                  <a:pt x="95" y="581"/>
                </a:lnTo>
                <a:lnTo>
                  <a:pt x="72" y="597"/>
                </a:lnTo>
                <a:lnTo>
                  <a:pt x="56" y="605"/>
                </a:lnTo>
                <a:lnTo>
                  <a:pt x="32" y="613"/>
                </a:lnTo>
                <a:lnTo>
                  <a:pt x="16" y="613"/>
                </a:lnTo>
                <a:lnTo>
                  <a:pt x="8" y="621"/>
                </a:lnTo>
                <a:lnTo>
                  <a:pt x="0" y="621"/>
                </a:lnTo>
                <a:lnTo>
                  <a:pt x="0" y="613"/>
                </a:lnTo>
                <a:lnTo>
                  <a:pt x="8" y="605"/>
                </a:lnTo>
                <a:lnTo>
                  <a:pt x="16" y="597"/>
                </a:lnTo>
                <a:lnTo>
                  <a:pt x="32" y="589"/>
                </a:lnTo>
                <a:lnTo>
                  <a:pt x="40" y="581"/>
                </a:lnTo>
                <a:lnTo>
                  <a:pt x="56" y="573"/>
                </a:lnTo>
                <a:lnTo>
                  <a:pt x="80" y="557"/>
                </a:lnTo>
                <a:lnTo>
                  <a:pt x="119" y="533"/>
                </a:lnTo>
                <a:lnTo>
                  <a:pt x="159" y="502"/>
                </a:lnTo>
                <a:lnTo>
                  <a:pt x="191" y="470"/>
                </a:lnTo>
                <a:lnTo>
                  <a:pt x="215" y="438"/>
                </a:lnTo>
                <a:lnTo>
                  <a:pt x="239" y="398"/>
                </a:lnTo>
                <a:lnTo>
                  <a:pt x="263" y="358"/>
                </a:lnTo>
                <a:lnTo>
                  <a:pt x="279" y="311"/>
                </a:lnTo>
                <a:lnTo>
                  <a:pt x="294" y="263"/>
                </a:lnTo>
                <a:lnTo>
                  <a:pt x="302" y="223"/>
                </a:lnTo>
                <a:lnTo>
                  <a:pt x="310" y="183"/>
                </a:lnTo>
                <a:lnTo>
                  <a:pt x="318" y="144"/>
                </a:lnTo>
                <a:lnTo>
                  <a:pt x="318" y="104"/>
                </a:lnTo>
                <a:lnTo>
                  <a:pt x="318" y="80"/>
                </a:lnTo>
                <a:lnTo>
                  <a:pt x="310" y="56"/>
                </a:lnTo>
                <a:lnTo>
                  <a:pt x="310" y="40"/>
                </a:lnTo>
                <a:lnTo>
                  <a:pt x="302" y="32"/>
                </a:lnTo>
                <a:lnTo>
                  <a:pt x="294" y="24"/>
                </a:lnTo>
                <a:lnTo>
                  <a:pt x="294" y="16"/>
                </a:lnTo>
                <a:lnTo>
                  <a:pt x="302" y="8"/>
                </a:lnTo>
                <a:lnTo>
                  <a:pt x="310" y="0"/>
                </a:lnTo>
                <a:lnTo>
                  <a:pt x="318" y="8"/>
                </a:lnTo>
                <a:lnTo>
                  <a:pt x="334" y="8"/>
                </a:lnTo>
                <a:lnTo>
                  <a:pt x="342" y="16"/>
                </a:lnTo>
                <a:lnTo>
                  <a:pt x="358" y="24"/>
                </a:lnTo>
                <a:lnTo>
                  <a:pt x="366" y="24"/>
                </a:lnTo>
                <a:lnTo>
                  <a:pt x="366" y="32"/>
                </a:lnTo>
                <a:lnTo>
                  <a:pt x="366" y="40"/>
                </a:lnTo>
                <a:lnTo>
                  <a:pt x="366" y="48"/>
                </a:lnTo>
                <a:lnTo>
                  <a:pt x="366" y="72"/>
                </a:lnTo>
                <a:lnTo>
                  <a:pt x="366" y="96"/>
                </a:lnTo>
                <a:lnTo>
                  <a:pt x="358" y="159"/>
                </a:lnTo>
                <a:lnTo>
                  <a:pt x="350" y="215"/>
                </a:lnTo>
                <a:lnTo>
                  <a:pt x="350" y="255"/>
                </a:lnTo>
                <a:lnTo>
                  <a:pt x="342" y="287"/>
                </a:lnTo>
                <a:lnTo>
                  <a:pt x="326" y="327"/>
                </a:lnTo>
                <a:lnTo>
                  <a:pt x="310" y="358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042" name="Rectangle 74"/>
          <p:cNvSpPr/>
          <p:nvPr/>
        </p:nvSpPr>
        <p:spPr>
          <a:xfrm>
            <a:off x="9177338" y="2314575"/>
            <a:ext cx="101600" cy="201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zh-CN" sz="1100" dirty="0">
                <a:solidFill>
                  <a:srgbClr val="000000"/>
                </a:solidFill>
              </a:rPr>
              <a:t> </a:t>
            </a: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69708" name="Freeform 76"/>
          <p:cNvSpPr/>
          <p:nvPr/>
        </p:nvSpPr>
        <p:spPr>
          <a:xfrm>
            <a:off x="9644063" y="2314575"/>
            <a:ext cx="177800" cy="935038"/>
          </a:xfrm>
          <a:custGeom>
            <a:avLst/>
            <a:gdLst>
              <a:gd name="txL" fmla="*/ 0 w 112"/>
              <a:gd name="txT" fmla="*/ 0 h 589"/>
              <a:gd name="txR" fmla="*/ 112 w 112"/>
              <a:gd name="txB" fmla="*/ 589 h 589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2" h="589">
                <a:moveTo>
                  <a:pt x="16" y="24"/>
                </a:moveTo>
                <a:lnTo>
                  <a:pt x="8" y="24"/>
                </a:lnTo>
                <a:lnTo>
                  <a:pt x="0" y="16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56" y="0"/>
                </a:lnTo>
                <a:lnTo>
                  <a:pt x="72" y="8"/>
                </a:lnTo>
                <a:lnTo>
                  <a:pt x="88" y="16"/>
                </a:lnTo>
                <a:lnTo>
                  <a:pt x="96" y="24"/>
                </a:lnTo>
                <a:lnTo>
                  <a:pt x="104" y="32"/>
                </a:lnTo>
                <a:lnTo>
                  <a:pt x="104" y="48"/>
                </a:lnTo>
                <a:lnTo>
                  <a:pt x="112" y="56"/>
                </a:lnTo>
                <a:lnTo>
                  <a:pt x="104" y="64"/>
                </a:lnTo>
                <a:lnTo>
                  <a:pt x="104" y="80"/>
                </a:lnTo>
                <a:lnTo>
                  <a:pt x="104" y="103"/>
                </a:lnTo>
                <a:lnTo>
                  <a:pt x="96" y="127"/>
                </a:lnTo>
                <a:lnTo>
                  <a:pt x="96" y="167"/>
                </a:lnTo>
                <a:lnTo>
                  <a:pt x="96" y="191"/>
                </a:lnTo>
                <a:lnTo>
                  <a:pt x="96" y="223"/>
                </a:lnTo>
                <a:lnTo>
                  <a:pt x="88" y="271"/>
                </a:lnTo>
                <a:lnTo>
                  <a:pt x="88" y="294"/>
                </a:lnTo>
                <a:lnTo>
                  <a:pt x="88" y="318"/>
                </a:lnTo>
                <a:lnTo>
                  <a:pt x="88" y="342"/>
                </a:lnTo>
                <a:lnTo>
                  <a:pt x="88" y="374"/>
                </a:lnTo>
                <a:lnTo>
                  <a:pt x="88" y="406"/>
                </a:lnTo>
                <a:lnTo>
                  <a:pt x="88" y="438"/>
                </a:lnTo>
                <a:lnTo>
                  <a:pt x="88" y="470"/>
                </a:lnTo>
                <a:lnTo>
                  <a:pt x="88" y="509"/>
                </a:lnTo>
                <a:lnTo>
                  <a:pt x="88" y="549"/>
                </a:lnTo>
                <a:lnTo>
                  <a:pt x="88" y="589"/>
                </a:lnTo>
                <a:lnTo>
                  <a:pt x="32" y="589"/>
                </a:lnTo>
                <a:lnTo>
                  <a:pt x="32" y="517"/>
                </a:lnTo>
                <a:lnTo>
                  <a:pt x="32" y="462"/>
                </a:lnTo>
                <a:lnTo>
                  <a:pt x="32" y="398"/>
                </a:lnTo>
                <a:lnTo>
                  <a:pt x="32" y="350"/>
                </a:lnTo>
                <a:lnTo>
                  <a:pt x="32" y="294"/>
                </a:lnTo>
                <a:lnTo>
                  <a:pt x="32" y="255"/>
                </a:lnTo>
                <a:lnTo>
                  <a:pt x="32" y="207"/>
                </a:lnTo>
                <a:lnTo>
                  <a:pt x="24" y="175"/>
                </a:lnTo>
                <a:lnTo>
                  <a:pt x="24" y="143"/>
                </a:lnTo>
                <a:lnTo>
                  <a:pt x="24" y="111"/>
                </a:lnTo>
                <a:lnTo>
                  <a:pt x="24" y="88"/>
                </a:lnTo>
                <a:lnTo>
                  <a:pt x="24" y="64"/>
                </a:lnTo>
                <a:lnTo>
                  <a:pt x="16" y="48"/>
                </a:lnTo>
                <a:lnTo>
                  <a:pt x="16" y="40"/>
                </a:lnTo>
                <a:lnTo>
                  <a:pt x="16" y="32"/>
                </a:lnTo>
                <a:lnTo>
                  <a:pt x="16" y="24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09" name="Freeform 77"/>
          <p:cNvSpPr/>
          <p:nvPr/>
        </p:nvSpPr>
        <p:spPr>
          <a:xfrm>
            <a:off x="10201275" y="2744788"/>
            <a:ext cx="188913" cy="769937"/>
          </a:xfrm>
          <a:custGeom>
            <a:avLst/>
            <a:gdLst>
              <a:gd name="txL" fmla="*/ 0 w 119"/>
              <a:gd name="txT" fmla="*/ 0 h 485"/>
              <a:gd name="txR" fmla="*/ 119 w 119"/>
              <a:gd name="txB" fmla="*/ 485 h 485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19" h="485">
                <a:moveTo>
                  <a:pt x="16" y="23"/>
                </a:moveTo>
                <a:lnTo>
                  <a:pt x="8" y="15"/>
                </a:lnTo>
                <a:lnTo>
                  <a:pt x="8" y="8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9" y="0"/>
                </a:lnTo>
                <a:lnTo>
                  <a:pt x="55" y="0"/>
                </a:lnTo>
                <a:lnTo>
                  <a:pt x="63" y="8"/>
                </a:lnTo>
                <a:lnTo>
                  <a:pt x="95" y="23"/>
                </a:lnTo>
                <a:lnTo>
                  <a:pt x="103" y="31"/>
                </a:lnTo>
                <a:lnTo>
                  <a:pt x="111" y="47"/>
                </a:lnTo>
                <a:lnTo>
                  <a:pt x="119" y="55"/>
                </a:lnTo>
                <a:lnTo>
                  <a:pt x="119" y="63"/>
                </a:lnTo>
                <a:lnTo>
                  <a:pt x="119" y="71"/>
                </a:lnTo>
                <a:lnTo>
                  <a:pt x="111" y="87"/>
                </a:lnTo>
                <a:lnTo>
                  <a:pt x="111" y="103"/>
                </a:lnTo>
                <a:lnTo>
                  <a:pt x="111" y="119"/>
                </a:lnTo>
                <a:lnTo>
                  <a:pt x="103" y="127"/>
                </a:lnTo>
                <a:lnTo>
                  <a:pt x="103" y="135"/>
                </a:lnTo>
                <a:lnTo>
                  <a:pt x="103" y="151"/>
                </a:lnTo>
                <a:lnTo>
                  <a:pt x="95" y="167"/>
                </a:lnTo>
                <a:lnTo>
                  <a:pt x="95" y="191"/>
                </a:lnTo>
                <a:lnTo>
                  <a:pt x="87" y="206"/>
                </a:lnTo>
                <a:lnTo>
                  <a:pt x="87" y="230"/>
                </a:lnTo>
                <a:lnTo>
                  <a:pt x="87" y="254"/>
                </a:lnTo>
                <a:lnTo>
                  <a:pt x="79" y="302"/>
                </a:lnTo>
                <a:lnTo>
                  <a:pt x="63" y="350"/>
                </a:lnTo>
                <a:lnTo>
                  <a:pt x="55" y="390"/>
                </a:lnTo>
                <a:lnTo>
                  <a:pt x="47" y="421"/>
                </a:lnTo>
                <a:lnTo>
                  <a:pt x="39" y="437"/>
                </a:lnTo>
                <a:lnTo>
                  <a:pt x="39" y="453"/>
                </a:lnTo>
                <a:lnTo>
                  <a:pt x="31" y="461"/>
                </a:lnTo>
                <a:lnTo>
                  <a:pt x="24" y="469"/>
                </a:lnTo>
                <a:lnTo>
                  <a:pt x="24" y="477"/>
                </a:lnTo>
                <a:lnTo>
                  <a:pt x="16" y="477"/>
                </a:lnTo>
                <a:lnTo>
                  <a:pt x="16" y="485"/>
                </a:lnTo>
                <a:lnTo>
                  <a:pt x="8" y="485"/>
                </a:lnTo>
                <a:lnTo>
                  <a:pt x="0" y="469"/>
                </a:lnTo>
                <a:lnTo>
                  <a:pt x="0" y="453"/>
                </a:lnTo>
                <a:lnTo>
                  <a:pt x="0" y="437"/>
                </a:lnTo>
                <a:lnTo>
                  <a:pt x="0" y="405"/>
                </a:lnTo>
                <a:lnTo>
                  <a:pt x="0" y="366"/>
                </a:lnTo>
                <a:lnTo>
                  <a:pt x="8" y="326"/>
                </a:lnTo>
                <a:lnTo>
                  <a:pt x="16" y="278"/>
                </a:lnTo>
                <a:lnTo>
                  <a:pt x="24" y="230"/>
                </a:lnTo>
                <a:lnTo>
                  <a:pt x="31" y="191"/>
                </a:lnTo>
                <a:lnTo>
                  <a:pt x="31" y="151"/>
                </a:lnTo>
                <a:lnTo>
                  <a:pt x="39" y="111"/>
                </a:lnTo>
                <a:lnTo>
                  <a:pt x="31" y="79"/>
                </a:lnTo>
                <a:lnTo>
                  <a:pt x="31" y="55"/>
                </a:lnTo>
                <a:lnTo>
                  <a:pt x="24" y="31"/>
                </a:lnTo>
                <a:lnTo>
                  <a:pt x="16" y="23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67"/>
          <p:cNvSpPr/>
          <p:nvPr/>
        </p:nvSpPr>
        <p:spPr>
          <a:xfrm>
            <a:off x="6226175" y="2206625"/>
            <a:ext cx="125413" cy="720725"/>
          </a:xfrm>
          <a:custGeom>
            <a:avLst/>
            <a:gdLst>
              <a:gd name="txL" fmla="*/ 0 w 8317"/>
              <a:gd name="txT" fmla="*/ 0 h 10000"/>
              <a:gd name="txR" fmla="*/ 8317 w 8317"/>
              <a:gd name="txB" fmla="*/ 10000 h 10000"/>
            </a:gdLst>
            <a:ahLst/>
            <a:cxnLst>
              <a:cxn ang="0">
                <a:pos x="188746581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1887465816" y="2147483646"/>
              </a:cxn>
              <a:cxn ang="0">
                <a:pos x="1230235076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655677515" y="2147483646"/>
              </a:cxn>
              <a:cxn ang="0">
                <a:pos x="0" y="2147483646"/>
              </a:cxn>
              <a:cxn ang="0">
                <a:pos x="0" y="2147483646"/>
              </a:cxn>
            </a:cxnLst>
            <a:rect l="txL" t="txT" r="txR" b="txB"/>
            <a:pathLst>
              <a:path w="8317" h="10000">
                <a:moveTo>
                  <a:pt x="2421" y="0"/>
                </a:moveTo>
                <a:lnTo>
                  <a:pt x="4105" y="0"/>
                </a:lnTo>
                <a:lnTo>
                  <a:pt x="5791" y="353"/>
                </a:lnTo>
                <a:lnTo>
                  <a:pt x="6629" y="529"/>
                </a:lnTo>
                <a:lnTo>
                  <a:pt x="8317" y="881"/>
                </a:lnTo>
                <a:lnTo>
                  <a:pt x="8317" y="1058"/>
                </a:lnTo>
                <a:lnTo>
                  <a:pt x="8317" y="1234"/>
                </a:lnTo>
                <a:lnTo>
                  <a:pt x="7475" y="1410"/>
                </a:lnTo>
                <a:lnTo>
                  <a:pt x="6629" y="1586"/>
                </a:lnTo>
                <a:lnTo>
                  <a:pt x="6629" y="1763"/>
                </a:lnTo>
                <a:lnTo>
                  <a:pt x="6629" y="1916"/>
                </a:lnTo>
                <a:lnTo>
                  <a:pt x="5791" y="2269"/>
                </a:lnTo>
                <a:lnTo>
                  <a:pt x="5791" y="2445"/>
                </a:lnTo>
                <a:lnTo>
                  <a:pt x="5791" y="2974"/>
                </a:lnTo>
                <a:lnTo>
                  <a:pt x="5791" y="3326"/>
                </a:lnTo>
                <a:lnTo>
                  <a:pt x="5791" y="4031"/>
                </a:lnTo>
                <a:lnTo>
                  <a:pt x="5791" y="4560"/>
                </a:lnTo>
                <a:lnTo>
                  <a:pt x="5791" y="5793"/>
                </a:lnTo>
                <a:lnTo>
                  <a:pt x="5791" y="6476"/>
                </a:lnTo>
                <a:lnTo>
                  <a:pt x="5791" y="7004"/>
                </a:lnTo>
                <a:lnTo>
                  <a:pt x="5791" y="7533"/>
                </a:lnTo>
                <a:lnTo>
                  <a:pt x="5791" y="7885"/>
                </a:lnTo>
                <a:lnTo>
                  <a:pt x="5791" y="8238"/>
                </a:lnTo>
                <a:lnTo>
                  <a:pt x="4951" y="8590"/>
                </a:lnTo>
                <a:lnTo>
                  <a:pt x="4951" y="9295"/>
                </a:lnTo>
                <a:lnTo>
                  <a:pt x="4951" y="9471"/>
                </a:lnTo>
                <a:lnTo>
                  <a:pt x="4951" y="9648"/>
                </a:lnTo>
                <a:lnTo>
                  <a:pt x="4951" y="9824"/>
                </a:lnTo>
                <a:lnTo>
                  <a:pt x="4105" y="10000"/>
                </a:lnTo>
                <a:lnTo>
                  <a:pt x="3264" y="10000"/>
                </a:lnTo>
                <a:lnTo>
                  <a:pt x="2421" y="9824"/>
                </a:lnTo>
                <a:lnTo>
                  <a:pt x="1578" y="9471"/>
                </a:lnTo>
                <a:lnTo>
                  <a:pt x="841" y="9119"/>
                </a:lnTo>
                <a:lnTo>
                  <a:pt x="841" y="8767"/>
                </a:lnTo>
                <a:lnTo>
                  <a:pt x="0" y="8414"/>
                </a:lnTo>
                <a:lnTo>
                  <a:pt x="0" y="8238"/>
                </a:lnTo>
                <a:lnTo>
                  <a:pt x="0" y="8062"/>
                </a:lnTo>
                <a:lnTo>
                  <a:pt x="0" y="7709"/>
                </a:lnTo>
                <a:lnTo>
                  <a:pt x="0" y="7357"/>
                </a:lnTo>
                <a:cubicBezTo>
                  <a:pt x="286" y="7122"/>
                  <a:pt x="555" y="6887"/>
                  <a:pt x="841" y="6652"/>
                </a:cubicBezTo>
                <a:lnTo>
                  <a:pt x="841" y="5969"/>
                </a:lnTo>
                <a:lnTo>
                  <a:pt x="841" y="5088"/>
                </a:lnTo>
                <a:lnTo>
                  <a:pt x="841" y="4207"/>
                </a:lnTo>
                <a:lnTo>
                  <a:pt x="841" y="3326"/>
                </a:lnTo>
                <a:lnTo>
                  <a:pt x="841" y="2798"/>
                </a:lnTo>
                <a:lnTo>
                  <a:pt x="841" y="2269"/>
                </a:lnTo>
                <a:lnTo>
                  <a:pt x="841" y="1916"/>
                </a:lnTo>
                <a:lnTo>
                  <a:pt x="841" y="1586"/>
                </a:lnTo>
                <a:lnTo>
                  <a:pt x="841" y="1410"/>
                </a:lnTo>
                <a:lnTo>
                  <a:pt x="841" y="1234"/>
                </a:lnTo>
                <a:lnTo>
                  <a:pt x="0" y="1058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78"/>
          <p:cNvSpPr/>
          <p:nvPr/>
        </p:nvSpPr>
        <p:spPr>
          <a:xfrm>
            <a:off x="9190038" y="2895600"/>
            <a:ext cx="176212" cy="542925"/>
          </a:xfrm>
          <a:custGeom>
            <a:avLst/>
            <a:gdLst>
              <a:gd name="txL" fmla="*/ 0 w 1911"/>
              <a:gd name="txT" fmla="*/ 0 h 10000"/>
              <a:gd name="txR" fmla="*/ 1911 w 1911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911" h="10000">
                <a:moveTo>
                  <a:pt x="1636" y="9298"/>
                </a:moveTo>
                <a:lnTo>
                  <a:pt x="1377" y="9532"/>
                </a:lnTo>
                <a:cubicBezTo>
                  <a:pt x="1330" y="9610"/>
                  <a:pt x="1285" y="9688"/>
                  <a:pt x="1239" y="9766"/>
                </a:cubicBezTo>
                <a:lnTo>
                  <a:pt x="1102" y="9766"/>
                </a:lnTo>
                <a:lnTo>
                  <a:pt x="964" y="10000"/>
                </a:lnTo>
                <a:cubicBezTo>
                  <a:pt x="919" y="9922"/>
                  <a:pt x="872" y="9844"/>
                  <a:pt x="827" y="9766"/>
                </a:cubicBezTo>
                <a:lnTo>
                  <a:pt x="689" y="9766"/>
                </a:lnTo>
                <a:cubicBezTo>
                  <a:pt x="643" y="9688"/>
                  <a:pt x="596" y="9610"/>
                  <a:pt x="550" y="9532"/>
                </a:cubicBezTo>
                <a:cubicBezTo>
                  <a:pt x="505" y="9454"/>
                  <a:pt x="458" y="9376"/>
                  <a:pt x="413" y="9298"/>
                </a:cubicBezTo>
                <a:lnTo>
                  <a:pt x="275" y="8830"/>
                </a:lnTo>
                <a:lnTo>
                  <a:pt x="275" y="8626"/>
                </a:lnTo>
                <a:cubicBezTo>
                  <a:pt x="230" y="8548"/>
                  <a:pt x="183" y="8470"/>
                  <a:pt x="138" y="8392"/>
                </a:cubicBezTo>
                <a:lnTo>
                  <a:pt x="138" y="8158"/>
                </a:lnTo>
                <a:lnTo>
                  <a:pt x="138" y="7924"/>
                </a:lnTo>
                <a:cubicBezTo>
                  <a:pt x="183" y="7846"/>
                  <a:pt x="230" y="7768"/>
                  <a:pt x="275" y="7690"/>
                </a:cubicBezTo>
                <a:lnTo>
                  <a:pt x="413" y="7456"/>
                </a:lnTo>
                <a:cubicBezTo>
                  <a:pt x="458" y="7378"/>
                  <a:pt x="505" y="7300"/>
                  <a:pt x="550" y="7222"/>
                </a:cubicBezTo>
                <a:cubicBezTo>
                  <a:pt x="596" y="7066"/>
                  <a:pt x="643" y="6910"/>
                  <a:pt x="689" y="6754"/>
                </a:cubicBezTo>
                <a:lnTo>
                  <a:pt x="689" y="6287"/>
                </a:lnTo>
                <a:lnTo>
                  <a:pt x="689" y="5819"/>
                </a:lnTo>
                <a:lnTo>
                  <a:pt x="827" y="4649"/>
                </a:lnTo>
                <a:lnTo>
                  <a:pt x="689" y="3480"/>
                </a:lnTo>
                <a:lnTo>
                  <a:pt x="689" y="3041"/>
                </a:lnTo>
                <a:cubicBezTo>
                  <a:pt x="643" y="2807"/>
                  <a:pt x="596" y="2573"/>
                  <a:pt x="550" y="2339"/>
                </a:cubicBezTo>
                <a:cubicBezTo>
                  <a:pt x="505" y="2105"/>
                  <a:pt x="458" y="1871"/>
                  <a:pt x="413" y="1637"/>
                </a:cubicBezTo>
                <a:lnTo>
                  <a:pt x="275" y="936"/>
                </a:lnTo>
                <a:cubicBezTo>
                  <a:pt x="230" y="780"/>
                  <a:pt x="183" y="624"/>
                  <a:pt x="138" y="468"/>
                </a:cubicBezTo>
                <a:lnTo>
                  <a:pt x="0" y="468"/>
                </a:lnTo>
                <a:lnTo>
                  <a:pt x="0" y="234"/>
                </a:lnTo>
                <a:lnTo>
                  <a:pt x="0" y="0"/>
                </a:lnTo>
                <a:lnTo>
                  <a:pt x="138" y="0"/>
                </a:lnTo>
                <a:lnTo>
                  <a:pt x="413" y="0"/>
                </a:lnTo>
                <a:lnTo>
                  <a:pt x="689" y="0"/>
                </a:lnTo>
                <a:lnTo>
                  <a:pt x="964" y="234"/>
                </a:lnTo>
                <a:lnTo>
                  <a:pt x="1239" y="468"/>
                </a:lnTo>
                <a:lnTo>
                  <a:pt x="1515" y="702"/>
                </a:lnTo>
                <a:cubicBezTo>
                  <a:pt x="1556" y="780"/>
                  <a:pt x="1595" y="858"/>
                  <a:pt x="1636" y="936"/>
                </a:cubicBezTo>
                <a:cubicBezTo>
                  <a:pt x="1681" y="1014"/>
                  <a:pt x="1727" y="1092"/>
                  <a:pt x="1773" y="1170"/>
                </a:cubicBezTo>
                <a:lnTo>
                  <a:pt x="1773" y="1637"/>
                </a:lnTo>
                <a:lnTo>
                  <a:pt x="1773" y="1871"/>
                </a:lnTo>
                <a:lnTo>
                  <a:pt x="1773" y="2105"/>
                </a:lnTo>
                <a:lnTo>
                  <a:pt x="1773" y="2339"/>
                </a:lnTo>
                <a:cubicBezTo>
                  <a:pt x="1727" y="2495"/>
                  <a:pt x="1681" y="2651"/>
                  <a:pt x="1636" y="2807"/>
                </a:cubicBezTo>
                <a:lnTo>
                  <a:pt x="1636" y="3480"/>
                </a:lnTo>
                <a:cubicBezTo>
                  <a:pt x="1681" y="3714"/>
                  <a:pt x="1727" y="3947"/>
                  <a:pt x="1773" y="4181"/>
                </a:cubicBezTo>
                <a:lnTo>
                  <a:pt x="1773" y="5117"/>
                </a:lnTo>
                <a:lnTo>
                  <a:pt x="1773" y="5819"/>
                </a:lnTo>
                <a:lnTo>
                  <a:pt x="1773" y="6287"/>
                </a:lnTo>
                <a:lnTo>
                  <a:pt x="1773" y="6754"/>
                </a:lnTo>
                <a:cubicBezTo>
                  <a:pt x="1819" y="6832"/>
                  <a:pt x="1864" y="6910"/>
                  <a:pt x="1911" y="6988"/>
                </a:cubicBezTo>
                <a:cubicBezTo>
                  <a:pt x="1819" y="7680"/>
                  <a:pt x="1728" y="8372"/>
                  <a:pt x="1636" y="9064"/>
                </a:cubicBezTo>
                <a:lnTo>
                  <a:pt x="1636" y="9298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10" name="Freeform 78"/>
          <p:cNvSpPr/>
          <p:nvPr/>
        </p:nvSpPr>
        <p:spPr>
          <a:xfrm>
            <a:off x="9215438" y="3173413"/>
            <a:ext cx="1073150" cy="265112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1170" y="8560"/>
                </a:moveTo>
                <a:cubicBezTo>
                  <a:pt x="1096" y="8723"/>
                  <a:pt x="1021" y="8880"/>
                  <a:pt x="947" y="9041"/>
                </a:cubicBezTo>
                <a:cubicBezTo>
                  <a:pt x="908" y="9202"/>
                  <a:pt x="868" y="9362"/>
                  <a:pt x="829" y="9522"/>
                </a:cubicBezTo>
                <a:lnTo>
                  <a:pt x="710" y="9522"/>
                </a:lnTo>
                <a:cubicBezTo>
                  <a:pt x="671" y="9682"/>
                  <a:pt x="632" y="9841"/>
                  <a:pt x="592" y="10000"/>
                </a:cubicBezTo>
                <a:cubicBezTo>
                  <a:pt x="553" y="9841"/>
                  <a:pt x="513" y="9682"/>
                  <a:pt x="475" y="9522"/>
                </a:cubicBezTo>
                <a:lnTo>
                  <a:pt x="355" y="9522"/>
                </a:lnTo>
                <a:cubicBezTo>
                  <a:pt x="316" y="9362"/>
                  <a:pt x="276" y="9202"/>
                  <a:pt x="237" y="9041"/>
                </a:cubicBezTo>
                <a:cubicBezTo>
                  <a:pt x="198" y="8881"/>
                  <a:pt x="158" y="8720"/>
                  <a:pt x="119" y="8560"/>
                </a:cubicBezTo>
                <a:cubicBezTo>
                  <a:pt x="79" y="8244"/>
                  <a:pt x="40" y="7922"/>
                  <a:pt x="0" y="7606"/>
                </a:cubicBezTo>
                <a:cubicBezTo>
                  <a:pt x="195" y="6738"/>
                  <a:pt x="1073" y="4062"/>
                  <a:pt x="1287" y="3353"/>
                </a:cubicBezTo>
                <a:cubicBezTo>
                  <a:pt x="1327" y="3514"/>
                  <a:pt x="1366" y="3672"/>
                  <a:pt x="1405" y="3832"/>
                </a:cubicBezTo>
                <a:lnTo>
                  <a:pt x="1525" y="3832"/>
                </a:lnTo>
                <a:lnTo>
                  <a:pt x="1642" y="3832"/>
                </a:lnTo>
                <a:lnTo>
                  <a:pt x="1879" y="3832"/>
                </a:lnTo>
                <a:lnTo>
                  <a:pt x="2234" y="3832"/>
                </a:lnTo>
                <a:cubicBezTo>
                  <a:pt x="2313" y="3672"/>
                  <a:pt x="2393" y="3512"/>
                  <a:pt x="2472" y="3353"/>
                </a:cubicBezTo>
                <a:lnTo>
                  <a:pt x="2826" y="3353"/>
                </a:lnTo>
                <a:lnTo>
                  <a:pt x="3654" y="2873"/>
                </a:lnTo>
                <a:lnTo>
                  <a:pt x="4586" y="2398"/>
                </a:lnTo>
                <a:lnTo>
                  <a:pt x="5414" y="1434"/>
                </a:lnTo>
                <a:lnTo>
                  <a:pt x="6480" y="959"/>
                </a:lnTo>
                <a:lnTo>
                  <a:pt x="7411" y="482"/>
                </a:lnTo>
                <a:lnTo>
                  <a:pt x="8358" y="482"/>
                </a:lnTo>
                <a:lnTo>
                  <a:pt x="9187" y="0"/>
                </a:lnTo>
                <a:lnTo>
                  <a:pt x="10000" y="0"/>
                </a:lnTo>
                <a:lnTo>
                  <a:pt x="10000" y="2873"/>
                </a:lnTo>
                <a:lnTo>
                  <a:pt x="9305" y="2873"/>
                </a:lnTo>
                <a:lnTo>
                  <a:pt x="8831" y="2873"/>
                </a:lnTo>
                <a:lnTo>
                  <a:pt x="8240" y="2873"/>
                </a:lnTo>
                <a:lnTo>
                  <a:pt x="7885" y="2873"/>
                </a:lnTo>
                <a:lnTo>
                  <a:pt x="6938" y="3353"/>
                </a:lnTo>
                <a:lnTo>
                  <a:pt x="5888" y="3832"/>
                </a:lnTo>
                <a:lnTo>
                  <a:pt x="5414" y="4307"/>
                </a:lnTo>
                <a:lnTo>
                  <a:pt x="4705" y="4789"/>
                </a:lnTo>
                <a:lnTo>
                  <a:pt x="3994" y="5271"/>
                </a:lnTo>
                <a:lnTo>
                  <a:pt x="3181" y="5750"/>
                </a:lnTo>
                <a:lnTo>
                  <a:pt x="2707" y="6228"/>
                </a:lnTo>
                <a:lnTo>
                  <a:pt x="2352" y="6707"/>
                </a:lnTo>
                <a:lnTo>
                  <a:pt x="2117" y="6707"/>
                </a:lnTo>
                <a:lnTo>
                  <a:pt x="1761" y="7187"/>
                </a:lnTo>
                <a:lnTo>
                  <a:pt x="1525" y="7606"/>
                </a:lnTo>
                <a:cubicBezTo>
                  <a:pt x="1484" y="7766"/>
                  <a:pt x="1446" y="7922"/>
                  <a:pt x="1405" y="8086"/>
                </a:cubicBezTo>
                <a:lnTo>
                  <a:pt x="1170" y="8086"/>
                </a:lnTo>
                <a:lnTo>
                  <a:pt x="1170" y="8560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39"/>
          <p:cNvSpPr/>
          <p:nvPr/>
        </p:nvSpPr>
        <p:spPr>
          <a:xfrm>
            <a:off x="1863725" y="2232025"/>
            <a:ext cx="1085850" cy="239713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7675" y="8418"/>
                </a:moveTo>
                <a:lnTo>
                  <a:pt x="7675" y="7887"/>
                </a:lnTo>
                <a:lnTo>
                  <a:pt x="7325" y="7353"/>
                </a:lnTo>
                <a:lnTo>
                  <a:pt x="7091" y="7353"/>
                </a:lnTo>
                <a:lnTo>
                  <a:pt x="6740" y="7353"/>
                </a:lnTo>
                <a:lnTo>
                  <a:pt x="6623" y="7353"/>
                </a:lnTo>
                <a:lnTo>
                  <a:pt x="6272" y="7353"/>
                </a:lnTo>
                <a:lnTo>
                  <a:pt x="6038" y="7353"/>
                </a:lnTo>
                <a:lnTo>
                  <a:pt x="5702" y="7353"/>
                </a:lnTo>
                <a:lnTo>
                  <a:pt x="5234" y="7887"/>
                </a:lnTo>
                <a:lnTo>
                  <a:pt x="4766" y="7887"/>
                </a:lnTo>
                <a:lnTo>
                  <a:pt x="4181" y="8418"/>
                </a:lnTo>
                <a:lnTo>
                  <a:pt x="3596" y="8938"/>
                </a:lnTo>
                <a:lnTo>
                  <a:pt x="3026" y="8938"/>
                </a:lnTo>
                <a:lnTo>
                  <a:pt x="2442" y="9472"/>
                </a:lnTo>
                <a:lnTo>
                  <a:pt x="1974" y="9472"/>
                </a:lnTo>
                <a:lnTo>
                  <a:pt x="1506" y="10000"/>
                </a:lnTo>
                <a:lnTo>
                  <a:pt x="1038" y="10000"/>
                </a:lnTo>
                <a:lnTo>
                  <a:pt x="570" y="10000"/>
                </a:lnTo>
                <a:lnTo>
                  <a:pt x="234" y="10000"/>
                </a:lnTo>
                <a:lnTo>
                  <a:pt x="0" y="10000"/>
                </a:lnTo>
                <a:lnTo>
                  <a:pt x="0" y="6825"/>
                </a:lnTo>
                <a:lnTo>
                  <a:pt x="921" y="6825"/>
                </a:lnTo>
                <a:lnTo>
                  <a:pt x="1857" y="6294"/>
                </a:lnTo>
                <a:lnTo>
                  <a:pt x="2792" y="6294"/>
                </a:lnTo>
                <a:lnTo>
                  <a:pt x="3596" y="5229"/>
                </a:lnTo>
                <a:lnTo>
                  <a:pt x="4415" y="4701"/>
                </a:lnTo>
                <a:lnTo>
                  <a:pt x="5117" y="4236"/>
                </a:lnTo>
                <a:lnTo>
                  <a:pt x="5819" y="3707"/>
                </a:lnTo>
                <a:lnTo>
                  <a:pt x="6272" y="3186"/>
                </a:lnTo>
                <a:lnTo>
                  <a:pt x="6740" y="3186"/>
                </a:lnTo>
                <a:lnTo>
                  <a:pt x="7091" y="2649"/>
                </a:lnTo>
                <a:lnTo>
                  <a:pt x="7325" y="2119"/>
                </a:lnTo>
                <a:lnTo>
                  <a:pt x="7442" y="1587"/>
                </a:lnTo>
                <a:cubicBezTo>
                  <a:pt x="7481" y="1413"/>
                  <a:pt x="7519" y="1235"/>
                  <a:pt x="7558" y="1058"/>
                </a:cubicBezTo>
                <a:lnTo>
                  <a:pt x="7558" y="532"/>
                </a:lnTo>
                <a:lnTo>
                  <a:pt x="7675" y="532"/>
                </a:lnTo>
                <a:lnTo>
                  <a:pt x="7909" y="0"/>
                </a:lnTo>
                <a:lnTo>
                  <a:pt x="8026" y="532"/>
                </a:lnTo>
                <a:lnTo>
                  <a:pt x="8260" y="1058"/>
                </a:lnTo>
                <a:lnTo>
                  <a:pt x="8611" y="2119"/>
                </a:lnTo>
                <a:lnTo>
                  <a:pt x="9064" y="3186"/>
                </a:lnTo>
                <a:lnTo>
                  <a:pt x="9298" y="3707"/>
                </a:lnTo>
                <a:lnTo>
                  <a:pt x="9415" y="4701"/>
                </a:lnTo>
                <a:lnTo>
                  <a:pt x="9649" y="5229"/>
                </a:lnTo>
                <a:lnTo>
                  <a:pt x="9766" y="5764"/>
                </a:lnTo>
                <a:lnTo>
                  <a:pt x="9883" y="6294"/>
                </a:lnTo>
                <a:lnTo>
                  <a:pt x="10000" y="6825"/>
                </a:lnTo>
                <a:lnTo>
                  <a:pt x="10000" y="7353"/>
                </a:lnTo>
                <a:lnTo>
                  <a:pt x="9883" y="7887"/>
                </a:lnTo>
                <a:lnTo>
                  <a:pt x="9883" y="8418"/>
                </a:lnTo>
                <a:lnTo>
                  <a:pt x="9766" y="8938"/>
                </a:lnTo>
                <a:lnTo>
                  <a:pt x="9532" y="9472"/>
                </a:lnTo>
                <a:lnTo>
                  <a:pt x="9415" y="9472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99" name="Freeform 67"/>
          <p:cNvSpPr/>
          <p:nvPr/>
        </p:nvSpPr>
        <p:spPr>
          <a:xfrm>
            <a:off x="5821363" y="2181225"/>
            <a:ext cx="504825" cy="152400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056113485"/>
              </a:cxn>
              <a:cxn ang="0">
                <a:pos x="2147483646" y="2056113485"/>
              </a:cxn>
              <a:cxn ang="0">
                <a:pos x="2147483646" y="1369681528"/>
              </a:cxn>
              <a:cxn ang="0">
                <a:pos x="2147483646" y="1369681528"/>
              </a:cxn>
              <a:cxn ang="0">
                <a:pos x="2147483646" y="684003707"/>
              </a:cxn>
              <a:cxn ang="0">
                <a:pos x="2147483646" y="0"/>
              </a:cxn>
              <a:cxn ang="0">
                <a:pos x="2147483646" y="684003707"/>
              </a:cxn>
              <a:cxn ang="0">
                <a:pos x="2147483646" y="1369681528"/>
              </a:cxn>
              <a:cxn ang="0">
                <a:pos x="2147483646" y="1369681528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3742" y="9165"/>
                </a:moveTo>
                <a:lnTo>
                  <a:pt x="2987" y="9165"/>
                </a:lnTo>
                <a:lnTo>
                  <a:pt x="2012" y="10000"/>
                </a:lnTo>
                <a:lnTo>
                  <a:pt x="0" y="10000"/>
                </a:lnTo>
                <a:lnTo>
                  <a:pt x="0" y="6669"/>
                </a:lnTo>
                <a:lnTo>
                  <a:pt x="252" y="6669"/>
                </a:lnTo>
                <a:lnTo>
                  <a:pt x="503" y="6669"/>
                </a:lnTo>
                <a:lnTo>
                  <a:pt x="1006" y="6669"/>
                </a:lnTo>
                <a:lnTo>
                  <a:pt x="1258" y="6669"/>
                </a:lnTo>
                <a:lnTo>
                  <a:pt x="2012" y="5837"/>
                </a:lnTo>
                <a:lnTo>
                  <a:pt x="2484" y="5837"/>
                </a:lnTo>
                <a:lnTo>
                  <a:pt x="3239" y="4994"/>
                </a:lnTo>
                <a:lnTo>
                  <a:pt x="3993" y="4994"/>
                </a:lnTo>
                <a:lnTo>
                  <a:pt x="4748" y="4162"/>
                </a:lnTo>
                <a:lnTo>
                  <a:pt x="5504" y="4162"/>
                </a:lnTo>
                <a:lnTo>
                  <a:pt x="6007" y="3332"/>
                </a:lnTo>
                <a:lnTo>
                  <a:pt x="6510" y="3332"/>
                </a:lnTo>
                <a:lnTo>
                  <a:pt x="7013" y="2501"/>
                </a:lnTo>
                <a:lnTo>
                  <a:pt x="7264" y="2501"/>
                </a:lnTo>
                <a:lnTo>
                  <a:pt x="7516" y="1666"/>
                </a:lnTo>
                <a:lnTo>
                  <a:pt x="7767" y="1666"/>
                </a:lnTo>
                <a:lnTo>
                  <a:pt x="8019" y="832"/>
                </a:lnTo>
                <a:cubicBezTo>
                  <a:pt x="8103" y="555"/>
                  <a:pt x="8186" y="277"/>
                  <a:pt x="8270" y="0"/>
                </a:cubicBezTo>
                <a:cubicBezTo>
                  <a:pt x="8344" y="277"/>
                  <a:pt x="8417" y="555"/>
                  <a:pt x="8491" y="832"/>
                </a:cubicBezTo>
                <a:cubicBezTo>
                  <a:pt x="8575" y="1110"/>
                  <a:pt x="8658" y="1387"/>
                  <a:pt x="8742" y="1666"/>
                </a:cubicBezTo>
                <a:lnTo>
                  <a:pt x="9245" y="1666"/>
                </a:lnTo>
                <a:lnTo>
                  <a:pt x="9748" y="3332"/>
                </a:lnTo>
                <a:lnTo>
                  <a:pt x="10000" y="4162"/>
                </a:lnTo>
                <a:lnTo>
                  <a:pt x="8270" y="7505"/>
                </a:lnTo>
                <a:lnTo>
                  <a:pt x="8019" y="6669"/>
                </a:lnTo>
                <a:lnTo>
                  <a:pt x="7516" y="6669"/>
                </a:lnTo>
                <a:lnTo>
                  <a:pt x="7013" y="6669"/>
                </a:lnTo>
                <a:lnTo>
                  <a:pt x="6761" y="6669"/>
                </a:lnTo>
                <a:lnTo>
                  <a:pt x="6007" y="6669"/>
                </a:lnTo>
                <a:lnTo>
                  <a:pt x="5504" y="7505"/>
                </a:lnTo>
                <a:lnTo>
                  <a:pt x="4748" y="8335"/>
                </a:lnTo>
                <a:lnTo>
                  <a:pt x="3742" y="9165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68"/>
          <p:cNvSpPr/>
          <p:nvPr/>
        </p:nvSpPr>
        <p:spPr>
          <a:xfrm>
            <a:off x="6111875" y="3230563"/>
            <a:ext cx="568325" cy="163512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914258887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914258887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914258887"/>
              </a:cxn>
              <a:cxn ang="0">
                <a:pos x="2147483646" y="0"/>
              </a:cxn>
            </a:cxnLst>
            <a:rect l="txL" t="txT" r="txR" b="txB"/>
            <a:pathLst>
              <a:path w="10000" h="10000">
                <a:moveTo>
                  <a:pt x="10000" y="782"/>
                </a:moveTo>
                <a:lnTo>
                  <a:pt x="10000" y="3014"/>
                </a:lnTo>
                <a:cubicBezTo>
                  <a:pt x="9926" y="3273"/>
                  <a:pt x="9851" y="3529"/>
                  <a:pt x="9777" y="3787"/>
                </a:cubicBezTo>
                <a:cubicBezTo>
                  <a:pt x="9702" y="4048"/>
                  <a:pt x="9628" y="4309"/>
                  <a:pt x="9553" y="4570"/>
                </a:cubicBezTo>
                <a:lnTo>
                  <a:pt x="9105" y="6116"/>
                </a:lnTo>
                <a:lnTo>
                  <a:pt x="8658" y="6896"/>
                </a:lnTo>
                <a:lnTo>
                  <a:pt x="8213" y="7668"/>
                </a:lnTo>
                <a:lnTo>
                  <a:pt x="7569" y="8449"/>
                </a:lnTo>
                <a:lnTo>
                  <a:pt x="6899" y="9220"/>
                </a:lnTo>
                <a:lnTo>
                  <a:pt x="6229" y="10000"/>
                </a:lnTo>
                <a:lnTo>
                  <a:pt x="5334" y="10000"/>
                </a:lnTo>
                <a:lnTo>
                  <a:pt x="4217" y="10000"/>
                </a:lnTo>
                <a:lnTo>
                  <a:pt x="3323" y="10000"/>
                </a:lnTo>
                <a:lnTo>
                  <a:pt x="2430" y="10000"/>
                </a:lnTo>
                <a:lnTo>
                  <a:pt x="1787" y="9220"/>
                </a:lnTo>
                <a:lnTo>
                  <a:pt x="1340" y="9220"/>
                </a:lnTo>
                <a:lnTo>
                  <a:pt x="893" y="8449"/>
                </a:lnTo>
                <a:lnTo>
                  <a:pt x="446" y="6896"/>
                </a:lnTo>
                <a:cubicBezTo>
                  <a:pt x="297" y="6378"/>
                  <a:pt x="149" y="5859"/>
                  <a:pt x="0" y="5341"/>
                </a:cubicBezTo>
                <a:cubicBezTo>
                  <a:pt x="38" y="4322"/>
                  <a:pt x="520" y="1429"/>
                  <a:pt x="670" y="782"/>
                </a:cubicBezTo>
                <a:cubicBezTo>
                  <a:pt x="856" y="264"/>
                  <a:pt x="967" y="1860"/>
                  <a:pt x="1116" y="2232"/>
                </a:cubicBezTo>
                <a:lnTo>
                  <a:pt x="1562" y="3014"/>
                </a:lnTo>
                <a:cubicBezTo>
                  <a:pt x="1638" y="3272"/>
                  <a:pt x="1713" y="3529"/>
                  <a:pt x="1787" y="3787"/>
                </a:cubicBezTo>
                <a:lnTo>
                  <a:pt x="2234" y="3787"/>
                </a:lnTo>
                <a:lnTo>
                  <a:pt x="2877" y="3787"/>
                </a:lnTo>
                <a:lnTo>
                  <a:pt x="3323" y="3787"/>
                </a:lnTo>
                <a:lnTo>
                  <a:pt x="3994" y="3787"/>
                </a:lnTo>
                <a:lnTo>
                  <a:pt x="4665" y="3787"/>
                </a:lnTo>
                <a:lnTo>
                  <a:pt x="5334" y="3787"/>
                </a:lnTo>
                <a:lnTo>
                  <a:pt x="6004" y="3014"/>
                </a:lnTo>
                <a:lnTo>
                  <a:pt x="6453" y="3014"/>
                </a:lnTo>
                <a:lnTo>
                  <a:pt x="6899" y="2232"/>
                </a:lnTo>
                <a:lnTo>
                  <a:pt x="7346" y="782"/>
                </a:lnTo>
                <a:lnTo>
                  <a:pt x="7765" y="0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700" name="Freeform 68"/>
          <p:cNvSpPr/>
          <p:nvPr/>
        </p:nvSpPr>
        <p:spPr>
          <a:xfrm>
            <a:off x="6061075" y="2838450"/>
            <a:ext cx="88900" cy="479425"/>
          </a:xfrm>
          <a:custGeom>
            <a:avLst/>
            <a:gdLst>
              <a:gd name="txL" fmla="*/ 0 w 8751"/>
              <a:gd name="txT" fmla="*/ 0 h 9042"/>
              <a:gd name="txR" fmla="*/ 8751 w 8751"/>
              <a:gd name="txB" fmla="*/ 9042 h 9042"/>
            </a:gdLst>
            <a:ahLst/>
            <a:cxnLst>
              <a:cxn ang="0">
                <a:pos x="541362203" y="2147483646"/>
              </a:cxn>
              <a:cxn ang="0">
                <a:pos x="405662047" y="2147483646"/>
              </a:cxn>
              <a:cxn ang="0">
                <a:pos x="270409683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135263052" y="2147483646"/>
              </a:cxn>
              <a:cxn ang="0">
                <a:pos x="0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0" y="0"/>
              </a:cxn>
              <a:cxn ang="0">
                <a:pos x="135263052" y="0"/>
              </a:cxn>
              <a:cxn ang="0">
                <a:pos x="270409683" y="0"/>
              </a:cxn>
              <a:cxn ang="0">
                <a:pos x="405662047" y="0"/>
              </a:cxn>
              <a:cxn ang="0">
                <a:pos x="676614984" y="2147483646"/>
              </a:cxn>
              <a:cxn ang="0">
                <a:pos x="811877670" y="2147483646"/>
              </a:cxn>
              <a:cxn ang="0">
                <a:pos x="811877670" y="2147483646"/>
              </a:cxn>
              <a:cxn ang="0">
                <a:pos x="946917227" y="2147483646"/>
              </a:cxn>
              <a:cxn ang="0">
                <a:pos x="946917227" y="2147483646"/>
              </a:cxn>
              <a:cxn ang="0">
                <a:pos x="946917227" y="2147483646"/>
              </a:cxn>
              <a:cxn ang="0">
                <a:pos x="811877670" y="2147483646"/>
              </a:cxn>
              <a:cxn ang="0">
                <a:pos x="811877670" y="2147483646"/>
              </a:cxn>
              <a:cxn ang="0">
                <a:pos x="811877670" y="2147483646"/>
              </a:cxn>
              <a:cxn ang="0">
                <a:pos x="811877670" y="2147483646"/>
              </a:cxn>
              <a:cxn ang="0">
                <a:pos x="811877670" y="2147483646"/>
              </a:cxn>
              <a:cxn ang="0">
                <a:pos x="811877670" y="2147483646"/>
              </a:cxn>
              <a:cxn ang="0">
                <a:pos x="946917227" y="2147483646"/>
              </a:cxn>
            </a:cxnLst>
            <a:rect l="txL" t="txT" r="txR" b="txB"/>
            <a:pathLst>
              <a:path w="8751" h="9042">
                <a:moveTo>
                  <a:pt x="5003" y="9042"/>
                </a:moveTo>
                <a:lnTo>
                  <a:pt x="3749" y="8563"/>
                </a:lnTo>
                <a:lnTo>
                  <a:pt x="2499" y="7844"/>
                </a:lnTo>
                <a:lnTo>
                  <a:pt x="1250" y="7394"/>
                </a:lnTo>
                <a:lnTo>
                  <a:pt x="1250" y="6916"/>
                </a:lnTo>
                <a:lnTo>
                  <a:pt x="1250" y="6437"/>
                </a:lnTo>
                <a:lnTo>
                  <a:pt x="1250" y="5718"/>
                </a:lnTo>
                <a:lnTo>
                  <a:pt x="1250" y="4999"/>
                </a:lnTo>
                <a:lnTo>
                  <a:pt x="1250" y="4282"/>
                </a:lnTo>
                <a:lnTo>
                  <a:pt x="1250" y="3563"/>
                </a:lnTo>
                <a:lnTo>
                  <a:pt x="1250" y="3084"/>
                </a:lnTo>
                <a:lnTo>
                  <a:pt x="1250" y="2365"/>
                </a:lnTo>
                <a:lnTo>
                  <a:pt x="1250" y="1917"/>
                </a:lnTo>
                <a:lnTo>
                  <a:pt x="1250" y="1676"/>
                </a:lnTo>
                <a:lnTo>
                  <a:pt x="1250" y="1198"/>
                </a:lnTo>
                <a:lnTo>
                  <a:pt x="1250" y="957"/>
                </a:lnTo>
                <a:lnTo>
                  <a:pt x="0" y="479"/>
                </a:lnTo>
                <a:lnTo>
                  <a:pt x="0" y="240"/>
                </a:lnTo>
                <a:lnTo>
                  <a:pt x="0" y="0"/>
                </a:lnTo>
                <a:lnTo>
                  <a:pt x="1250" y="0"/>
                </a:lnTo>
                <a:lnTo>
                  <a:pt x="2499" y="0"/>
                </a:lnTo>
                <a:lnTo>
                  <a:pt x="3749" y="0"/>
                </a:lnTo>
                <a:lnTo>
                  <a:pt x="6253" y="240"/>
                </a:lnTo>
                <a:lnTo>
                  <a:pt x="7503" y="479"/>
                </a:lnTo>
                <a:lnTo>
                  <a:pt x="7503" y="719"/>
                </a:lnTo>
                <a:lnTo>
                  <a:pt x="8751" y="957"/>
                </a:lnTo>
                <a:lnTo>
                  <a:pt x="8751" y="1436"/>
                </a:lnTo>
                <a:lnTo>
                  <a:pt x="8751" y="1917"/>
                </a:lnTo>
                <a:lnTo>
                  <a:pt x="7503" y="2365"/>
                </a:lnTo>
                <a:lnTo>
                  <a:pt x="7503" y="3803"/>
                </a:lnTo>
                <a:lnTo>
                  <a:pt x="7503" y="5239"/>
                </a:lnTo>
                <a:lnTo>
                  <a:pt x="7503" y="5958"/>
                </a:lnTo>
                <a:lnTo>
                  <a:pt x="7503" y="6676"/>
                </a:lnTo>
                <a:lnTo>
                  <a:pt x="7503" y="7156"/>
                </a:lnTo>
                <a:lnTo>
                  <a:pt x="8751" y="7635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68"/>
          <p:cNvSpPr/>
          <p:nvPr/>
        </p:nvSpPr>
        <p:spPr>
          <a:xfrm>
            <a:off x="6553200" y="2963863"/>
            <a:ext cx="127000" cy="290512"/>
          </a:xfrm>
          <a:custGeom>
            <a:avLst/>
            <a:gdLst>
              <a:gd name="txL" fmla="*/ 0 w 10000"/>
              <a:gd name="txT" fmla="*/ 0 h 9194"/>
              <a:gd name="txR" fmla="*/ 10000 w 10000"/>
              <a:gd name="txB" fmla="*/ 9194 h 9194"/>
            </a:gdLst>
            <a:ahLst/>
            <a:cxnLst>
              <a:cxn ang="0">
                <a:pos x="1318621683" y="2147483646"/>
              </a:cxn>
              <a:cxn ang="0">
                <a:pos x="1318621683" y="2147483646"/>
              </a:cxn>
              <a:cxn ang="0">
                <a:pos x="1318621683" y="2147483646"/>
              </a:cxn>
              <a:cxn ang="0">
                <a:pos x="1318621683" y="2147483646"/>
              </a:cxn>
              <a:cxn ang="0">
                <a:pos x="1318621683" y="2147483646"/>
              </a:cxn>
              <a:cxn ang="0">
                <a:pos x="1651266370" y="2147483646"/>
              </a:cxn>
              <a:cxn ang="0">
                <a:pos x="1651266370" y="2147483646"/>
              </a:cxn>
              <a:cxn ang="0">
                <a:pos x="1651266370" y="0"/>
              </a:cxn>
              <a:cxn ang="0">
                <a:pos x="1979932692" y="0"/>
              </a:cxn>
              <a:cxn ang="0">
                <a:pos x="1979932692" y="0"/>
              </a:cxn>
              <a:cxn ang="0">
                <a:pos x="1979932692" y="2147483646"/>
              </a:cxn>
              <a:cxn ang="0">
                <a:pos x="1979932692" y="2147483646"/>
              </a:cxn>
              <a:cxn ang="0">
                <a:pos x="1979932692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661625360" y="2147483646"/>
              </a:cxn>
              <a:cxn ang="0">
                <a:pos x="990941821" y="2147483646"/>
              </a:cxn>
              <a:cxn ang="0">
                <a:pos x="990941821" y="2147483646"/>
              </a:cxn>
              <a:cxn ang="0">
                <a:pos x="1318621683" y="2147483646"/>
              </a:cxn>
              <a:cxn ang="0">
                <a:pos x="1318621683" y="2147483646"/>
              </a:cxn>
            </a:cxnLst>
            <a:rect l="txL" t="txT" r="txR" b="txB"/>
            <a:pathLst>
              <a:path w="10000" h="9194">
                <a:moveTo>
                  <a:pt x="3992" y="3615"/>
                </a:moveTo>
                <a:lnTo>
                  <a:pt x="3992" y="2813"/>
                </a:lnTo>
                <a:lnTo>
                  <a:pt x="3992" y="2009"/>
                </a:lnTo>
                <a:lnTo>
                  <a:pt x="3992" y="1607"/>
                </a:lnTo>
                <a:lnTo>
                  <a:pt x="3992" y="802"/>
                </a:lnTo>
                <a:lnTo>
                  <a:pt x="4999" y="406"/>
                </a:lnTo>
                <a:lnTo>
                  <a:pt x="4999" y="0"/>
                </a:lnTo>
                <a:lnTo>
                  <a:pt x="5994" y="0"/>
                </a:lnTo>
                <a:lnTo>
                  <a:pt x="5994" y="406"/>
                </a:lnTo>
                <a:lnTo>
                  <a:pt x="5994" y="802"/>
                </a:lnTo>
                <a:lnTo>
                  <a:pt x="5994" y="1206"/>
                </a:lnTo>
                <a:lnTo>
                  <a:pt x="7007" y="1607"/>
                </a:lnTo>
                <a:lnTo>
                  <a:pt x="7007" y="2409"/>
                </a:lnTo>
                <a:lnTo>
                  <a:pt x="7007" y="2813"/>
                </a:lnTo>
                <a:cubicBezTo>
                  <a:pt x="7341" y="3214"/>
                  <a:pt x="7675" y="3615"/>
                  <a:pt x="8000" y="4018"/>
                </a:cubicBezTo>
                <a:lnTo>
                  <a:pt x="8000" y="5626"/>
                </a:lnTo>
                <a:lnTo>
                  <a:pt x="9006" y="6833"/>
                </a:lnTo>
                <a:lnTo>
                  <a:pt x="9006" y="8041"/>
                </a:lnTo>
                <a:cubicBezTo>
                  <a:pt x="9331" y="8308"/>
                  <a:pt x="9667" y="8571"/>
                  <a:pt x="10000" y="8841"/>
                </a:cubicBezTo>
                <a:lnTo>
                  <a:pt x="10000" y="9194"/>
                </a:lnTo>
                <a:lnTo>
                  <a:pt x="0" y="8439"/>
                </a:lnTo>
                <a:lnTo>
                  <a:pt x="2003" y="7233"/>
                </a:lnTo>
                <a:cubicBezTo>
                  <a:pt x="2329" y="6965"/>
                  <a:pt x="2670" y="6699"/>
                  <a:pt x="3000" y="6431"/>
                </a:cubicBezTo>
                <a:lnTo>
                  <a:pt x="3000" y="5226"/>
                </a:lnTo>
                <a:cubicBezTo>
                  <a:pt x="3326" y="4688"/>
                  <a:pt x="3667" y="4152"/>
                  <a:pt x="3992" y="3615"/>
                </a:cubicBez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48"/>
          <p:cNvSpPr/>
          <p:nvPr/>
        </p:nvSpPr>
        <p:spPr>
          <a:xfrm>
            <a:off x="4135438" y="4900613"/>
            <a:ext cx="165100" cy="1200150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5425" y="973082"/>
              </a:cxn>
              <a:cxn ang="0">
                <a:pos x="38056" y="935037"/>
              </a:cxn>
              <a:cxn ang="0">
                <a:pos x="38056" y="871549"/>
              </a:cxn>
              <a:cxn ang="0">
                <a:pos x="50801" y="782618"/>
              </a:cxn>
              <a:cxn ang="0">
                <a:pos x="50801" y="404811"/>
              </a:cxn>
              <a:cxn ang="0">
                <a:pos x="50801" y="290556"/>
              </a:cxn>
              <a:cxn ang="0">
                <a:pos x="50801" y="214347"/>
              </a:cxn>
              <a:cxn ang="0">
                <a:pos x="38056" y="163460"/>
              </a:cxn>
              <a:cxn ang="0">
                <a:pos x="38056" y="101653"/>
              </a:cxn>
              <a:cxn ang="0">
                <a:pos x="25425" y="50766"/>
              </a:cxn>
              <a:cxn ang="0">
                <a:pos x="0" y="25443"/>
              </a:cxn>
              <a:cxn ang="0">
                <a:pos x="0" y="0"/>
              </a:cxn>
              <a:cxn ang="0">
                <a:pos x="38056" y="0"/>
              </a:cxn>
              <a:cxn ang="0">
                <a:pos x="101603" y="12722"/>
              </a:cxn>
              <a:cxn ang="0">
                <a:pos x="152387" y="38045"/>
              </a:cxn>
              <a:cxn ang="0">
                <a:pos x="165100" y="63488"/>
              </a:cxn>
              <a:cxn ang="0">
                <a:pos x="165100" y="101653"/>
              </a:cxn>
              <a:cxn ang="0">
                <a:pos x="152387" y="139697"/>
              </a:cxn>
              <a:cxn ang="0">
                <a:pos x="139724" y="188904"/>
              </a:cxn>
              <a:cxn ang="0">
                <a:pos x="139724" y="239670"/>
              </a:cxn>
              <a:cxn ang="0">
                <a:pos x="139724" y="315879"/>
              </a:cxn>
              <a:cxn ang="0">
                <a:pos x="139724" y="430254"/>
              </a:cxn>
              <a:cxn ang="0">
                <a:pos x="139724" y="555669"/>
              </a:cxn>
              <a:cxn ang="0">
                <a:pos x="139724" y="669924"/>
              </a:cxn>
              <a:cxn ang="0">
                <a:pos x="139724" y="769896"/>
              </a:cxn>
              <a:cxn ang="0">
                <a:pos x="139724" y="846106"/>
              </a:cxn>
              <a:cxn ang="0">
                <a:pos x="152387" y="922315"/>
              </a:cxn>
              <a:cxn ang="0">
                <a:pos x="139724" y="1011246"/>
              </a:cxn>
              <a:cxn ang="0">
                <a:pos x="127011" y="1098497"/>
              </a:cxn>
              <a:cxn ang="0">
                <a:pos x="101603" y="1149384"/>
              </a:cxn>
              <a:cxn ang="0">
                <a:pos x="63514" y="1187428"/>
              </a:cxn>
              <a:cxn ang="0">
                <a:pos x="38056" y="1200150"/>
              </a:cxn>
            </a:cxnLst>
            <a:rect l="txL" t="txT" r="txR" b="txB"/>
            <a:pathLst>
              <a:path w="10000" h="10000">
                <a:moveTo>
                  <a:pt x="1540" y="8214"/>
                </a:moveTo>
                <a:lnTo>
                  <a:pt x="1540" y="8108"/>
                </a:lnTo>
                <a:lnTo>
                  <a:pt x="2305" y="7897"/>
                </a:lnTo>
                <a:lnTo>
                  <a:pt x="2305" y="7791"/>
                </a:lnTo>
                <a:lnTo>
                  <a:pt x="2305" y="7474"/>
                </a:lnTo>
                <a:lnTo>
                  <a:pt x="2305" y="7262"/>
                </a:lnTo>
                <a:lnTo>
                  <a:pt x="2305" y="6944"/>
                </a:lnTo>
                <a:lnTo>
                  <a:pt x="3077" y="6521"/>
                </a:lnTo>
                <a:lnTo>
                  <a:pt x="3077" y="4947"/>
                </a:lnTo>
                <a:lnTo>
                  <a:pt x="3077" y="3373"/>
                </a:lnTo>
                <a:lnTo>
                  <a:pt x="3077" y="2738"/>
                </a:lnTo>
                <a:lnTo>
                  <a:pt x="3077" y="2421"/>
                </a:lnTo>
                <a:lnTo>
                  <a:pt x="3077" y="2103"/>
                </a:lnTo>
                <a:lnTo>
                  <a:pt x="3077" y="1786"/>
                </a:lnTo>
                <a:lnTo>
                  <a:pt x="2305" y="1574"/>
                </a:lnTo>
                <a:lnTo>
                  <a:pt x="2305" y="1362"/>
                </a:lnTo>
                <a:lnTo>
                  <a:pt x="2305" y="1164"/>
                </a:lnTo>
                <a:lnTo>
                  <a:pt x="2305" y="847"/>
                </a:lnTo>
                <a:lnTo>
                  <a:pt x="1540" y="635"/>
                </a:lnTo>
                <a:lnTo>
                  <a:pt x="1540" y="423"/>
                </a:lnTo>
                <a:lnTo>
                  <a:pt x="768" y="317"/>
                </a:lnTo>
                <a:lnTo>
                  <a:pt x="0" y="212"/>
                </a:lnTo>
                <a:lnTo>
                  <a:pt x="0" y="106"/>
                </a:lnTo>
                <a:lnTo>
                  <a:pt x="0" y="0"/>
                </a:lnTo>
                <a:lnTo>
                  <a:pt x="768" y="0"/>
                </a:lnTo>
                <a:lnTo>
                  <a:pt x="2305" y="0"/>
                </a:lnTo>
                <a:lnTo>
                  <a:pt x="3847" y="0"/>
                </a:lnTo>
                <a:lnTo>
                  <a:pt x="6154" y="106"/>
                </a:lnTo>
                <a:lnTo>
                  <a:pt x="7693" y="212"/>
                </a:lnTo>
                <a:lnTo>
                  <a:pt x="9230" y="317"/>
                </a:lnTo>
                <a:lnTo>
                  <a:pt x="10000" y="423"/>
                </a:lnTo>
                <a:lnTo>
                  <a:pt x="10000" y="529"/>
                </a:lnTo>
                <a:lnTo>
                  <a:pt x="10000" y="635"/>
                </a:lnTo>
                <a:lnTo>
                  <a:pt x="10000" y="847"/>
                </a:lnTo>
                <a:lnTo>
                  <a:pt x="9230" y="1058"/>
                </a:lnTo>
                <a:lnTo>
                  <a:pt x="9230" y="1164"/>
                </a:lnTo>
                <a:lnTo>
                  <a:pt x="9230" y="1362"/>
                </a:lnTo>
                <a:lnTo>
                  <a:pt x="8463" y="1574"/>
                </a:lnTo>
                <a:lnTo>
                  <a:pt x="8463" y="1680"/>
                </a:lnTo>
                <a:lnTo>
                  <a:pt x="8463" y="1997"/>
                </a:lnTo>
                <a:lnTo>
                  <a:pt x="8463" y="2315"/>
                </a:lnTo>
                <a:lnTo>
                  <a:pt x="8463" y="2632"/>
                </a:lnTo>
                <a:lnTo>
                  <a:pt x="8463" y="3056"/>
                </a:lnTo>
                <a:lnTo>
                  <a:pt x="8463" y="3585"/>
                </a:lnTo>
                <a:lnTo>
                  <a:pt x="8463" y="4101"/>
                </a:lnTo>
                <a:lnTo>
                  <a:pt x="8463" y="4630"/>
                </a:lnTo>
                <a:lnTo>
                  <a:pt x="8463" y="5159"/>
                </a:lnTo>
                <a:lnTo>
                  <a:pt x="8463" y="5582"/>
                </a:lnTo>
                <a:lnTo>
                  <a:pt x="8463" y="6005"/>
                </a:lnTo>
                <a:lnTo>
                  <a:pt x="8463" y="6415"/>
                </a:lnTo>
                <a:lnTo>
                  <a:pt x="8463" y="6733"/>
                </a:lnTo>
                <a:lnTo>
                  <a:pt x="8463" y="7050"/>
                </a:lnTo>
                <a:lnTo>
                  <a:pt x="9230" y="7262"/>
                </a:lnTo>
                <a:lnTo>
                  <a:pt x="9230" y="7685"/>
                </a:lnTo>
                <a:lnTo>
                  <a:pt x="9230" y="8108"/>
                </a:lnTo>
                <a:lnTo>
                  <a:pt x="8463" y="8426"/>
                </a:lnTo>
                <a:lnTo>
                  <a:pt x="8463" y="8836"/>
                </a:lnTo>
                <a:lnTo>
                  <a:pt x="7693" y="9153"/>
                </a:lnTo>
                <a:lnTo>
                  <a:pt x="6921" y="9365"/>
                </a:lnTo>
                <a:lnTo>
                  <a:pt x="6154" y="9577"/>
                </a:lnTo>
                <a:lnTo>
                  <a:pt x="5383" y="9788"/>
                </a:lnTo>
                <a:lnTo>
                  <a:pt x="3847" y="9894"/>
                </a:lnTo>
                <a:lnTo>
                  <a:pt x="3077" y="9894"/>
                </a:lnTo>
                <a:lnTo>
                  <a:pt x="2305" y="10000"/>
                </a:lnTo>
                <a:lnTo>
                  <a:pt x="1540" y="10000"/>
                </a:lnTo>
              </a:path>
            </a:pathLst>
          </a:custGeom>
          <a:solidFill>
            <a:srgbClr val="669E40">
              <a:alpha val="100000"/>
            </a:srgbClr>
          </a:solidFill>
          <a:ln w="12700" cap="flat" cmpd="sng">
            <a:solidFill>
              <a:srgbClr val="669E4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680" name="Freeform 48"/>
          <p:cNvSpPr/>
          <p:nvPr/>
        </p:nvSpPr>
        <p:spPr>
          <a:xfrm>
            <a:off x="3971925" y="5848350"/>
            <a:ext cx="201613" cy="252413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091739129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091739129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0000" h="10000">
                <a:moveTo>
                  <a:pt x="8113" y="7979"/>
                </a:moveTo>
                <a:lnTo>
                  <a:pt x="7479" y="6988"/>
                </a:lnTo>
                <a:lnTo>
                  <a:pt x="6851" y="5973"/>
                </a:lnTo>
                <a:lnTo>
                  <a:pt x="5671" y="4470"/>
                </a:lnTo>
                <a:lnTo>
                  <a:pt x="3780" y="3025"/>
                </a:lnTo>
                <a:lnTo>
                  <a:pt x="1891" y="2015"/>
                </a:lnTo>
                <a:lnTo>
                  <a:pt x="628" y="1003"/>
                </a:lnTo>
                <a:lnTo>
                  <a:pt x="0" y="514"/>
                </a:lnTo>
                <a:lnTo>
                  <a:pt x="0" y="0"/>
                </a:lnTo>
                <a:lnTo>
                  <a:pt x="628" y="0"/>
                </a:lnTo>
                <a:lnTo>
                  <a:pt x="1260" y="0"/>
                </a:lnTo>
                <a:lnTo>
                  <a:pt x="2521" y="514"/>
                </a:lnTo>
                <a:lnTo>
                  <a:pt x="4409" y="514"/>
                </a:lnTo>
                <a:lnTo>
                  <a:pt x="6300" y="1003"/>
                </a:lnTo>
                <a:lnTo>
                  <a:pt x="7479" y="1499"/>
                </a:lnTo>
                <a:lnTo>
                  <a:pt x="8741" y="1499"/>
                </a:lnTo>
                <a:lnTo>
                  <a:pt x="9372" y="1499"/>
                </a:lnTo>
                <a:lnTo>
                  <a:pt x="9372" y="1003"/>
                </a:lnTo>
                <a:cubicBezTo>
                  <a:pt x="9581" y="4002"/>
                  <a:pt x="9791" y="7001"/>
                  <a:pt x="10000" y="10000"/>
                </a:cubicBezTo>
                <a:lnTo>
                  <a:pt x="8741" y="9504"/>
                </a:lnTo>
                <a:lnTo>
                  <a:pt x="8741" y="8998"/>
                </a:lnTo>
                <a:lnTo>
                  <a:pt x="8113" y="7979"/>
                </a:lnTo>
              </a:path>
            </a:pathLst>
          </a:custGeom>
          <a:solidFill>
            <a:srgbClr val="6AA343">
              <a:alpha val="100000"/>
            </a:srgbClr>
          </a:solidFill>
          <a:ln w="12700" cap="flat" cmpd="sng">
            <a:solidFill>
              <a:srgbClr val="68A04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9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69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6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9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69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9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文本框 142"/>
          <p:cNvSpPr/>
          <p:nvPr/>
        </p:nvSpPr>
        <p:spPr>
          <a:xfrm>
            <a:off x="3213100" y="1751013"/>
            <a:ext cx="12715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xièxie</a:t>
            </a:r>
          </a:p>
        </p:txBody>
      </p:sp>
      <p:sp>
        <p:nvSpPr>
          <p:cNvPr id="5148" name="文本框 148"/>
          <p:cNvSpPr/>
          <p:nvPr/>
        </p:nvSpPr>
        <p:spPr>
          <a:xfrm>
            <a:off x="3208338" y="3446931"/>
            <a:ext cx="1645002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bú</a:t>
            </a: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kè</a:t>
            </a: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 qi</a:t>
            </a:r>
          </a:p>
        </p:txBody>
      </p:sp>
      <p:cxnSp>
        <p:nvCxnSpPr>
          <p:cNvPr id="90116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2" name="组合 5"/>
          <p:cNvGrpSpPr/>
          <p:nvPr/>
        </p:nvGrpSpPr>
        <p:grpSpPr>
          <a:xfrm>
            <a:off x="1112838" y="1751013"/>
            <a:ext cx="1338262" cy="546100"/>
            <a:chOff x="682668" y="3939837"/>
            <a:chExt cx="1338943" cy="545509"/>
          </a:xfrm>
        </p:grpSpPr>
        <p:sp>
          <p:nvSpPr>
            <p:cNvPr id="90132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0133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谢谢</a:t>
              </a:r>
            </a:p>
          </p:txBody>
        </p:sp>
      </p:grpSp>
      <p:grpSp>
        <p:nvGrpSpPr>
          <p:cNvPr id="3" name="组合 6"/>
          <p:cNvGrpSpPr/>
          <p:nvPr/>
        </p:nvGrpSpPr>
        <p:grpSpPr>
          <a:xfrm>
            <a:off x="1112838" y="3398838"/>
            <a:ext cx="1409700" cy="536575"/>
            <a:chOff x="682668" y="4792841"/>
            <a:chExt cx="1409784" cy="536981"/>
          </a:xfrm>
        </p:grpSpPr>
        <p:sp>
          <p:nvSpPr>
            <p:cNvPr id="90130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0131" name="文本框 107"/>
            <p:cNvSpPr/>
            <p:nvPr/>
          </p:nvSpPr>
          <p:spPr>
            <a:xfrm>
              <a:off x="707829" y="4792841"/>
              <a:ext cx="1384623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不客气</a:t>
              </a:r>
            </a:p>
          </p:txBody>
        </p:sp>
      </p:grpSp>
      <p:grpSp>
        <p:nvGrpSpPr>
          <p:cNvPr id="90119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文本框 142"/>
          <p:cNvSpPr/>
          <p:nvPr/>
        </p:nvSpPr>
        <p:spPr>
          <a:xfrm>
            <a:off x="8975725" y="1771650"/>
            <a:ext cx="547688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bù</a:t>
            </a:r>
          </a:p>
        </p:txBody>
      </p:sp>
      <p:sp>
        <p:nvSpPr>
          <p:cNvPr id="37" name="文本框 148"/>
          <p:cNvSpPr/>
          <p:nvPr/>
        </p:nvSpPr>
        <p:spPr>
          <a:xfrm>
            <a:off x="8975725" y="3443288"/>
            <a:ext cx="14525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SimSun-ExtB" panose="02010609060101010101" pitchFamily="49" charset="-122"/>
                <a:ea typeface="SimSun-ExtB" panose="02010609060101010101" pitchFamily="49" charset="-122"/>
                <a:sym typeface="Times New Roman" panose="02020603050405020304" pitchFamily="18" charset="0"/>
              </a:rPr>
              <a:t>zàijiàn</a:t>
            </a:r>
          </a:p>
        </p:txBody>
      </p:sp>
      <p:grpSp>
        <p:nvGrpSpPr>
          <p:cNvPr id="5" name="组合 38"/>
          <p:cNvGrpSpPr/>
          <p:nvPr/>
        </p:nvGrpSpPr>
        <p:grpSpPr>
          <a:xfrm>
            <a:off x="6715125" y="1771650"/>
            <a:ext cx="1338263" cy="546100"/>
            <a:chOff x="682668" y="3939837"/>
            <a:chExt cx="1338943" cy="545509"/>
          </a:xfrm>
        </p:grpSpPr>
        <p:sp>
          <p:nvSpPr>
            <p:cNvPr id="90126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0127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不</a:t>
              </a:r>
            </a:p>
          </p:txBody>
        </p:sp>
      </p:grpSp>
      <p:grpSp>
        <p:nvGrpSpPr>
          <p:cNvPr id="6" name="组合 41"/>
          <p:cNvGrpSpPr/>
          <p:nvPr/>
        </p:nvGrpSpPr>
        <p:grpSpPr>
          <a:xfrm>
            <a:off x="6715125" y="3419475"/>
            <a:ext cx="1338263" cy="536575"/>
            <a:chOff x="682668" y="4792841"/>
            <a:chExt cx="1338943" cy="536981"/>
          </a:xfrm>
        </p:grpSpPr>
        <p:sp>
          <p:nvSpPr>
            <p:cNvPr id="90124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0125" name="文本框 107"/>
            <p:cNvSpPr/>
            <p:nvPr/>
          </p:nvSpPr>
          <p:spPr>
            <a:xfrm>
              <a:off x="912891" y="4792841"/>
              <a:ext cx="903911" cy="5261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再见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54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5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54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3" presetClass="exit" presetSubtype="544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1" grpId="0" bldLvl="0"/>
      <p:bldP spid="5141" grpId="1" bldLvl="0"/>
      <p:bldP spid="5141" grpId="2" bldLvl="0"/>
      <p:bldP spid="5141" grpId="3" bldLvl="0"/>
      <p:bldP spid="5141" grpId="4" bldLvl="0"/>
      <p:bldP spid="5141" grpId="5"/>
      <p:bldP spid="5148" grpId="0" bldLvl="0"/>
      <p:bldP spid="5148" grpId="1" bldLvl="0"/>
      <p:bldP spid="5148" grpId="2" bldLvl="0"/>
      <p:bldP spid="5148" grpId="3" bldLvl="0"/>
      <p:bldP spid="5148" grpId="4" bldLvl="0"/>
      <p:bldP spid="5148" grpId="5"/>
      <p:bldP spid="36" grpId="0" bldLvl="0"/>
      <p:bldP spid="36" grpId="1" bldLvl="0"/>
      <p:bldP spid="36" grpId="2" bldLvl="0"/>
      <p:bldP spid="36" grpId="3" bldLvl="0"/>
      <p:bldP spid="36" grpId="4" bldLvl="0"/>
      <p:bldP spid="36" grpId="5"/>
      <p:bldP spid="37" grpId="0" bldLvl="0"/>
      <p:bldP spid="37" grpId="1" bldLvl="0"/>
      <p:bldP spid="37" grpId="2" bldLvl="0"/>
      <p:bldP spid="37" grpId="3" bldLvl="0"/>
      <p:bldP spid="37" grpId="4" bldLvl="0"/>
      <p:bldP spid="37" grpId="5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5"/>
          <p:cNvSpPr/>
          <p:nvPr/>
        </p:nvSpPr>
        <p:spPr>
          <a:xfrm>
            <a:off x="3382963" y="1306513"/>
            <a:ext cx="5839096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                                  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谢谢你们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！</a:t>
            </a:r>
          </a:p>
        </p:txBody>
      </p:sp>
      <p:cxnSp>
        <p:nvCxnSpPr>
          <p:cNvPr id="92163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92164" name="组合 23"/>
          <p:cNvGrpSpPr/>
          <p:nvPr/>
        </p:nvGrpSpPr>
        <p:grpSpPr>
          <a:xfrm>
            <a:off x="1866900" y="1306513"/>
            <a:ext cx="1338263" cy="546100"/>
            <a:chOff x="682668" y="3939837"/>
            <a:chExt cx="1338943" cy="545509"/>
          </a:xfrm>
        </p:grpSpPr>
        <p:sp>
          <p:nvSpPr>
            <p:cNvPr id="92173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92174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谢谢</a:t>
              </a:r>
            </a:p>
          </p:txBody>
        </p:sp>
      </p:grpSp>
      <p:sp>
        <p:nvSpPr>
          <p:cNvPr id="92165" name="文本框 107"/>
          <p:cNvSpPr/>
          <p:nvPr/>
        </p:nvSpPr>
        <p:spPr>
          <a:xfrm>
            <a:off x="1782763" y="3433763"/>
            <a:ext cx="1490662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不客气</a:t>
            </a:r>
          </a:p>
        </p:txBody>
      </p:sp>
      <p:sp>
        <p:nvSpPr>
          <p:cNvPr id="92166" name="文本框 88"/>
          <p:cNvSpPr/>
          <p:nvPr/>
        </p:nvSpPr>
        <p:spPr>
          <a:xfrm>
            <a:off x="2095500" y="22828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</a:t>
            </a:r>
          </a:p>
        </p:txBody>
      </p:sp>
      <p:sp>
        <p:nvSpPr>
          <p:cNvPr id="92167" name="文本框 107"/>
          <p:cNvSpPr/>
          <p:nvPr/>
        </p:nvSpPr>
        <p:spPr>
          <a:xfrm>
            <a:off x="2097088" y="48736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再见</a:t>
            </a:r>
          </a:p>
        </p:txBody>
      </p:sp>
      <p:grpSp>
        <p:nvGrpSpPr>
          <p:cNvPr id="9216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152"/>
          <p:cNvSpPr/>
          <p:nvPr/>
        </p:nvSpPr>
        <p:spPr>
          <a:xfrm>
            <a:off x="3587750" y="13700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谢谢！</a:t>
            </a:r>
          </a:p>
        </p:txBody>
      </p:sp>
      <p:sp>
        <p:nvSpPr>
          <p:cNvPr id="30" name="文本框 152"/>
          <p:cNvSpPr/>
          <p:nvPr/>
        </p:nvSpPr>
        <p:spPr>
          <a:xfrm>
            <a:off x="5119688" y="1387475"/>
            <a:ext cx="11747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谢谢你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!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87750" y="958215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89220" y="93853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65620" y="958215"/>
            <a:ext cx="228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 mén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28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5"/>
          <p:cNvSpPr/>
          <p:nvPr/>
        </p:nvSpPr>
        <p:spPr>
          <a:xfrm>
            <a:off x="3382963" y="2278063"/>
            <a:ext cx="3444875" cy="68897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94211" name="圆角矩形 32"/>
          <p:cNvSpPr/>
          <p:nvPr/>
        </p:nvSpPr>
        <p:spPr>
          <a:xfrm>
            <a:off x="1866900" y="227806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94212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4213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谢谢</a:t>
            </a:r>
          </a:p>
        </p:txBody>
      </p:sp>
      <p:sp>
        <p:nvSpPr>
          <p:cNvPr id="94214" name="文本框 107"/>
          <p:cNvSpPr/>
          <p:nvPr/>
        </p:nvSpPr>
        <p:spPr>
          <a:xfrm>
            <a:off x="1782763" y="3433763"/>
            <a:ext cx="1490662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不客气</a:t>
            </a:r>
          </a:p>
        </p:txBody>
      </p:sp>
      <p:sp>
        <p:nvSpPr>
          <p:cNvPr id="94215" name="文本框 88"/>
          <p:cNvSpPr/>
          <p:nvPr/>
        </p:nvSpPr>
        <p:spPr>
          <a:xfrm>
            <a:off x="2095500" y="22828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</a:t>
            </a:r>
          </a:p>
        </p:txBody>
      </p:sp>
      <p:sp>
        <p:nvSpPr>
          <p:cNvPr id="94216" name="文本框 107"/>
          <p:cNvSpPr/>
          <p:nvPr/>
        </p:nvSpPr>
        <p:spPr>
          <a:xfrm>
            <a:off x="2097088" y="48736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再见</a:t>
            </a:r>
          </a:p>
        </p:txBody>
      </p:sp>
      <p:grpSp>
        <p:nvGrpSpPr>
          <p:cNvPr id="94217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文本框 152"/>
          <p:cNvSpPr/>
          <p:nvPr/>
        </p:nvSpPr>
        <p:spPr>
          <a:xfrm>
            <a:off x="3587750" y="234632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不谢！</a:t>
            </a:r>
          </a:p>
        </p:txBody>
      </p:sp>
      <p:sp>
        <p:nvSpPr>
          <p:cNvPr id="27" name="文本框 152"/>
          <p:cNvSpPr/>
          <p:nvPr/>
        </p:nvSpPr>
        <p:spPr>
          <a:xfrm>
            <a:off x="5119688" y="23622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</a:p>
        </p:txBody>
      </p:sp>
      <p:sp>
        <p:nvSpPr>
          <p:cNvPr id="94220" name="文本框 152"/>
          <p:cNvSpPr/>
          <p:nvPr/>
        </p:nvSpPr>
        <p:spPr>
          <a:xfrm>
            <a:off x="3587750" y="13700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谢谢！</a:t>
            </a:r>
          </a:p>
        </p:txBody>
      </p:sp>
      <p:sp>
        <p:nvSpPr>
          <p:cNvPr id="94221" name="文本框 152"/>
          <p:cNvSpPr/>
          <p:nvPr/>
        </p:nvSpPr>
        <p:spPr>
          <a:xfrm>
            <a:off x="5119688" y="1387475"/>
            <a:ext cx="11747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谢谢你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!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76185" y="1392555"/>
            <a:ext cx="1781175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谢谢你们！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87750" y="1024255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210810" y="102425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05065" y="1111885"/>
            <a:ext cx="228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 mén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29025" y="197802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b</a:t>
            </a:r>
            <a:r>
              <a:rPr lang="en-US" altLang="en-US"/>
              <a:t>ú</a:t>
            </a:r>
            <a:r>
              <a:rPr lang="en-US" altLang="zh-CN"/>
              <a:t> xi</a:t>
            </a:r>
            <a:r>
              <a:rPr lang="en-US" altLang="en-US"/>
              <a:t>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227955" y="197802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728210" y="80010"/>
            <a:ext cx="7148195" cy="745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/>
              <a:t>Another rule for tone change - when </a:t>
            </a:r>
            <a:r>
              <a:rPr lang="zh-CN" altLang="en-US" b="1"/>
              <a:t>不（</a:t>
            </a:r>
            <a:r>
              <a:rPr lang="en-US" altLang="zh-CN" b="1"/>
              <a:t>b</a:t>
            </a:r>
            <a:r>
              <a:rPr lang="en-US" altLang="en-US" b="1"/>
              <a:t>ù</a:t>
            </a:r>
            <a:r>
              <a:rPr lang="zh-CN" altLang="en-US" b="1"/>
              <a:t>）</a:t>
            </a:r>
            <a:r>
              <a:rPr lang="en-US" altLang="zh-CN" b="1"/>
              <a:t>is followed by a fourth tone, it becomes b</a:t>
            </a:r>
            <a:r>
              <a:rPr lang="en-US" altLang="en-US" b="1"/>
              <a:t>ú, like </a:t>
            </a:r>
            <a:r>
              <a:rPr lang="en-US" altLang="zh-CN" b="1"/>
              <a:t>b</a:t>
            </a:r>
            <a:r>
              <a:rPr lang="en-US" altLang="en-US" b="1"/>
              <a:t>ú </a:t>
            </a:r>
            <a:r>
              <a:rPr lang="en-US" altLang="zh-CN" b="1"/>
              <a:t>xi</a:t>
            </a:r>
            <a:r>
              <a:rPr lang="en-US" altLang="en-US" b="1"/>
              <a:t>è</a:t>
            </a:r>
            <a:r>
              <a:rPr lang="en-US" b="1"/>
              <a:t> or </a:t>
            </a:r>
            <a:r>
              <a:rPr lang="en-US" altLang="zh-CN" b="1"/>
              <a:t>b</a:t>
            </a:r>
            <a:r>
              <a:rPr lang="en-US" altLang="en-US" b="1"/>
              <a:t>ú</a:t>
            </a:r>
            <a:r>
              <a:rPr lang="en-US" altLang="zh-CN" b="1"/>
              <a:t> k</a:t>
            </a:r>
            <a:r>
              <a:rPr lang="en-US" altLang="en-US" b="1"/>
              <a:t>è</a:t>
            </a:r>
            <a:r>
              <a:rPr lang="en-US" altLang="zh-CN" b="1"/>
              <a:t> q</a:t>
            </a:r>
            <a:r>
              <a:rPr lang="en-US" altLang="en-US" b="1"/>
              <a:t>ì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5"/>
          <p:cNvSpPr/>
          <p:nvPr/>
        </p:nvSpPr>
        <p:spPr>
          <a:xfrm>
            <a:off x="3397250" y="3241675"/>
            <a:ext cx="2597150" cy="923925"/>
          </a:xfrm>
          <a:prstGeom prst="wedgeRoundRectCallout">
            <a:avLst>
              <a:gd name="adj1" fmla="val -58917"/>
              <a:gd name="adj2" fmla="val -2310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96259" name="圆角矩形 32"/>
          <p:cNvSpPr/>
          <p:nvPr/>
        </p:nvSpPr>
        <p:spPr>
          <a:xfrm>
            <a:off x="1866900" y="34305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96260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6261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谢谢</a:t>
            </a:r>
          </a:p>
        </p:txBody>
      </p:sp>
      <p:sp>
        <p:nvSpPr>
          <p:cNvPr id="96262" name="文本框 107"/>
          <p:cNvSpPr/>
          <p:nvPr/>
        </p:nvSpPr>
        <p:spPr>
          <a:xfrm>
            <a:off x="1782763" y="3433763"/>
            <a:ext cx="1490662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不客气</a:t>
            </a:r>
          </a:p>
        </p:txBody>
      </p:sp>
      <p:sp>
        <p:nvSpPr>
          <p:cNvPr id="96263" name="文本框 88"/>
          <p:cNvSpPr/>
          <p:nvPr/>
        </p:nvSpPr>
        <p:spPr>
          <a:xfrm>
            <a:off x="2095500" y="22828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</a:t>
            </a:r>
          </a:p>
        </p:txBody>
      </p:sp>
      <p:sp>
        <p:nvSpPr>
          <p:cNvPr id="96264" name="文本框 107"/>
          <p:cNvSpPr/>
          <p:nvPr/>
        </p:nvSpPr>
        <p:spPr>
          <a:xfrm>
            <a:off x="2097088" y="48736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再见</a:t>
            </a:r>
          </a:p>
        </p:txBody>
      </p:sp>
      <p:grpSp>
        <p:nvGrpSpPr>
          <p:cNvPr id="96265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266" name="文本框 152"/>
          <p:cNvSpPr/>
          <p:nvPr/>
        </p:nvSpPr>
        <p:spPr>
          <a:xfrm>
            <a:off x="3587750" y="234632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不谢！</a:t>
            </a:r>
          </a:p>
        </p:txBody>
      </p:sp>
      <p:sp>
        <p:nvSpPr>
          <p:cNvPr id="96267" name="文本框 152"/>
          <p:cNvSpPr/>
          <p:nvPr/>
        </p:nvSpPr>
        <p:spPr>
          <a:xfrm>
            <a:off x="5119688" y="23622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</a:p>
        </p:txBody>
      </p:sp>
      <p:sp>
        <p:nvSpPr>
          <p:cNvPr id="96268" name="文本框 152"/>
          <p:cNvSpPr/>
          <p:nvPr/>
        </p:nvSpPr>
        <p:spPr>
          <a:xfrm>
            <a:off x="3587750" y="13700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谢谢！</a:t>
            </a:r>
          </a:p>
        </p:txBody>
      </p:sp>
      <p:sp>
        <p:nvSpPr>
          <p:cNvPr id="96269" name="文本框 152"/>
          <p:cNvSpPr/>
          <p:nvPr/>
        </p:nvSpPr>
        <p:spPr>
          <a:xfrm>
            <a:off x="5119688" y="1387475"/>
            <a:ext cx="11747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谢谢你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!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0" name="文本框 152"/>
          <p:cNvSpPr/>
          <p:nvPr/>
        </p:nvSpPr>
        <p:spPr>
          <a:xfrm>
            <a:off x="3584575" y="3305175"/>
            <a:ext cx="19304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：谢谢你！</a:t>
            </a:r>
          </a:p>
        </p:txBody>
      </p:sp>
      <p:sp>
        <p:nvSpPr>
          <p:cNvPr id="45" name="文本框 152"/>
          <p:cNvSpPr/>
          <p:nvPr/>
        </p:nvSpPr>
        <p:spPr>
          <a:xfrm>
            <a:off x="3606800" y="3703638"/>
            <a:ext cx="19129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：不客气！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20990" y="146367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谢谢你们！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606800" y="1122680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89220" y="111442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920990" y="1122680"/>
            <a:ext cx="228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 mén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29025" y="208851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/>
              <a:t>b</a:t>
            </a:r>
            <a:r>
              <a:rPr lang="en-US" altLang="en-US" b="1"/>
              <a:t>ú</a:t>
            </a:r>
            <a:r>
              <a:rPr lang="en-US" altLang="zh-CN" b="1"/>
              <a:t> xi</a:t>
            </a:r>
            <a:r>
              <a:rPr lang="en-US" altLang="en-US" b="1"/>
              <a:t>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189220" y="214439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142105" y="288099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142105" y="4246245"/>
            <a:ext cx="5080000" cy="2705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lnSpc>
                <a:spcPts val="14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i="0">
                <a:solidFill>
                  <a:srgbClr val="000000"/>
                </a:solidFill>
                <a:ea typeface="Inter"/>
                <a:cs typeface="Arial" panose="020B0604020202020204" pitchFamily="34" charset="0"/>
              </a:rPr>
              <a:t>bú kè qì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337050" y="130810"/>
            <a:ext cx="7506335" cy="683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>
                <a:sym typeface="+mn-ea"/>
              </a:rPr>
              <a:t>Another rule for tone change - when </a:t>
            </a:r>
            <a:r>
              <a:rPr lang="zh-CN" altLang="en-US" b="1">
                <a:sym typeface="+mn-ea"/>
              </a:rPr>
              <a:t>不（</a:t>
            </a:r>
            <a:r>
              <a:rPr lang="en-US" altLang="zh-CN" b="1">
                <a:sym typeface="+mn-ea"/>
              </a:rPr>
              <a:t>b</a:t>
            </a:r>
            <a:r>
              <a:rPr lang="en-US" altLang="en-US" b="1">
                <a:sym typeface="+mn-ea"/>
              </a:rPr>
              <a:t>ù</a:t>
            </a:r>
            <a:r>
              <a:rPr lang="zh-CN" altLang="en-US" b="1">
                <a:sym typeface="+mn-ea"/>
              </a:rPr>
              <a:t>）</a:t>
            </a:r>
            <a:r>
              <a:rPr lang="en-US" altLang="zh-CN" b="1">
                <a:sym typeface="+mn-ea"/>
              </a:rPr>
              <a:t>is followed by a fourth tone, it becomes b</a:t>
            </a:r>
            <a:r>
              <a:rPr lang="en-US" altLang="en-US" b="1">
                <a:sym typeface="+mn-ea"/>
              </a:rPr>
              <a:t>ú, like </a:t>
            </a:r>
            <a:r>
              <a:rPr lang="en-US" altLang="zh-CN" b="1">
                <a:sym typeface="+mn-ea"/>
              </a:rPr>
              <a:t>b</a:t>
            </a:r>
            <a:r>
              <a:rPr lang="en-US" altLang="en-US" b="1">
                <a:sym typeface="+mn-ea"/>
              </a:rPr>
              <a:t>ú </a:t>
            </a:r>
            <a:r>
              <a:rPr lang="en-US" altLang="zh-CN" b="1">
                <a:sym typeface="+mn-ea"/>
              </a:rPr>
              <a:t>xi</a:t>
            </a:r>
            <a:r>
              <a:rPr lang="en-US" altLang="en-US" b="1">
                <a:sym typeface="+mn-ea"/>
              </a:rPr>
              <a:t>è</a:t>
            </a:r>
            <a:r>
              <a:rPr lang="en-US" b="1">
                <a:sym typeface="+mn-ea"/>
              </a:rPr>
              <a:t> or </a:t>
            </a:r>
            <a:r>
              <a:rPr lang="en-US" altLang="zh-CN" b="1">
                <a:sym typeface="+mn-ea"/>
              </a:rPr>
              <a:t>b</a:t>
            </a:r>
            <a:r>
              <a:rPr lang="en-US" altLang="en-US" b="1">
                <a:sym typeface="+mn-ea"/>
              </a:rPr>
              <a:t>ú</a:t>
            </a:r>
            <a:r>
              <a:rPr lang="en-US" altLang="zh-CN" b="1">
                <a:sym typeface="+mn-ea"/>
              </a:rPr>
              <a:t> k</a:t>
            </a:r>
            <a:r>
              <a:rPr lang="en-US" altLang="en-US" b="1">
                <a:sym typeface="+mn-ea"/>
              </a:rPr>
              <a:t>è</a:t>
            </a:r>
            <a:r>
              <a:rPr lang="en-US" altLang="zh-CN" b="1">
                <a:sym typeface="+mn-ea"/>
              </a:rPr>
              <a:t> q</a:t>
            </a:r>
            <a:r>
              <a:rPr lang="en-US" altLang="en-US" b="1">
                <a:sym typeface="+mn-ea"/>
              </a:rPr>
              <a:t>ì</a:t>
            </a:r>
            <a:endParaRPr lang="en-US" altLang="en-US" b="1"/>
          </a:p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40" grpId="0"/>
      <p:bldP spid="4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5"/>
          <p:cNvSpPr/>
          <p:nvPr/>
        </p:nvSpPr>
        <p:spPr>
          <a:xfrm>
            <a:off x="3397250" y="4732338"/>
            <a:ext cx="2597150" cy="923925"/>
          </a:xfrm>
          <a:prstGeom prst="wedgeRoundRectCallout">
            <a:avLst>
              <a:gd name="adj1" fmla="val -58310"/>
              <a:gd name="adj2" fmla="val -5722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98307" name="圆角矩形 32"/>
          <p:cNvSpPr/>
          <p:nvPr/>
        </p:nvSpPr>
        <p:spPr>
          <a:xfrm>
            <a:off x="1866900" y="4873625"/>
            <a:ext cx="1338263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98308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8309" name="文本框 88"/>
          <p:cNvSpPr/>
          <p:nvPr/>
        </p:nvSpPr>
        <p:spPr>
          <a:xfrm>
            <a:off x="2095500" y="1325563"/>
            <a:ext cx="904875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谢谢</a:t>
            </a:r>
          </a:p>
        </p:txBody>
      </p:sp>
      <p:sp>
        <p:nvSpPr>
          <p:cNvPr id="98310" name="文本框 107"/>
          <p:cNvSpPr/>
          <p:nvPr/>
        </p:nvSpPr>
        <p:spPr>
          <a:xfrm>
            <a:off x="1782763" y="3433763"/>
            <a:ext cx="1490662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不客气</a:t>
            </a:r>
          </a:p>
        </p:txBody>
      </p:sp>
      <p:sp>
        <p:nvSpPr>
          <p:cNvPr id="98311" name="文本框 88"/>
          <p:cNvSpPr/>
          <p:nvPr/>
        </p:nvSpPr>
        <p:spPr>
          <a:xfrm>
            <a:off x="2095500" y="22828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</a:t>
            </a:r>
          </a:p>
        </p:txBody>
      </p:sp>
      <p:sp>
        <p:nvSpPr>
          <p:cNvPr id="98312" name="文本框 107"/>
          <p:cNvSpPr/>
          <p:nvPr/>
        </p:nvSpPr>
        <p:spPr>
          <a:xfrm>
            <a:off x="2097088" y="48736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再见</a:t>
            </a:r>
          </a:p>
        </p:txBody>
      </p:sp>
      <p:grpSp>
        <p:nvGrpSpPr>
          <p:cNvPr id="98313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314" name="文本框 152"/>
          <p:cNvSpPr/>
          <p:nvPr/>
        </p:nvSpPr>
        <p:spPr>
          <a:xfrm>
            <a:off x="3587750" y="234632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不谢！</a:t>
            </a:r>
          </a:p>
        </p:txBody>
      </p:sp>
      <p:sp>
        <p:nvSpPr>
          <p:cNvPr id="98315" name="文本框 152"/>
          <p:cNvSpPr/>
          <p:nvPr/>
        </p:nvSpPr>
        <p:spPr>
          <a:xfrm>
            <a:off x="5119688" y="23622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</a:p>
        </p:txBody>
      </p:sp>
      <p:sp>
        <p:nvSpPr>
          <p:cNvPr id="98316" name="文本框 152"/>
          <p:cNvSpPr/>
          <p:nvPr/>
        </p:nvSpPr>
        <p:spPr>
          <a:xfrm>
            <a:off x="3587750" y="13700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谢谢！</a:t>
            </a:r>
          </a:p>
        </p:txBody>
      </p:sp>
      <p:sp>
        <p:nvSpPr>
          <p:cNvPr id="98317" name="文本框 152"/>
          <p:cNvSpPr/>
          <p:nvPr/>
        </p:nvSpPr>
        <p:spPr>
          <a:xfrm>
            <a:off x="5119688" y="1387475"/>
            <a:ext cx="11747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谢谢你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!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7" name="文本框 152"/>
          <p:cNvSpPr/>
          <p:nvPr/>
        </p:nvSpPr>
        <p:spPr>
          <a:xfrm>
            <a:off x="3579813" y="4732338"/>
            <a:ext cx="16240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：再见！</a:t>
            </a:r>
          </a:p>
        </p:txBody>
      </p:sp>
      <p:sp>
        <p:nvSpPr>
          <p:cNvPr id="39" name="文本框 152"/>
          <p:cNvSpPr/>
          <p:nvPr/>
        </p:nvSpPr>
        <p:spPr>
          <a:xfrm>
            <a:off x="3603625" y="5130800"/>
            <a:ext cx="16049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：再见！</a:t>
            </a:r>
          </a:p>
        </p:txBody>
      </p:sp>
      <p:sp>
        <p:nvSpPr>
          <p:cNvPr id="98320" name="文本框 152"/>
          <p:cNvSpPr/>
          <p:nvPr/>
        </p:nvSpPr>
        <p:spPr>
          <a:xfrm>
            <a:off x="3584575" y="3305175"/>
            <a:ext cx="19304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：谢谢你！</a:t>
            </a:r>
          </a:p>
        </p:txBody>
      </p:sp>
      <p:sp>
        <p:nvSpPr>
          <p:cNvPr id="98321" name="文本框 152"/>
          <p:cNvSpPr/>
          <p:nvPr/>
        </p:nvSpPr>
        <p:spPr>
          <a:xfrm>
            <a:off x="3606800" y="3703638"/>
            <a:ext cx="19129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：不客气！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363460" y="1395730"/>
            <a:ext cx="163830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谢谢你们</a:t>
            </a:r>
            <a:r>
              <a:rPr lang="zh-CN" altLang="en-US"/>
              <a:t>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606800" y="1082675"/>
            <a:ext cx="1219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91125" y="1114425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362825" y="1114425"/>
            <a:ext cx="228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 mén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06800" y="211709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xiè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120005" y="2145030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bù hǎo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142105" y="3065780"/>
            <a:ext cx="167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xiè xiè nǐ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148455" y="401447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/>
              <a:t>b</a:t>
            </a:r>
            <a:r>
              <a:rPr lang="en-US" altLang="en-US" b="1"/>
              <a:t>ú</a:t>
            </a:r>
            <a:r>
              <a:rPr lang="en-US" altLang="zh-CN" b="1"/>
              <a:t> k</a:t>
            </a:r>
            <a:r>
              <a:rPr lang="en-US" altLang="en-US" b="1"/>
              <a:t>è</a:t>
            </a:r>
            <a:r>
              <a:rPr lang="en-US" altLang="zh-CN" b="1"/>
              <a:t> q</a:t>
            </a:r>
            <a:r>
              <a:rPr lang="en-US" altLang="en-US" b="1"/>
              <a:t>ì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142105" y="5656580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zài jiàn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37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圆角矩形 32"/>
          <p:cNvSpPr/>
          <p:nvPr/>
        </p:nvSpPr>
        <p:spPr>
          <a:xfrm>
            <a:off x="1866900" y="4873625"/>
            <a:ext cx="1338263" cy="528638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0355" name="圆角矩形 32"/>
          <p:cNvSpPr/>
          <p:nvPr/>
        </p:nvSpPr>
        <p:spPr>
          <a:xfrm>
            <a:off x="1866900" y="34305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00356" name="圆角矩形 32"/>
          <p:cNvSpPr/>
          <p:nvPr/>
        </p:nvSpPr>
        <p:spPr>
          <a:xfrm>
            <a:off x="1866900" y="227806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cxnSp>
        <p:nvCxnSpPr>
          <p:cNvPr id="100357" name="AutoShape 4"/>
          <p:cNvCxnSpPr/>
          <p:nvPr/>
        </p:nvCxnSpPr>
        <p:spPr>
          <a:xfrm flipH="1" flipV="1">
            <a:off x="10001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0358" name="组合 23"/>
          <p:cNvGrpSpPr/>
          <p:nvPr/>
        </p:nvGrpSpPr>
        <p:grpSpPr>
          <a:xfrm>
            <a:off x="1866900" y="1306513"/>
            <a:ext cx="1338263" cy="546100"/>
            <a:chOff x="682668" y="3939837"/>
            <a:chExt cx="1338943" cy="545509"/>
          </a:xfrm>
        </p:grpSpPr>
        <p:sp>
          <p:nvSpPr>
            <p:cNvPr id="100373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None/>
              </a:pPr>
              <a:endParaRPr lang="zh-CN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100374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170" tIns="46990" rIns="90170" bIns="46990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  <a:sym typeface="宋体" panose="02010600030101010101" pitchFamily="2" charset="-122"/>
                </a:rPr>
                <a:t>谢谢</a:t>
              </a:r>
            </a:p>
          </p:txBody>
        </p:sp>
      </p:grpSp>
      <p:sp>
        <p:nvSpPr>
          <p:cNvPr id="100359" name="文本框 107"/>
          <p:cNvSpPr/>
          <p:nvPr/>
        </p:nvSpPr>
        <p:spPr>
          <a:xfrm>
            <a:off x="1782763" y="3433763"/>
            <a:ext cx="1490662" cy="527050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不客气</a:t>
            </a:r>
          </a:p>
        </p:txBody>
      </p:sp>
      <p:sp>
        <p:nvSpPr>
          <p:cNvPr id="100360" name="文本框 88"/>
          <p:cNvSpPr/>
          <p:nvPr/>
        </p:nvSpPr>
        <p:spPr>
          <a:xfrm>
            <a:off x="2095500" y="2282825"/>
            <a:ext cx="904875" cy="525463"/>
          </a:xfrm>
          <a:prstGeom prst="rect">
            <a:avLst/>
          </a:prstGeom>
          <a:noFill/>
          <a:ln w="9525">
            <a:noFill/>
          </a:ln>
        </p:spPr>
        <p:txBody>
          <a:bodyPr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不</a:t>
            </a:r>
          </a:p>
        </p:txBody>
      </p:sp>
      <p:sp>
        <p:nvSpPr>
          <p:cNvPr id="100361" name="文本框 107"/>
          <p:cNvSpPr/>
          <p:nvPr/>
        </p:nvSpPr>
        <p:spPr>
          <a:xfrm>
            <a:off x="2097088" y="4873625"/>
            <a:ext cx="903287" cy="525463"/>
          </a:xfrm>
          <a:prstGeom prst="rect">
            <a:avLst/>
          </a:prstGeom>
          <a:noFill/>
          <a:ln w="9525">
            <a:noFill/>
          </a:ln>
        </p:spPr>
        <p:txBody>
          <a:bodyPr wrap="none" lIns="90170" tIns="46990" rIns="90170" bIns="46990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sym typeface="宋体" panose="02010600030101010101" pitchFamily="2" charset="-122"/>
              </a:rPr>
              <a:t>再见</a:t>
            </a:r>
          </a:p>
        </p:txBody>
      </p:sp>
      <p:grpSp>
        <p:nvGrpSpPr>
          <p:cNvPr id="10036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4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308629" y="653150"/>
              <a:ext cx="3833696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363" name="文本框 152"/>
          <p:cNvSpPr/>
          <p:nvPr/>
        </p:nvSpPr>
        <p:spPr>
          <a:xfrm>
            <a:off x="3587750" y="2346325"/>
            <a:ext cx="1108075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不谢！</a:t>
            </a:r>
          </a:p>
        </p:txBody>
      </p:sp>
      <p:sp>
        <p:nvSpPr>
          <p:cNvPr id="100364" name="文本框 152"/>
          <p:cNvSpPr/>
          <p:nvPr/>
        </p:nvSpPr>
        <p:spPr>
          <a:xfrm>
            <a:off x="5119688" y="2362200"/>
            <a:ext cx="800100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不好</a:t>
            </a:r>
          </a:p>
        </p:txBody>
      </p:sp>
      <p:sp>
        <p:nvSpPr>
          <p:cNvPr id="100365" name="文本框 152"/>
          <p:cNvSpPr/>
          <p:nvPr/>
        </p:nvSpPr>
        <p:spPr>
          <a:xfrm>
            <a:off x="3587750" y="1370013"/>
            <a:ext cx="1108075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谢谢！</a:t>
            </a:r>
          </a:p>
        </p:txBody>
      </p:sp>
      <p:sp>
        <p:nvSpPr>
          <p:cNvPr id="100366" name="文本框 152"/>
          <p:cNvSpPr/>
          <p:nvPr/>
        </p:nvSpPr>
        <p:spPr>
          <a:xfrm>
            <a:off x="5119688" y="1387475"/>
            <a:ext cx="117475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谢谢你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!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00367" name="文本框 152"/>
          <p:cNvSpPr/>
          <p:nvPr/>
        </p:nvSpPr>
        <p:spPr>
          <a:xfrm>
            <a:off x="3579813" y="4732338"/>
            <a:ext cx="1624012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：再见！</a:t>
            </a:r>
          </a:p>
        </p:txBody>
      </p:sp>
      <p:sp>
        <p:nvSpPr>
          <p:cNvPr id="100368" name="文本框 152"/>
          <p:cNvSpPr/>
          <p:nvPr/>
        </p:nvSpPr>
        <p:spPr>
          <a:xfrm>
            <a:off x="3603625" y="5130800"/>
            <a:ext cx="160496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：再见！</a:t>
            </a:r>
          </a:p>
        </p:txBody>
      </p:sp>
      <p:sp>
        <p:nvSpPr>
          <p:cNvPr id="100369" name="文本框 152"/>
          <p:cNvSpPr/>
          <p:nvPr/>
        </p:nvSpPr>
        <p:spPr>
          <a:xfrm>
            <a:off x="3584575" y="3305175"/>
            <a:ext cx="193040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：谢谢你！</a:t>
            </a:r>
          </a:p>
        </p:txBody>
      </p:sp>
      <p:sp>
        <p:nvSpPr>
          <p:cNvPr id="100370" name="文本框 152"/>
          <p:cNvSpPr/>
          <p:nvPr/>
        </p:nvSpPr>
        <p:spPr>
          <a:xfrm>
            <a:off x="3606800" y="3703638"/>
            <a:ext cx="19129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：不客气！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87565" y="1387475"/>
            <a:ext cx="2462530" cy="525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谢谢你们！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0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2403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04" name="Rectangle 2"/>
          <p:cNvSpPr/>
          <p:nvPr/>
        </p:nvSpPr>
        <p:spPr>
          <a:xfrm>
            <a:off x="1057275" y="1258888"/>
            <a:ext cx="8656638" cy="5035550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75" y="1973263"/>
            <a:ext cx="3633788" cy="233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r>
              <a:rPr kumimoji="0" lang="en-US" altLang="zh-CN" sz="2400" kern="1200" cap="none" spc="0" normalizeH="0" baseline="0" noProof="0" dirty="0">
                <a:latin typeface="SimSun-ExtB" panose="02010609060101010101" pitchFamily="49" charset="-122"/>
                <a:ea typeface="SimSun-ExtB" panose="02010609060101010101" pitchFamily="49" charset="-122"/>
                <a:cs typeface="GB Pinyinok-D"/>
                <a:sym typeface="宋体" panose="02010600030101010101" pitchFamily="2" charset="-122"/>
              </a:rPr>
              <a:t>x</a:t>
            </a:r>
            <a:r>
              <a:rPr kumimoji="0" lang="en-US" altLang="zh-CN" sz="2400" kern="1200" cap="none" spc="0" normalizeH="0" baseline="0" noProof="0" dirty="0" err="1"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iè xie</a:t>
            </a:r>
            <a:endParaRPr kumimoji="0" lang="en-US" altLang="zh-CN" sz="2400" kern="1200" cap="none" spc="0" normalizeH="0" baseline="0" noProof="0" dirty="0"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kern="1200" cap="none" spc="0" normalizeH="0" baseline="0" noProof="0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谢谢！</a:t>
            </a:r>
          </a:p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rgbClr val="7F7F7F"/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b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ú</a:t>
            </a:r>
            <a:r>
              <a:rPr kumimoji="0" lang="en-US" altLang="zh-CN" sz="24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kern="1200" cap="none" spc="0" normalizeH="0" baseline="0" noProof="0" dirty="0" err="1">
                <a:solidFill>
                  <a:schemeClr val="bg1">
                    <a:lumMod val="50000"/>
                  </a:schemeClr>
                </a:solidFill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xiè</a:t>
            </a:r>
            <a:endParaRPr kumimoji="0" lang="en-US" altLang="zh-CN" sz="2400" kern="1200" cap="none" spc="0" normalizeH="0" baseline="0" noProof="0" dirty="0">
              <a:solidFill>
                <a:schemeClr val="bg1">
                  <a:lumMod val="50000"/>
                </a:schemeClr>
              </a:solidFill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R="0" defTabSz="914400" eaLnBrk="1" hangingPunct="1">
              <a:lnSpc>
                <a:spcPct val="14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kern="1200" cap="none" spc="0" normalizeH="0" baseline="0" noProof="0" dirty="0">
                <a:solidFill>
                  <a:srgbClr val="7F7F7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kern="1200" cap="none" spc="0" normalizeH="0" baseline="0" noProof="0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不谢！</a:t>
            </a:r>
            <a:endParaRPr kumimoji="0" lang="zh-CN" altLang="en-US" sz="2400" b="1" kern="1200" cap="none" spc="0" normalizeH="0" baseline="0" noProof="0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19988" y="1830388"/>
            <a:ext cx="1800225" cy="2519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426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3427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1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428" name="Rectangle 2"/>
          <p:cNvSpPr/>
          <p:nvPr/>
        </p:nvSpPr>
        <p:spPr>
          <a:xfrm>
            <a:off x="1057275" y="1258888"/>
            <a:ext cx="8656638" cy="5035550"/>
          </a:xfrm>
          <a:prstGeom prst="rect">
            <a:avLst/>
          </a:prstGeom>
          <a:solidFill>
            <a:srgbClr val="0000FF">
              <a:alpha val="14902"/>
            </a:srgbClr>
          </a:solidFill>
          <a:ln w="12700" cap="flat" cmpd="sng">
            <a:solidFill>
              <a:srgbClr val="0000FF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/>
          <p:nvPr/>
        </p:nvSpPr>
        <p:spPr>
          <a:xfrm>
            <a:off x="1781175" y="1973263"/>
            <a:ext cx="3633788" cy="2332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谢谢！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7F7F7F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      </a:t>
            </a:r>
            <a:endParaRPr lang="en-US" altLang="zh-CN" sz="2400" b="1" dirty="0">
              <a:solidFill>
                <a:srgbClr val="7F7F7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不谢！</a:t>
            </a:r>
            <a:endParaRPr lang="zh-CN" altLang="en-US" sz="2400" b="1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19988" y="1830388"/>
            <a:ext cx="1800225" cy="2700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450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4451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452" name="Rectangle 2"/>
          <p:cNvSpPr/>
          <p:nvPr/>
        </p:nvSpPr>
        <p:spPr>
          <a:xfrm>
            <a:off x="1057275" y="1258888"/>
            <a:ext cx="8656638" cy="5035550"/>
          </a:xfrm>
          <a:prstGeom prst="rect">
            <a:avLst/>
          </a:prstGeom>
          <a:solidFill>
            <a:srgbClr val="058576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75" y="1973263"/>
            <a:ext cx="3633788" cy="2330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x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iè xie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nǐ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谢谢  你！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b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ú kè qi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不客气！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24675" y="1939925"/>
            <a:ext cx="2520950" cy="167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474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5475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2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476" name="Rectangle 2"/>
          <p:cNvSpPr/>
          <p:nvPr/>
        </p:nvSpPr>
        <p:spPr>
          <a:xfrm>
            <a:off x="1057275" y="1258888"/>
            <a:ext cx="8656638" cy="5035550"/>
          </a:xfrm>
          <a:prstGeom prst="rect">
            <a:avLst/>
          </a:prstGeom>
          <a:solidFill>
            <a:srgbClr val="058576">
              <a:alpha val="14902"/>
            </a:srgbClr>
          </a:solidFill>
          <a:ln w="12700" cap="flat" cmpd="sng">
            <a:solidFill>
              <a:srgbClr val="288149"/>
            </a:solidFill>
            <a:prstDash val="dash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14" name="Text Box 3"/>
          <p:cNvSpPr txBox="1"/>
          <p:nvPr/>
        </p:nvSpPr>
        <p:spPr>
          <a:xfrm>
            <a:off x="1781175" y="1973263"/>
            <a:ext cx="3633788" cy="2332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b="1" dirty="0"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谢谢你！</a:t>
            </a: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7F7F7F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7F7F7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B</a:t>
            </a:r>
            <a:r>
              <a:rPr lang="zh-CN" altLang="en-US" sz="2400" b="1" dirty="0">
                <a:solidFill>
                  <a:srgbClr val="7F7F7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7F7F7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不客气！</a:t>
            </a:r>
            <a:endParaRPr lang="zh-CN" altLang="en-US" sz="2400" b="1" dirty="0">
              <a:solidFill>
                <a:srgbClr val="7F7F7F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24675" y="1939925"/>
            <a:ext cx="2520950" cy="167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498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6499" name="组合 8"/>
          <p:cNvGrpSpPr/>
          <p:nvPr/>
        </p:nvGrpSpPr>
        <p:grpSpPr>
          <a:xfrm>
            <a:off x="307975" y="6350"/>
            <a:ext cx="2525713" cy="646113"/>
            <a:chOff x="308629" y="6819"/>
            <a:chExt cx="2524299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673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08629" y="653150"/>
              <a:ext cx="2524299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258888"/>
            <a:ext cx="8656638" cy="5035550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75" y="1973263"/>
            <a:ext cx="3633788" cy="2330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   z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ài jiàn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再见！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/>
                <a:ea typeface="GB Pinyinok-D"/>
                <a:cs typeface="GB Pinyinok-D"/>
                <a:sym typeface="宋体" panose="02010600030101010101" pitchFamily="2" charset="-122"/>
              </a:rPr>
              <a:t>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GB Pinyinok-D"/>
                <a:sym typeface="宋体" panose="02010600030101010101" pitchFamily="2" charset="-122"/>
              </a:rPr>
              <a:t>z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SimSun-ExtB" panose="02010609060101010101" pitchFamily="49" charset="-122"/>
                <a:ea typeface="SimSun-ExtB" panose="02010609060101010101" pitchFamily="49" charset="-122"/>
                <a:cs typeface="+mn-cs"/>
                <a:sym typeface="宋体" panose="02010600030101010101" pitchFamily="2" charset="-122"/>
              </a:rPr>
              <a:t>ài jiàn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SimSun-ExtB" panose="02010609060101010101" pitchFamily="49" charset="-122"/>
              <a:ea typeface="SimSun-ExtB" panose="02010609060101010101" pitchFamily="49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再见！</a:t>
            </a: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24675" y="1741488"/>
            <a:ext cx="2432050" cy="1757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52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07523" name="组合 8"/>
          <p:cNvGrpSpPr/>
          <p:nvPr/>
        </p:nvGrpSpPr>
        <p:grpSpPr>
          <a:xfrm>
            <a:off x="312738" y="6350"/>
            <a:ext cx="2586037" cy="646113"/>
            <a:chOff x="329255" y="6819"/>
            <a:chExt cx="2584047" cy="646331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329255" y="6819"/>
              <a:ext cx="250314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marL="742950" indent="-2857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课文</a:t>
              </a:r>
              <a:r>
                <a:rPr kumimoji="0" lang="en-US" altLang="zh-CN" sz="3600" b="1" i="1" u="none" strike="noStrike" kern="1200" cap="none" spc="0" normalizeH="0" baseline="0" noProof="0" dirty="0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Text 3</a:t>
              </a:r>
              <a:endPara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89534" y="637270"/>
              <a:ext cx="2523768" cy="0"/>
            </a:xfrm>
            <a:prstGeom prst="line">
              <a:avLst/>
            </a:prstGeom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1057275" y="1258888"/>
            <a:ext cx="8656638" cy="5035550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>
            <a:solidFill>
              <a:schemeClr val="accent4"/>
            </a:solidFill>
            <a:prstDash val="dash"/>
            <a:miter lim="800000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1781175" y="1973263"/>
            <a:ext cx="3633788" cy="2332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  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再见！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GB Pinyinok-D" pitchFamily="2" charset="-122"/>
                <a:ea typeface="GB Pinyinok-D" pitchFamily="2" charset="-122"/>
                <a:cs typeface="+mn-cs"/>
                <a:sym typeface="宋体" panose="02010600030101010101" pitchFamily="2" charset="-122"/>
              </a:rPr>
              <a:t>    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  <a:t>：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宋体" panose="02010600030101010101" pitchFamily="2" charset="-122"/>
              </a:rPr>
              <a:t>再见！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  <a:sym typeface="宋体" panose="02010600030101010101" pitchFamily="2" charset="-122"/>
            </a:endParaRPr>
          </a:p>
        </p:txBody>
      </p:sp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924675" y="1741488"/>
            <a:ext cx="2432050" cy="1757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60"/>
          <p:cNvSpPr/>
          <p:nvPr/>
        </p:nvSpPr>
        <p:spPr bwMode="auto">
          <a:xfrm>
            <a:off x="946150" y="1246188"/>
            <a:ext cx="10547350" cy="4460875"/>
          </a:xfrm>
          <a:prstGeom prst="round1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1638" y="1512888"/>
            <a:ext cx="1417637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打开书。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2246313"/>
            <a:ext cx="32432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请大声读。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1638" y="2978150"/>
            <a:ext cx="22225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再读一遍。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8150" y="3687763"/>
            <a:ext cx="2201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一起读。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275" y="4413250"/>
            <a:ext cx="2201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有问题吗？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328613" y="6350"/>
            <a:ext cx="7231063" cy="646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marL="742950" indent="-2857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课堂用语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Classroom Expression</a:t>
            </a:r>
            <a:endParaRPr kumimoji="0" lang="zh-CN" altLang="en-US" sz="3600" b="1" i="1" u="none" strike="noStrike" kern="1200" cap="none" spc="0" normalizeH="0" baseline="0" noProof="0" dirty="0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cxnSp>
        <p:nvCxnSpPr>
          <p:cNvPr id="108553" name="AutoShape 4"/>
          <p:cNvCxnSpPr/>
          <p:nvPr/>
        </p:nvCxnSpPr>
        <p:spPr>
          <a:xfrm flipH="1" flipV="1">
            <a:off x="176213" y="-20637"/>
            <a:ext cx="12700" cy="6872287"/>
          </a:xfrm>
          <a:prstGeom prst="straightConnector1">
            <a:avLst/>
          </a:prstGeom>
          <a:ln w="22860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直接连接符 14"/>
          <p:cNvCxnSpPr/>
          <p:nvPr/>
        </p:nvCxnSpPr>
        <p:spPr bwMode="auto">
          <a:xfrm>
            <a:off x="420688" y="652463"/>
            <a:ext cx="2525713" cy="0"/>
          </a:xfrm>
          <a:prstGeom prst="line">
            <a:avLst/>
          </a:prstGeom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83038" y="1492250"/>
            <a:ext cx="34242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Dǎ</a:t>
            </a: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400" b="1" dirty="0" err="1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kāi</a:t>
            </a: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 shū.</a:t>
            </a:r>
            <a:endParaRPr lang="zh-CN" altLang="en-US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89388" y="2225675"/>
            <a:ext cx="32432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Qǐnɡ dà shēnɡ dú.</a:t>
            </a:r>
            <a:endParaRPr lang="zh-CN" altLang="en-US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83038" y="2957513"/>
            <a:ext cx="39782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Zài dú yí biàn.</a:t>
            </a:r>
            <a:endParaRPr lang="zh-CN" altLang="en-US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19550" y="3667125"/>
            <a:ext cx="39417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Yìqǐ dú.</a:t>
            </a:r>
            <a:endParaRPr lang="zh-CN" altLang="en-US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05263" y="4392613"/>
            <a:ext cx="3940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Yǒu wèntí ma?</a:t>
            </a:r>
            <a:endParaRPr lang="zh-CN" altLang="en-US" sz="2400" b="1" dirty="0">
              <a:solidFill>
                <a:srgbClr val="C00000"/>
              </a:solidFill>
              <a:latin typeface="GB Pinyinok-D" pitchFamily="2" charset="-122"/>
              <a:ea typeface="GB Pinyinok-D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1788" y="1533525"/>
            <a:ext cx="259238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GB Pinyinok-D" pitchFamily="2" charset="-122"/>
                <a:cs typeface="+mn-cs"/>
              </a:rPr>
              <a:t>Open your book.</a:t>
            </a:r>
            <a:endParaRPr kumimoji="0" lang="zh-CN" altLang="en-US" sz="20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GB Pinyinok-D" pitchFamily="2" charset="-122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6550" y="2284413"/>
            <a:ext cx="40386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lt"/>
                <a:ea typeface="华文楷体" panose="02010600040101010101" pitchFamily="2" charset="-122"/>
                <a:cs typeface="+mn-cs"/>
              </a:rPr>
              <a:t>Please </a:t>
            </a:r>
            <a:r>
              <a:rPr lang="en-US" altLang="zh-CN" sz="2000" dirty="0">
                <a:latin typeface="+mn-lt"/>
                <a:ea typeface="华文楷体" panose="02010600040101010101" pitchFamily="2" charset="-122"/>
              </a:rPr>
              <a:t>r</a:t>
            </a:r>
            <a:r>
              <a:rPr kumimoji="0" lang="en-US" altLang="zh-CN" sz="2000" kern="1200" cap="none" spc="0" normalizeH="0" baseline="0" noProof="0" dirty="0" err="1">
                <a:latin typeface="+mn-lt"/>
                <a:ea typeface="华文楷体" panose="02010600040101010101" pitchFamily="2" charset="-122"/>
                <a:cs typeface="+mn-cs"/>
              </a:rPr>
              <a:t>ead</a:t>
            </a:r>
            <a:r>
              <a:rPr kumimoji="0" lang="en-US" altLang="zh-CN" sz="2000" kern="1200" cap="none" spc="0" normalizeH="0" baseline="0" noProof="0" dirty="0">
                <a:latin typeface="+mn-lt"/>
                <a:ea typeface="华文楷体" panose="02010600040101010101" pitchFamily="2" charset="-122"/>
                <a:cs typeface="+mn-cs"/>
              </a:rPr>
              <a:t> aloud.</a:t>
            </a:r>
            <a:endParaRPr kumimoji="0" lang="zh-CN" altLang="en-US" sz="2000" kern="1200" cap="none" spc="0" normalizeH="0" baseline="0" noProof="0" dirty="0">
              <a:latin typeface="+mn-lt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83538" y="3005138"/>
            <a:ext cx="40608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lt"/>
                <a:ea typeface="华文楷体" panose="02010600040101010101" pitchFamily="2" charset="-122"/>
                <a:cs typeface="+mn-cs"/>
              </a:rPr>
              <a:t>Read once again./Repeat.</a:t>
            </a:r>
            <a:endParaRPr kumimoji="0" lang="zh-CN" altLang="en-US" sz="2000" kern="1200" cap="none" spc="0" normalizeH="0" baseline="0" noProof="0" dirty="0">
              <a:latin typeface="+mn-lt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88300" y="3709988"/>
            <a:ext cx="40227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lt"/>
                <a:ea typeface="华文楷体" panose="02010600040101010101" pitchFamily="2" charset="-122"/>
                <a:cs typeface="+mn-cs"/>
              </a:rPr>
              <a:t>Read together.</a:t>
            </a:r>
            <a:endParaRPr kumimoji="0" lang="zh-CN" altLang="en-US" sz="2000" kern="1200" cap="none" spc="0" normalizeH="0" baseline="0" noProof="0" dirty="0">
              <a:latin typeface="+mn-lt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72425" y="4451350"/>
            <a:ext cx="40227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000" kern="1200" cap="none" spc="0" normalizeH="0" baseline="0" noProof="0" dirty="0">
                <a:latin typeface="+mn-lt"/>
                <a:ea typeface="华文楷体" panose="02010600040101010101" pitchFamily="2" charset="-122"/>
                <a:cs typeface="+mn-cs"/>
              </a:rPr>
              <a:t>Any questions?</a:t>
            </a:r>
            <a:endParaRPr kumimoji="0" lang="zh-CN" altLang="en-US" sz="2000" kern="1200" cap="none" spc="0" normalizeH="0" baseline="0" noProof="0" dirty="0">
              <a:latin typeface="+mn-lt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7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3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9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9" grpId="0"/>
      <p:bldP spid="9" grpId="1"/>
      <p:bldP spid="10" grpId="0"/>
      <p:bldP spid="10" grpId="1"/>
      <p:bldP spid="11" grpId="0"/>
      <p:bldP spid="11" grpId="1"/>
      <p:bldP spid="16" grpId="0"/>
      <p:bldP spid="16" grpId="1"/>
      <p:bldP spid="17" grpId="0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11"/>
          <p:cNvSpPr txBox="1"/>
          <p:nvPr/>
        </p:nvSpPr>
        <p:spPr>
          <a:xfrm>
            <a:off x="5376863" y="171450"/>
            <a:ext cx="2192337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堂 活 动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376863" y="171450"/>
            <a:ext cx="2192338" cy="584200"/>
          </a:xfrm>
          <a:prstGeom prst="roundRect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09572" name="AutoShape 4"/>
          <p:cNvCxnSpPr/>
          <p:nvPr/>
        </p:nvCxnSpPr>
        <p:spPr>
          <a:xfrm flipH="1" flipV="1">
            <a:off x="119063" y="-15875"/>
            <a:ext cx="12700" cy="6872288"/>
          </a:xfrm>
          <a:prstGeom prst="straightConnector1">
            <a:avLst/>
          </a:prstGeom>
          <a:ln w="228600" cap="flat" cmpd="sng">
            <a:solidFill>
              <a:srgbClr val="80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9573" name="Text Box 9"/>
          <p:cNvSpPr txBox="1"/>
          <p:nvPr/>
        </p:nvSpPr>
        <p:spPr>
          <a:xfrm>
            <a:off x="2022475" y="1004888"/>
            <a:ext cx="7646988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85750" lvl="0" indent="-28575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1800" b="1" dirty="0">
                <a:latin typeface="Arial" panose="020B0604020202020204" pitchFamily="34" charset="0"/>
              </a:rPr>
              <a:t>听一听，找一找。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zh-CN" altLang="en-US" sz="1800" b="1" dirty="0">
                <a:latin typeface="Arial" panose="020B0604020202020204" pitchFamily="34" charset="0"/>
              </a:rPr>
              <a:t>根据老师朗读顺序，正确排列韵母卡片。</a:t>
            </a:r>
          </a:p>
        </p:txBody>
      </p:sp>
      <p:sp>
        <p:nvSpPr>
          <p:cNvPr id="10" name="对角圆角矩形 9"/>
          <p:cNvSpPr/>
          <p:nvPr/>
        </p:nvSpPr>
        <p:spPr>
          <a:xfrm>
            <a:off x="1003300" y="2281238"/>
            <a:ext cx="10158413" cy="3581400"/>
          </a:xfrm>
          <a:prstGeom prst="round2Diag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9575" name="TextBox 10"/>
          <p:cNvSpPr txBox="1"/>
          <p:nvPr/>
        </p:nvSpPr>
        <p:spPr>
          <a:xfrm>
            <a:off x="1281113" y="2424113"/>
            <a:ext cx="236537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i="1" dirty="0">
                <a:solidFill>
                  <a:srgbClr val="C00000"/>
                </a:solidFill>
                <a:latin typeface="Arial" panose="020B0604020202020204" pitchFamily="34" charset="0"/>
              </a:rPr>
              <a:t>A</a:t>
            </a:r>
            <a:r>
              <a:rPr lang="zh-CN" altLang="en-US" sz="1800" b="1" i="1" dirty="0">
                <a:solidFill>
                  <a:srgbClr val="C00000"/>
                </a:solidFill>
                <a:latin typeface="Arial" panose="020B0604020202020204" pitchFamily="34" charset="0"/>
              </a:rPr>
              <a:t>组：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1988" y="2506663"/>
            <a:ext cx="3695700" cy="332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1)ie        (3)o         (5)iu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(7)eng     (9)ü         (11)iong 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(13)ai      (15)er      (17)uo 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(19)an     (21)en     (23)uang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(25)i        (27)ing    (29)ua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(31)uan   (33)ia      (35)ian</a:t>
            </a:r>
            <a:endParaRPr lang="zh-CN" altLang="en-US" sz="2000" dirty="0">
              <a:latin typeface="GB Pinyinok-D" pitchFamily="2" charset="-122"/>
              <a:ea typeface="GB Pinyinok-D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 </a:t>
            </a:r>
            <a:endParaRPr lang="zh-CN" altLang="en-US" sz="2000" dirty="0">
              <a:latin typeface="GB Pinyinok-D" pitchFamily="2" charset="-122"/>
              <a:ea typeface="GB Pinyinok-D" pitchFamily="2" charset="-122"/>
            </a:endParaRPr>
          </a:p>
        </p:txBody>
      </p:sp>
      <p:sp>
        <p:nvSpPr>
          <p:cNvPr id="109577" name="TextBox 10"/>
          <p:cNvSpPr txBox="1"/>
          <p:nvPr/>
        </p:nvSpPr>
        <p:spPr>
          <a:xfrm>
            <a:off x="6270625" y="2387600"/>
            <a:ext cx="2366963" cy="325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i="1" dirty="0">
                <a:solidFill>
                  <a:srgbClr val="C00000"/>
                </a:solidFill>
                <a:latin typeface="Arial" panose="020B0604020202020204" pitchFamily="34" charset="0"/>
              </a:rPr>
              <a:t>B</a:t>
            </a:r>
            <a:r>
              <a:rPr lang="zh-CN" altLang="en-US" sz="1800" b="1" i="1" dirty="0">
                <a:solidFill>
                  <a:srgbClr val="C00000"/>
                </a:solidFill>
                <a:latin typeface="Arial" panose="020B0604020202020204" pitchFamily="34" charset="0"/>
              </a:rPr>
              <a:t>组：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5788" y="2508250"/>
            <a:ext cx="4778375" cy="3322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2)ei         (4)ün         (6)ao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(8)e          (10)un       (12)ou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(14)ang    (16)iao      (18)in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(20)ui       (22)a         (24)uai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(26)ün      (28)u         (30)ong 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(32)üan    (34)ueng   (36)iang</a:t>
            </a:r>
            <a:endParaRPr lang="zh-CN" altLang="en-US" sz="2000" dirty="0">
              <a:latin typeface="GB Pinyinok-D" pitchFamily="2" charset="-122"/>
              <a:ea typeface="GB Pinyinok-D" pitchFamily="2" charset="-122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GB Pinyinok-D" pitchFamily="2" charset="-122"/>
                <a:ea typeface="GB Pinyinok-D" pitchFamily="2" charset="-122"/>
              </a:rPr>
              <a:t> </a:t>
            </a:r>
            <a:endParaRPr lang="zh-CN" altLang="en-US" sz="2000" dirty="0">
              <a:latin typeface="GB Pinyinok-D" pitchFamily="2" charset="-122"/>
              <a:ea typeface="GB Pinyinok-D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2" val="c978edcef913233f7ec9aec3a84c5c4571812b5d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1219</Words>
  <Application>Microsoft Office PowerPoint</Application>
  <PresentationFormat>宽屏</PresentationFormat>
  <Paragraphs>346</Paragraphs>
  <Slides>27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27</vt:i4>
      </vt:variant>
    </vt:vector>
  </HeadingPairs>
  <TitlesOfParts>
    <vt:vector size="46" baseType="lpstr">
      <vt:lpstr>GB Pinyinok-D</vt:lpstr>
      <vt:lpstr>Inter</vt:lpstr>
      <vt:lpstr>SimSun-ExtB</vt:lpstr>
      <vt:lpstr>华文楷体</vt:lpstr>
      <vt:lpstr>华文新魏</vt:lpstr>
      <vt:lpstr>楷体</vt:lpstr>
      <vt:lpstr>楷体_GB2312</vt:lpstr>
      <vt:lpstr>宋体</vt:lpstr>
      <vt:lpstr>微软雅黑</vt:lpstr>
      <vt:lpstr>Arial</vt:lpstr>
      <vt:lpstr>Bradley Hand ITC</vt:lpstr>
      <vt:lpstr>Calibri</vt:lpstr>
      <vt:lpstr>Calibri Light</vt:lpstr>
      <vt:lpstr>默认设计模板</vt:lpstr>
      <vt:lpstr>自定义设计方案</vt:lpstr>
      <vt:lpstr>1_自定义设计方案</vt:lpstr>
      <vt:lpstr>2_自定义设计方案</vt:lpstr>
      <vt:lpstr>1_默认设计模板</vt:lpstr>
      <vt:lpstr>3_默认设计模板</vt:lpstr>
      <vt:lpstr>第 2 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dell</dc:creator>
  <cp:lastModifiedBy>lisa chen</cp:lastModifiedBy>
  <cp:revision>503</cp:revision>
  <dcterms:created xsi:type="dcterms:W3CDTF">2013-01-25T01:44:00Z</dcterms:created>
  <dcterms:modified xsi:type="dcterms:W3CDTF">2026-02-06T03:05:07Z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3C24DE827F214BFC85595900C791E2C3_12</vt:lpwstr>
  </property>
</Properties>
</file>